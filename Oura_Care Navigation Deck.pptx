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4" r:id="rId4"/>
  </p:sldMasterIdLst>
  <p:notesMasterIdLst>
    <p:notesMasterId r:id="rId29"/>
  </p:notesMasterIdLst>
  <p:sldIdLst>
    <p:sldId id="396" r:id="rId5"/>
    <p:sldId id="446" r:id="rId6"/>
    <p:sldId id="447" r:id="rId7"/>
    <p:sldId id="448" r:id="rId8"/>
    <p:sldId id="449" r:id="rId9"/>
    <p:sldId id="450" r:id="rId10"/>
    <p:sldId id="451" r:id="rId11"/>
    <p:sldId id="452" r:id="rId12"/>
    <p:sldId id="453" r:id="rId13"/>
    <p:sldId id="454" r:id="rId14"/>
    <p:sldId id="455" r:id="rId15"/>
    <p:sldId id="456" r:id="rId16"/>
    <p:sldId id="457" r:id="rId17"/>
    <p:sldId id="458" r:id="rId18"/>
    <p:sldId id="459" r:id="rId19"/>
    <p:sldId id="460" r:id="rId20"/>
    <p:sldId id="461" r:id="rId21"/>
    <p:sldId id="462" r:id="rId22"/>
    <p:sldId id="463" r:id="rId23"/>
    <p:sldId id="464" r:id="rId24"/>
    <p:sldId id="465" r:id="rId25"/>
    <p:sldId id="431" r:id="rId26"/>
    <p:sldId id="445" r:id="rId27"/>
    <p:sldId id="436"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A59D4B47-2CEF-1273-DFFE-59CF24884602}" name="Dookh, Faina" initials="FD" userId="S::fdookh@deloitte.com::586f960a-2230-43c0-a185-f546c3dab83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3D4F8F"/>
    <a:srgbClr val="B8B0A0"/>
    <a:srgbClr val="F2EC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516E0A-DCA2-4E84-98A0-5B984702C3D6}" v="1237" vWet="1238" dt="2026-09-22T05:27:16.335"/>
    <p1510:client id="{5A96C8FA-B5E8-4F05-AED9-E139F5C9A115}" v="4086" dt="2026-09-22T06:34:40.877"/>
    <p1510:client id="{836B53E2-13CD-42CA-8B25-CBDF78DA8930}" v="81" dt="2026-09-22T06:43:41.852"/>
    <p1510:client id="{970EB0B9-41F6-452F-913E-E0803B0EEF11}" v="1076" dt="2026-09-22T05:49:51.275"/>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ll, Gaurav" userId="9da6cf44-1ce0-4d5b-ac6f-9ec5e003c700" providerId="ADAL" clId="{3F83E967-8960-417D-BEF1-ECA81DB7EC79}"/>
    <pc:docChg chg="undo custSel addSld delSld modSld sldOrd addMainMaster delMainMaster">
      <pc:chgData name="Gill, Gaurav" userId="9da6cf44-1ce0-4d5b-ac6f-9ec5e003c700" providerId="ADAL" clId="{3F83E967-8960-417D-BEF1-ECA81DB7EC79}" dt="2026-09-22T06:34:40.877" v="2974" actId="47"/>
      <pc:docMkLst>
        <pc:docMk/>
      </pc:docMkLst>
      <pc:sldChg chg="del">
        <pc:chgData name="Gill, Gaurav" userId="9da6cf44-1ce0-4d5b-ac6f-9ec5e003c700" providerId="ADAL" clId="{3F83E967-8960-417D-BEF1-ECA81DB7EC79}" dt="2026-09-21T13:05:01.354" v="48"/>
        <pc:sldMkLst>
          <pc:docMk/>
          <pc:sldMk cId="118913211" sldId="355"/>
        </pc:sldMkLst>
      </pc:sldChg>
      <pc:sldChg chg="modSp mod modClrScheme chgLayout">
        <pc:chgData name="Gill, Gaurav" userId="9da6cf44-1ce0-4d5b-ac6f-9ec5e003c700" providerId="ADAL" clId="{3F83E967-8960-417D-BEF1-ECA81DB7EC79}" dt="2026-09-21T13:09:08.751" v="87" actId="1036"/>
        <pc:sldMkLst>
          <pc:docMk/>
          <pc:sldMk cId="1832385473" sldId="376"/>
        </pc:sldMkLst>
        <pc:spChg chg="mod">
          <ac:chgData name="Gill, Gaurav" userId="9da6cf44-1ce0-4d5b-ac6f-9ec5e003c700" providerId="ADAL" clId="{3F83E967-8960-417D-BEF1-ECA81DB7EC79}" dt="2026-09-21T13:09:08.751" v="87" actId="1036"/>
          <ac:spMkLst>
            <pc:docMk/>
            <pc:sldMk cId="1832385473" sldId="376"/>
            <ac:spMk id="45" creationId="{00000000-0000-0000-0000-000000000000}"/>
          </ac:spMkLst>
        </pc:spChg>
        <pc:spChg chg="mod ord">
          <ac:chgData name="Gill, Gaurav" userId="9da6cf44-1ce0-4d5b-ac6f-9ec5e003c700" providerId="ADAL" clId="{3F83E967-8960-417D-BEF1-ECA81DB7EC79}" dt="2026-09-21T13:02:41.255" v="7"/>
          <ac:spMkLst>
            <pc:docMk/>
            <pc:sldMk cId="1832385473" sldId="376"/>
            <ac:spMk id="58" creationId="{A9DF6FBC-F65D-161B-14B9-81F57E9B7F21}"/>
          </ac:spMkLst>
        </pc:spChg>
        <pc:spChg chg="mod ord">
          <ac:chgData name="Gill, Gaurav" userId="9da6cf44-1ce0-4d5b-ac6f-9ec5e003c700" providerId="ADAL" clId="{3F83E967-8960-417D-BEF1-ECA81DB7EC79}" dt="2026-09-21T13:02:41.255" v="7"/>
          <ac:spMkLst>
            <pc:docMk/>
            <pc:sldMk cId="1832385473" sldId="376"/>
            <ac:spMk id="59" creationId="{DE6E851B-A499-9791-D642-D13080F25EA9}"/>
          </ac:spMkLst>
        </pc:spChg>
        <pc:spChg chg="mod ord">
          <ac:chgData name="Gill, Gaurav" userId="9da6cf44-1ce0-4d5b-ac6f-9ec5e003c700" providerId="ADAL" clId="{3F83E967-8960-417D-BEF1-ECA81DB7EC79}" dt="2026-09-21T13:02:41.255" v="7"/>
          <ac:spMkLst>
            <pc:docMk/>
            <pc:sldMk cId="1832385473" sldId="376"/>
            <ac:spMk id="61" creationId="{BC458A0C-187E-9FAF-BF9E-710C3960C25A}"/>
          </ac:spMkLst>
        </pc:spChg>
      </pc:sldChg>
      <pc:sldChg chg="del">
        <pc:chgData name="Gill, Gaurav" userId="9da6cf44-1ce0-4d5b-ac6f-9ec5e003c700" providerId="ADAL" clId="{3F83E967-8960-417D-BEF1-ECA81DB7EC79}" dt="2026-09-21T13:04:14.527" v="42"/>
        <pc:sldMkLst>
          <pc:docMk/>
          <pc:sldMk cId="209508219" sldId="377"/>
        </pc:sldMkLst>
      </pc:sldChg>
      <pc:sldChg chg="del">
        <pc:chgData name="Gill, Gaurav" userId="9da6cf44-1ce0-4d5b-ac6f-9ec5e003c700" providerId="ADAL" clId="{3F83E967-8960-417D-BEF1-ECA81DB7EC79}" dt="2026-09-21T13:04:28.831" v="44"/>
        <pc:sldMkLst>
          <pc:docMk/>
          <pc:sldMk cId="3737754991" sldId="378"/>
        </pc:sldMkLst>
      </pc:sldChg>
      <pc:sldChg chg="modSp del mod modClrScheme chgLayout">
        <pc:chgData name="Gill, Gaurav" userId="9da6cf44-1ce0-4d5b-ac6f-9ec5e003c700" providerId="ADAL" clId="{3F83E967-8960-417D-BEF1-ECA81DB7EC79}" dt="2026-09-21T13:04:44.699" v="46"/>
        <pc:sldMkLst>
          <pc:docMk/>
          <pc:sldMk cId="2722893267" sldId="379"/>
        </pc:sldMkLst>
        <pc:spChg chg="mod ord">
          <ac:chgData name="Gill, Gaurav" userId="9da6cf44-1ce0-4d5b-ac6f-9ec5e003c700" providerId="ADAL" clId="{3F83E967-8960-417D-BEF1-ECA81DB7EC79}" dt="2026-09-21T13:02:41.262" v="9"/>
          <ac:spMkLst>
            <pc:docMk/>
            <pc:sldMk cId="2722893267" sldId="379"/>
            <ac:spMk id="2" creationId="{AE3CBD4F-7355-AA0A-DAEB-8977D33DE510}"/>
          </ac:spMkLst>
        </pc:spChg>
        <pc:spChg chg="mod ord">
          <ac:chgData name="Gill, Gaurav" userId="9da6cf44-1ce0-4d5b-ac6f-9ec5e003c700" providerId="ADAL" clId="{3F83E967-8960-417D-BEF1-ECA81DB7EC79}" dt="2026-09-21T13:02:41.262" v="9"/>
          <ac:spMkLst>
            <pc:docMk/>
            <pc:sldMk cId="2722893267" sldId="379"/>
            <ac:spMk id="42" creationId="{E5B644ED-60D7-5729-C1AD-04FC4FB41DAD}"/>
          </ac:spMkLst>
        </pc:spChg>
        <pc:spChg chg="mod ord">
          <ac:chgData name="Gill, Gaurav" userId="9da6cf44-1ce0-4d5b-ac6f-9ec5e003c700" providerId="ADAL" clId="{3F83E967-8960-417D-BEF1-ECA81DB7EC79}" dt="2026-09-21T13:02:41.262" v="9"/>
          <ac:spMkLst>
            <pc:docMk/>
            <pc:sldMk cId="2722893267" sldId="379"/>
            <ac:spMk id="44" creationId="{566122D4-97C5-EF1A-AF5A-7BE78D193E1C}"/>
          </ac:spMkLst>
        </pc:spChg>
      </pc:sldChg>
      <pc:sldChg chg="modSp del mod modClrScheme chgLayout">
        <pc:chgData name="Gill, Gaurav" userId="9da6cf44-1ce0-4d5b-ac6f-9ec5e003c700" providerId="ADAL" clId="{3F83E967-8960-417D-BEF1-ECA81DB7EC79}" dt="2026-09-21T13:03:14.690" v="17"/>
        <pc:sldMkLst>
          <pc:docMk/>
          <pc:sldMk cId="1274743943" sldId="380"/>
        </pc:sldMkLst>
        <pc:spChg chg="mod ord">
          <ac:chgData name="Gill, Gaurav" userId="9da6cf44-1ce0-4d5b-ac6f-9ec5e003c700" providerId="ADAL" clId="{3F83E967-8960-417D-BEF1-ECA81DB7EC79}" dt="2026-09-21T13:02:41.255" v="6"/>
          <ac:spMkLst>
            <pc:docMk/>
            <pc:sldMk cId="1274743943" sldId="380"/>
            <ac:spMk id="2" creationId="{E4E397A0-6422-D74D-8B57-0122632A6F00}"/>
          </ac:spMkLst>
        </pc:spChg>
        <pc:spChg chg="mod ord">
          <ac:chgData name="Gill, Gaurav" userId="9da6cf44-1ce0-4d5b-ac6f-9ec5e003c700" providerId="ADAL" clId="{3F83E967-8960-417D-BEF1-ECA81DB7EC79}" dt="2026-09-21T13:02:41.255" v="6"/>
          <ac:spMkLst>
            <pc:docMk/>
            <pc:sldMk cId="1274743943" sldId="380"/>
            <ac:spMk id="6" creationId="{57E46558-CA9A-9626-1E3B-55E1F0BD20BA}"/>
          </ac:spMkLst>
        </pc:spChg>
        <pc:spChg chg="mod ord">
          <ac:chgData name="Gill, Gaurav" userId="9da6cf44-1ce0-4d5b-ac6f-9ec5e003c700" providerId="ADAL" clId="{3F83E967-8960-417D-BEF1-ECA81DB7EC79}" dt="2026-09-21T13:02:41.255" v="6"/>
          <ac:spMkLst>
            <pc:docMk/>
            <pc:sldMk cId="1274743943" sldId="380"/>
            <ac:spMk id="31" creationId="{7B2B9FF2-84C3-F292-022A-98F331801C3D}"/>
          </ac:spMkLst>
        </pc:spChg>
      </pc:sldChg>
      <pc:sldChg chg="addSp modSp del mod modClrScheme chgLayout">
        <pc:chgData name="Gill, Gaurav" userId="9da6cf44-1ce0-4d5b-ac6f-9ec5e003c700" providerId="ADAL" clId="{3F83E967-8960-417D-BEF1-ECA81DB7EC79}" dt="2026-09-21T13:03:29.195" v="22"/>
        <pc:sldMkLst>
          <pc:docMk/>
          <pc:sldMk cId="1443910316" sldId="381"/>
        </pc:sldMkLst>
        <pc:spChg chg="add mod ord">
          <ac:chgData name="Gill, Gaurav" userId="9da6cf44-1ce0-4d5b-ac6f-9ec5e003c700" providerId="ADAL" clId="{3F83E967-8960-417D-BEF1-ECA81DB7EC79}" dt="2026-09-21T13:02:41.255" v="8"/>
          <ac:spMkLst>
            <pc:docMk/>
            <pc:sldMk cId="1443910316" sldId="381"/>
            <ac:spMk id="4" creationId="{8F7C0903-8DB4-1F0B-E732-D9A05EFDFA0F}"/>
          </ac:spMkLst>
        </pc:spChg>
        <pc:spChg chg="mod ord">
          <ac:chgData name="Gill, Gaurav" userId="9da6cf44-1ce0-4d5b-ac6f-9ec5e003c700" providerId="ADAL" clId="{3F83E967-8960-417D-BEF1-ECA81DB7EC79}" dt="2026-09-21T13:02:41.255" v="8"/>
          <ac:spMkLst>
            <pc:docMk/>
            <pc:sldMk cId="1443910316" sldId="381"/>
            <ac:spMk id="48" creationId="{4A177AA3-0FD0-B984-AB05-12C910313A47}"/>
          </ac:spMkLst>
        </pc:spChg>
        <pc:spChg chg="mod ord">
          <ac:chgData name="Gill, Gaurav" userId="9da6cf44-1ce0-4d5b-ac6f-9ec5e003c700" providerId="ADAL" clId="{3F83E967-8960-417D-BEF1-ECA81DB7EC79}" dt="2026-09-21T13:02:41.255" v="8"/>
          <ac:spMkLst>
            <pc:docMk/>
            <pc:sldMk cId="1443910316" sldId="381"/>
            <ac:spMk id="49" creationId="{61FAE3C4-3869-D92F-5E2C-9CBF1FF5EACF}"/>
          </ac:spMkLst>
        </pc:spChg>
      </pc:sldChg>
      <pc:sldChg chg="del">
        <pc:chgData name="Gill, Gaurav" userId="9da6cf44-1ce0-4d5b-ac6f-9ec5e003c700" providerId="ADAL" clId="{3F83E967-8960-417D-BEF1-ECA81DB7EC79}" dt="2026-09-21T13:03:40.992" v="33"/>
        <pc:sldMkLst>
          <pc:docMk/>
          <pc:sldMk cId="3749789112" sldId="382"/>
        </pc:sldMkLst>
      </pc:sldChg>
      <pc:sldChg chg="del">
        <pc:chgData name="Gill, Gaurav" userId="9da6cf44-1ce0-4d5b-ac6f-9ec5e003c700" providerId="ADAL" clId="{3F83E967-8960-417D-BEF1-ECA81DB7EC79}" dt="2026-09-21T13:03:53.440" v="37"/>
        <pc:sldMkLst>
          <pc:docMk/>
          <pc:sldMk cId="2624376170" sldId="383"/>
        </pc:sldMkLst>
      </pc:sldChg>
      <pc:sldChg chg="delSp modSp del mod">
        <pc:chgData name="Gill, Gaurav" userId="9da6cf44-1ce0-4d5b-ac6f-9ec5e003c700" providerId="ADAL" clId="{3F83E967-8960-417D-BEF1-ECA81DB7EC79}" dt="2026-09-21T13:03:57.875" v="40"/>
        <pc:sldMkLst>
          <pc:docMk/>
          <pc:sldMk cId="899242564" sldId="384"/>
        </pc:sldMkLst>
        <pc:spChg chg="mod">
          <ac:chgData name="Gill, Gaurav" userId="9da6cf44-1ce0-4d5b-ac6f-9ec5e003c700" providerId="ADAL" clId="{3F83E967-8960-417D-BEF1-ECA81DB7EC79}" dt="2026-09-21T13:03:46.376" v="35" actId="403"/>
          <ac:spMkLst>
            <pc:docMk/>
            <pc:sldMk cId="899242564" sldId="384"/>
            <ac:spMk id="9" creationId="{00000000-0000-0000-0000-000000000000}"/>
          </ac:spMkLst>
        </pc:spChg>
        <pc:spChg chg="mod">
          <ac:chgData name="Gill, Gaurav" userId="9da6cf44-1ce0-4d5b-ac6f-9ec5e003c700" providerId="ADAL" clId="{3F83E967-8960-417D-BEF1-ECA81DB7EC79}" dt="2026-09-21T13:03:56.237" v="38" actId="14100"/>
          <ac:spMkLst>
            <pc:docMk/>
            <pc:sldMk cId="899242564" sldId="384"/>
            <ac:spMk id="10" creationId="{00000000-0000-0000-0000-000000000000}"/>
          </ac:spMkLst>
        </pc:spChg>
        <pc:spChg chg="mod">
          <ac:chgData name="Gill, Gaurav" userId="9da6cf44-1ce0-4d5b-ac6f-9ec5e003c700" providerId="ADAL" clId="{3F83E967-8960-417D-BEF1-ECA81DB7EC79}" dt="2026-09-21T13:03:37.041" v="31" actId="403"/>
          <ac:spMkLst>
            <pc:docMk/>
            <pc:sldMk cId="899242564" sldId="384"/>
            <ac:spMk id="13" creationId="{00000000-0000-0000-0000-000000000000}"/>
          </ac:spMkLst>
        </pc:spChg>
        <pc:spChg chg="mod">
          <ac:chgData name="Gill, Gaurav" userId="9da6cf44-1ce0-4d5b-ac6f-9ec5e003c700" providerId="ADAL" clId="{3F83E967-8960-417D-BEF1-ECA81DB7EC79}" dt="2026-09-21T13:03:46.376" v="35" actId="403"/>
          <ac:spMkLst>
            <pc:docMk/>
            <pc:sldMk cId="899242564" sldId="384"/>
            <ac:spMk id="14" creationId="{00000000-0000-0000-0000-000000000000}"/>
          </ac:spMkLst>
        </pc:spChg>
        <pc:spChg chg="mod">
          <ac:chgData name="Gill, Gaurav" userId="9da6cf44-1ce0-4d5b-ac6f-9ec5e003c700" providerId="ADAL" clId="{3F83E967-8960-417D-BEF1-ECA81DB7EC79}" dt="2026-09-21T13:03:56.237" v="38" actId="14100"/>
          <ac:spMkLst>
            <pc:docMk/>
            <pc:sldMk cId="899242564" sldId="384"/>
            <ac:spMk id="15" creationId="{00000000-0000-0000-0000-000000000000}"/>
          </ac:spMkLst>
        </pc:spChg>
        <pc:spChg chg="mod">
          <ac:chgData name="Gill, Gaurav" userId="9da6cf44-1ce0-4d5b-ac6f-9ec5e003c700" providerId="ADAL" clId="{3F83E967-8960-417D-BEF1-ECA81DB7EC79}" dt="2026-09-21T13:03:37.041" v="31" actId="403"/>
          <ac:spMkLst>
            <pc:docMk/>
            <pc:sldMk cId="899242564" sldId="384"/>
            <ac:spMk id="18" creationId="{00000000-0000-0000-0000-000000000000}"/>
          </ac:spMkLst>
        </pc:spChg>
        <pc:spChg chg="mod">
          <ac:chgData name="Gill, Gaurav" userId="9da6cf44-1ce0-4d5b-ac6f-9ec5e003c700" providerId="ADAL" clId="{3F83E967-8960-417D-BEF1-ECA81DB7EC79}" dt="2026-09-21T13:03:46.376" v="35" actId="403"/>
          <ac:spMkLst>
            <pc:docMk/>
            <pc:sldMk cId="899242564" sldId="384"/>
            <ac:spMk id="19" creationId="{00000000-0000-0000-0000-000000000000}"/>
          </ac:spMkLst>
        </pc:spChg>
        <pc:spChg chg="mod">
          <ac:chgData name="Gill, Gaurav" userId="9da6cf44-1ce0-4d5b-ac6f-9ec5e003c700" providerId="ADAL" clId="{3F83E967-8960-417D-BEF1-ECA81DB7EC79}" dt="2026-09-21T13:03:56.237" v="38" actId="14100"/>
          <ac:spMkLst>
            <pc:docMk/>
            <pc:sldMk cId="899242564" sldId="384"/>
            <ac:spMk id="20" creationId="{00000000-0000-0000-0000-000000000000}"/>
          </ac:spMkLst>
        </pc:spChg>
        <pc:spChg chg="mod">
          <ac:chgData name="Gill, Gaurav" userId="9da6cf44-1ce0-4d5b-ac6f-9ec5e003c700" providerId="ADAL" clId="{3F83E967-8960-417D-BEF1-ECA81DB7EC79}" dt="2026-09-21T13:03:37.041" v="31" actId="403"/>
          <ac:spMkLst>
            <pc:docMk/>
            <pc:sldMk cId="899242564" sldId="384"/>
            <ac:spMk id="23" creationId="{00000000-0000-0000-0000-000000000000}"/>
          </ac:spMkLst>
        </pc:spChg>
        <pc:spChg chg="mod">
          <ac:chgData name="Gill, Gaurav" userId="9da6cf44-1ce0-4d5b-ac6f-9ec5e003c700" providerId="ADAL" clId="{3F83E967-8960-417D-BEF1-ECA81DB7EC79}" dt="2026-09-21T13:03:46.376" v="35" actId="403"/>
          <ac:spMkLst>
            <pc:docMk/>
            <pc:sldMk cId="899242564" sldId="384"/>
            <ac:spMk id="24" creationId="{00000000-0000-0000-0000-000000000000}"/>
          </ac:spMkLst>
        </pc:spChg>
        <pc:spChg chg="mod">
          <ac:chgData name="Gill, Gaurav" userId="9da6cf44-1ce0-4d5b-ac6f-9ec5e003c700" providerId="ADAL" clId="{3F83E967-8960-417D-BEF1-ECA81DB7EC79}" dt="2026-09-21T13:03:30.262" v="29" actId="1035"/>
          <ac:spMkLst>
            <pc:docMk/>
            <pc:sldMk cId="899242564" sldId="384"/>
            <ac:spMk id="30" creationId="{00000000-0000-0000-0000-000000000000}"/>
          </ac:spMkLst>
        </pc:spChg>
        <pc:spChg chg="mod">
          <ac:chgData name="Gill, Gaurav" userId="9da6cf44-1ce0-4d5b-ac6f-9ec5e003c700" providerId="ADAL" clId="{3F83E967-8960-417D-BEF1-ECA81DB7EC79}" dt="2026-09-21T13:03:03.729" v="15" actId="113"/>
          <ac:spMkLst>
            <pc:docMk/>
            <pc:sldMk cId="899242564" sldId="384"/>
            <ac:spMk id="32" creationId="{00000000-0000-0000-0000-000000000000}"/>
          </ac:spMkLst>
        </pc:spChg>
        <pc:spChg chg="del">
          <ac:chgData name="Gill, Gaurav" userId="9da6cf44-1ce0-4d5b-ac6f-9ec5e003c700" providerId="ADAL" clId="{3F83E967-8960-417D-BEF1-ECA81DB7EC79}" dt="2026-09-21T13:02:32.290" v="0" actId="478"/>
          <ac:spMkLst>
            <pc:docMk/>
            <pc:sldMk cId="899242564" sldId="384"/>
            <ac:spMk id="33" creationId="{00000000-0000-0000-0000-000000000000}"/>
          </ac:spMkLst>
        </pc:spChg>
      </pc:sldChg>
      <pc:sldChg chg="del">
        <pc:chgData name="Gill, Gaurav" userId="9da6cf44-1ce0-4d5b-ac6f-9ec5e003c700" providerId="ADAL" clId="{3F83E967-8960-417D-BEF1-ECA81DB7EC79}" dt="2026-09-21T13:05:42.166" v="54"/>
        <pc:sldMkLst>
          <pc:docMk/>
          <pc:sldMk cId="2662316133" sldId="385"/>
        </pc:sldMkLst>
      </pc:sldChg>
      <pc:sldChg chg="del">
        <pc:chgData name="Gill, Gaurav" userId="9da6cf44-1ce0-4d5b-ac6f-9ec5e003c700" providerId="ADAL" clId="{3F83E967-8960-417D-BEF1-ECA81DB7EC79}" dt="2026-09-21T13:05:18.304" v="50"/>
        <pc:sldMkLst>
          <pc:docMk/>
          <pc:sldMk cId="3199385512" sldId="386"/>
        </pc:sldMkLst>
      </pc:sldChg>
      <pc:sldChg chg="del">
        <pc:chgData name="Gill, Gaurav" userId="9da6cf44-1ce0-4d5b-ac6f-9ec5e003c700" providerId="ADAL" clId="{3F83E967-8960-417D-BEF1-ECA81DB7EC79}" dt="2026-09-21T13:06:11.936" v="58"/>
        <pc:sldMkLst>
          <pc:docMk/>
          <pc:sldMk cId="1223035333" sldId="387"/>
        </pc:sldMkLst>
      </pc:sldChg>
      <pc:sldChg chg="del">
        <pc:chgData name="Gill, Gaurav" userId="9da6cf44-1ce0-4d5b-ac6f-9ec5e003c700" providerId="ADAL" clId="{3F83E967-8960-417D-BEF1-ECA81DB7EC79}" dt="2026-09-21T13:05:26.349" v="52"/>
        <pc:sldMkLst>
          <pc:docMk/>
          <pc:sldMk cId="274655021" sldId="388"/>
        </pc:sldMkLst>
      </pc:sldChg>
      <pc:sldChg chg="del">
        <pc:chgData name="Gill, Gaurav" userId="9da6cf44-1ce0-4d5b-ac6f-9ec5e003c700" providerId="ADAL" clId="{3F83E967-8960-417D-BEF1-ECA81DB7EC79}" dt="2026-09-21T13:06:28.578" v="60"/>
        <pc:sldMkLst>
          <pc:docMk/>
          <pc:sldMk cId="769655944" sldId="389"/>
        </pc:sldMkLst>
      </pc:sldChg>
      <pc:sldChg chg="del">
        <pc:chgData name="Gill, Gaurav" userId="9da6cf44-1ce0-4d5b-ac6f-9ec5e003c700" providerId="ADAL" clId="{3F83E967-8960-417D-BEF1-ECA81DB7EC79}" dt="2026-09-21T13:06:45.462" v="62"/>
        <pc:sldMkLst>
          <pc:docMk/>
          <pc:sldMk cId="2452357435" sldId="390"/>
        </pc:sldMkLst>
      </pc:sldChg>
      <pc:sldChg chg="del">
        <pc:chgData name="Gill, Gaurav" userId="9da6cf44-1ce0-4d5b-ac6f-9ec5e003c700" providerId="ADAL" clId="{3F83E967-8960-417D-BEF1-ECA81DB7EC79}" dt="2026-09-21T13:07:21.575" v="68"/>
        <pc:sldMkLst>
          <pc:docMk/>
          <pc:sldMk cId="3328846105" sldId="391"/>
        </pc:sldMkLst>
      </pc:sldChg>
      <pc:sldChg chg="del">
        <pc:chgData name="Gill, Gaurav" userId="9da6cf44-1ce0-4d5b-ac6f-9ec5e003c700" providerId="ADAL" clId="{3F83E967-8960-417D-BEF1-ECA81DB7EC79}" dt="2026-09-21T13:07:00.304" v="64"/>
        <pc:sldMkLst>
          <pc:docMk/>
          <pc:sldMk cId="3679344270" sldId="392"/>
        </pc:sldMkLst>
      </pc:sldChg>
      <pc:sldChg chg="del">
        <pc:chgData name="Gill, Gaurav" userId="9da6cf44-1ce0-4d5b-ac6f-9ec5e003c700" providerId="ADAL" clId="{3F83E967-8960-417D-BEF1-ECA81DB7EC79}" dt="2026-09-21T13:07:36.343" v="70"/>
        <pc:sldMkLst>
          <pc:docMk/>
          <pc:sldMk cId="536953406" sldId="393"/>
        </pc:sldMkLst>
      </pc:sldChg>
      <pc:sldChg chg="del">
        <pc:chgData name="Gill, Gaurav" userId="9da6cf44-1ce0-4d5b-ac6f-9ec5e003c700" providerId="ADAL" clId="{3F83E967-8960-417D-BEF1-ECA81DB7EC79}" dt="2026-09-21T13:07:05.307" v="66"/>
        <pc:sldMkLst>
          <pc:docMk/>
          <pc:sldMk cId="1149246623" sldId="394"/>
        </pc:sldMkLst>
      </pc:sldChg>
      <pc:sldChg chg="del">
        <pc:chgData name="Gill, Gaurav" userId="9da6cf44-1ce0-4d5b-ac6f-9ec5e003c700" providerId="ADAL" clId="{3F83E967-8960-417D-BEF1-ECA81DB7EC79}" dt="2026-09-21T13:02:40.577" v="5"/>
        <pc:sldMkLst>
          <pc:docMk/>
          <pc:sldMk cId="1756037419" sldId="395"/>
        </pc:sldMkLst>
      </pc:sldChg>
      <pc:sldChg chg="add">
        <pc:chgData name="Gill, Gaurav" userId="9da6cf44-1ce0-4d5b-ac6f-9ec5e003c700" providerId="ADAL" clId="{3F83E967-8960-417D-BEF1-ECA81DB7EC79}" dt="2026-09-21T13:02:40.559" v="4"/>
        <pc:sldMkLst>
          <pc:docMk/>
          <pc:sldMk cId="2356354733" sldId="396"/>
        </pc:sldMkLst>
      </pc:sldChg>
      <pc:sldChg chg="new del">
        <pc:chgData name="Gill, Gaurav" userId="9da6cf44-1ce0-4d5b-ac6f-9ec5e003c700" providerId="ADAL" clId="{3F83E967-8960-417D-BEF1-ECA81DB7EC79}" dt="2026-09-21T13:02:41.339" v="11"/>
        <pc:sldMkLst>
          <pc:docMk/>
          <pc:sldMk cId="2957462773" sldId="397"/>
        </pc:sldMkLst>
      </pc:sldChg>
      <pc:sldChg chg="addSp delSp modSp add del mod">
        <pc:chgData name="Gill, Gaurav" userId="9da6cf44-1ce0-4d5b-ac6f-9ec5e003c700" providerId="ADAL" clId="{3F83E967-8960-417D-BEF1-ECA81DB7EC79}" dt="2026-09-21T14:42:51.773" v="1454"/>
        <pc:sldMkLst>
          <pc:docMk/>
          <pc:sldMk cId="4280179590" sldId="397"/>
        </pc:sldMkLst>
        <pc:spChg chg="del">
          <ac:chgData name="Gill, Gaurav" userId="9da6cf44-1ce0-4d5b-ac6f-9ec5e003c700" providerId="ADAL" clId="{3F83E967-8960-417D-BEF1-ECA81DB7EC79}" dt="2026-09-21T13:56:53.657" v="1033" actId="478"/>
          <ac:spMkLst>
            <pc:docMk/>
            <pc:sldMk cId="4280179590" sldId="397"/>
            <ac:spMk id="2" creationId="{E4E397A0-6422-D74D-8B57-0122632A6F00}"/>
          </ac:spMkLst>
        </pc:spChg>
        <pc:spChg chg="del">
          <ac:chgData name="Gill, Gaurav" userId="9da6cf44-1ce0-4d5b-ac6f-9ec5e003c700" providerId="ADAL" clId="{3F83E967-8960-417D-BEF1-ECA81DB7EC79}" dt="2026-09-21T13:52:12.399" v="937"/>
          <ac:spMkLst>
            <pc:docMk/>
            <pc:sldMk cId="4280179590" sldId="397"/>
            <ac:spMk id="6" creationId="{57E46558-CA9A-9626-1E3B-55E1F0BD20BA}"/>
          </ac:spMkLst>
        </pc:spChg>
        <pc:spChg chg="del mod">
          <ac:chgData name="Gill, Gaurav" userId="9da6cf44-1ce0-4d5b-ac6f-9ec5e003c700" providerId="ADAL" clId="{3F83E967-8960-417D-BEF1-ECA81DB7EC79}" dt="2026-09-21T13:55:44.537" v="1011" actId="478"/>
          <ac:spMkLst>
            <pc:docMk/>
            <pc:sldMk cId="4280179590" sldId="397"/>
            <ac:spMk id="7" creationId="{00000000-0000-0000-0000-000000000000}"/>
          </ac:spMkLst>
        </pc:spChg>
        <pc:spChg chg="del mod">
          <ac:chgData name="Gill, Gaurav" userId="9da6cf44-1ce0-4d5b-ac6f-9ec5e003c700" providerId="ADAL" clId="{3F83E967-8960-417D-BEF1-ECA81DB7EC79}" dt="2026-09-21T13:56:27.097" v="1022" actId="478"/>
          <ac:spMkLst>
            <pc:docMk/>
            <pc:sldMk cId="4280179590" sldId="397"/>
            <ac:spMk id="14" creationId="{00000000-0000-0000-0000-000000000000}"/>
          </ac:spMkLst>
        </pc:spChg>
        <pc:spChg chg="del mod">
          <ac:chgData name="Gill, Gaurav" userId="9da6cf44-1ce0-4d5b-ac6f-9ec5e003c700" providerId="ADAL" clId="{3F83E967-8960-417D-BEF1-ECA81DB7EC79}" dt="2026-09-21T13:56:27.097" v="1022" actId="478"/>
          <ac:spMkLst>
            <pc:docMk/>
            <pc:sldMk cId="4280179590" sldId="397"/>
            <ac:spMk id="16" creationId="{00000000-0000-0000-0000-000000000000}"/>
          </ac:spMkLst>
        </pc:spChg>
        <pc:spChg chg="del mod">
          <ac:chgData name="Gill, Gaurav" userId="9da6cf44-1ce0-4d5b-ac6f-9ec5e003c700" providerId="ADAL" clId="{3F83E967-8960-417D-BEF1-ECA81DB7EC79}" dt="2026-09-21T13:56:27.097" v="1022" actId="478"/>
          <ac:spMkLst>
            <pc:docMk/>
            <pc:sldMk cId="4280179590" sldId="397"/>
            <ac:spMk id="17" creationId="{00000000-0000-0000-0000-000000000000}"/>
          </ac:spMkLst>
        </pc:spChg>
        <pc:spChg chg="del mod">
          <ac:chgData name="Gill, Gaurav" userId="9da6cf44-1ce0-4d5b-ac6f-9ec5e003c700" providerId="ADAL" clId="{3F83E967-8960-417D-BEF1-ECA81DB7EC79}" dt="2026-09-21T13:56:27.097" v="1022" actId="478"/>
          <ac:spMkLst>
            <pc:docMk/>
            <pc:sldMk cId="4280179590" sldId="397"/>
            <ac:spMk id="18" creationId="{00000000-0000-0000-0000-000000000000}"/>
          </ac:spMkLst>
        </pc:spChg>
        <pc:spChg chg="del mod">
          <ac:chgData name="Gill, Gaurav" userId="9da6cf44-1ce0-4d5b-ac6f-9ec5e003c700" providerId="ADAL" clId="{3F83E967-8960-417D-BEF1-ECA81DB7EC79}" dt="2026-09-21T13:56:27.097" v="1022" actId="478"/>
          <ac:spMkLst>
            <pc:docMk/>
            <pc:sldMk cId="4280179590" sldId="397"/>
            <ac:spMk id="19" creationId="{00000000-0000-0000-0000-000000000000}"/>
          </ac:spMkLst>
        </pc:spChg>
        <pc:spChg chg="del mod">
          <ac:chgData name="Gill, Gaurav" userId="9da6cf44-1ce0-4d5b-ac6f-9ec5e003c700" providerId="ADAL" clId="{3F83E967-8960-417D-BEF1-ECA81DB7EC79}" dt="2026-09-21T13:56:27.097" v="1022" actId="478"/>
          <ac:spMkLst>
            <pc:docMk/>
            <pc:sldMk cId="4280179590" sldId="397"/>
            <ac:spMk id="21" creationId="{00000000-0000-0000-0000-000000000000}"/>
          </ac:spMkLst>
        </pc:spChg>
        <pc:spChg chg="del mod">
          <ac:chgData name="Gill, Gaurav" userId="9da6cf44-1ce0-4d5b-ac6f-9ec5e003c700" providerId="ADAL" clId="{3F83E967-8960-417D-BEF1-ECA81DB7EC79}" dt="2026-09-21T13:56:27.097" v="1022" actId="478"/>
          <ac:spMkLst>
            <pc:docMk/>
            <pc:sldMk cId="4280179590" sldId="397"/>
            <ac:spMk id="22" creationId="{00000000-0000-0000-0000-000000000000}"/>
          </ac:spMkLst>
        </pc:spChg>
        <pc:spChg chg="del mod">
          <ac:chgData name="Gill, Gaurav" userId="9da6cf44-1ce0-4d5b-ac6f-9ec5e003c700" providerId="ADAL" clId="{3F83E967-8960-417D-BEF1-ECA81DB7EC79}" dt="2026-09-21T13:56:27.097" v="1022" actId="478"/>
          <ac:spMkLst>
            <pc:docMk/>
            <pc:sldMk cId="4280179590" sldId="397"/>
            <ac:spMk id="24" creationId="{00000000-0000-0000-0000-000000000000}"/>
          </ac:spMkLst>
        </pc:spChg>
        <pc:spChg chg="del">
          <ac:chgData name="Gill, Gaurav" userId="9da6cf44-1ce0-4d5b-ac6f-9ec5e003c700" providerId="ADAL" clId="{3F83E967-8960-417D-BEF1-ECA81DB7EC79}" dt="2026-09-21T13:56:27.097" v="1022" actId="478"/>
          <ac:spMkLst>
            <pc:docMk/>
            <pc:sldMk cId="4280179590" sldId="397"/>
            <ac:spMk id="25" creationId="{00000000-0000-0000-0000-000000000000}"/>
          </ac:spMkLst>
        </pc:spChg>
        <pc:spChg chg="del mod">
          <ac:chgData name="Gill, Gaurav" userId="9da6cf44-1ce0-4d5b-ac6f-9ec5e003c700" providerId="ADAL" clId="{3F83E967-8960-417D-BEF1-ECA81DB7EC79}" dt="2026-09-21T13:56:27.097" v="1022" actId="478"/>
          <ac:spMkLst>
            <pc:docMk/>
            <pc:sldMk cId="4280179590" sldId="397"/>
            <ac:spMk id="27" creationId="{00000000-0000-0000-0000-000000000000}"/>
          </ac:spMkLst>
        </pc:spChg>
        <pc:spChg chg="add del mod">
          <ac:chgData name="Gill, Gaurav" userId="9da6cf44-1ce0-4d5b-ac6f-9ec5e003c700" providerId="ADAL" clId="{3F83E967-8960-417D-BEF1-ECA81DB7EC79}" dt="2026-09-21T13:55:07.088" v="1003"/>
          <ac:spMkLst>
            <pc:docMk/>
            <pc:sldMk cId="4280179590" sldId="397"/>
            <ac:spMk id="30" creationId="{5D08D386-0943-4C76-BE29-3C2C0E2E1DFC}"/>
          </ac:spMkLst>
        </pc:spChg>
        <pc:spChg chg="add del mod">
          <ac:chgData name="Gill, Gaurav" userId="9da6cf44-1ce0-4d5b-ac6f-9ec5e003c700" providerId="ADAL" clId="{3F83E967-8960-417D-BEF1-ECA81DB7EC79}" dt="2026-09-21T13:55:07.089" v="1004"/>
          <ac:spMkLst>
            <pc:docMk/>
            <pc:sldMk cId="4280179590" sldId="397"/>
            <ac:spMk id="32" creationId="{1BB53870-7863-4B2E-A6F0-82347C3AD44E}"/>
          </ac:spMkLst>
        </pc:spChg>
        <pc:spChg chg="add del mod">
          <ac:chgData name="Gill, Gaurav" userId="9da6cf44-1ce0-4d5b-ac6f-9ec5e003c700" providerId="ADAL" clId="{3F83E967-8960-417D-BEF1-ECA81DB7EC79}" dt="2026-09-21T13:55:07.090" v="1005"/>
          <ac:spMkLst>
            <pc:docMk/>
            <pc:sldMk cId="4280179590" sldId="397"/>
            <ac:spMk id="33" creationId="{5E35B789-8BF6-4C18-8D58-E913677666B4}"/>
          </ac:spMkLst>
        </pc:spChg>
        <pc:spChg chg="add del mod">
          <ac:chgData name="Gill, Gaurav" userId="9da6cf44-1ce0-4d5b-ac6f-9ec5e003c700" providerId="ADAL" clId="{3F83E967-8960-417D-BEF1-ECA81DB7EC79}" dt="2026-09-21T13:55:07.090" v="1006"/>
          <ac:spMkLst>
            <pc:docMk/>
            <pc:sldMk cId="4280179590" sldId="397"/>
            <ac:spMk id="34" creationId="{49F4F6B7-9519-4216-BB1E-EBCDE0F756BD}"/>
          </ac:spMkLst>
        </pc:spChg>
        <pc:spChg chg="add del mod">
          <ac:chgData name="Gill, Gaurav" userId="9da6cf44-1ce0-4d5b-ac6f-9ec5e003c700" providerId="ADAL" clId="{3F83E967-8960-417D-BEF1-ECA81DB7EC79}" dt="2026-09-21T13:55:07.091" v="1007"/>
          <ac:spMkLst>
            <pc:docMk/>
            <pc:sldMk cId="4280179590" sldId="397"/>
            <ac:spMk id="35" creationId="{B48E1141-0C65-4EF3-928E-58E4CDCFEF7F}"/>
          </ac:spMkLst>
        </pc:spChg>
        <pc:spChg chg="add del mod">
          <ac:chgData name="Gill, Gaurav" userId="9da6cf44-1ce0-4d5b-ac6f-9ec5e003c700" providerId="ADAL" clId="{3F83E967-8960-417D-BEF1-ECA81DB7EC79}" dt="2026-09-21T13:55:07.091" v="1008"/>
          <ac:spMkLst>
            <pc:docMk/>
            <pc:sldMk cId="4280179590" sldId="397"/>
            <ac:spMk id="36" creationId="{7B38D205-F16A-4ABE-A792-51BC5C5E7977}"/>
          </ac:spMkLst>
        </pc:spChg>
        <pc:spChg chg="add del mod">
          <ac:chgData name="Gill, Gaurav" userId="9da6cf44-1ce0-4d5b-ac6f-9ec5e003c700" providerId="ADAL" clId="{3F83E967-8960-417D-BEF1-ECA81DB7EC79}" dt="2026-09-21T13:55:00.483" v="1002" actId="478"/>
          <ac:spMkLst>
            <pc:docMk/>
            <pc:sldMk cId="4280179590" sldId="397"/>
            <ac:spMk id="37" creationId="{73434E10-8DCE-4D27-B855-C529755E7455}"/>
          </ac:spMkLst>
        </pc:spChg>
        <pc:graphicFrameChg chg="add mod modGraphic">
          <ac:chgData name="Gill, Gaurav" userId="9da6cf44-1ce0-4d5b-ac6f-9ec5e003c700" providerId="ADAL" clId="{3F83E967-8960-417D-BEF1-ECA81DB7EC79}" dt="2026-09-21T13:56:59.585" v="1034" actId="1076"/>
          <ac:graphicFrameMkLst>
            <pc:docMk/>
            <pc:sldMk cId="4280179590" sldId="397"/>
            <ac:graphicFrameMk id="29" creationId="{46449883-B2E6-5D87-FC72-83AA276307F1}"/>
          </ac:graphicFrameMkLst>
        </pc:graphicFrameChg>
        <pc:graphicFrameChg chg="modGraphic">
          <ac:chgData name="Gill, Gaurav" userId="9da6cf44-1ce0-4d5b-ac6f-9ec5e003c700" providerId="ADAL" clId="{3F83E967-8960-417D-BEF1-ECA81DB7EC79}" dt="2026-09-21T14:37:59.566" v="1437" actId="20577"/>
          <ac:graphicFrameMkLst>
            <pc:docMk/>
            <pc:sldMk cId="4280179590" sldId="397"/>
            <ac:graphicFrameMk id="32" creationId="{05A2A644-F856-36FB-F58E-C426A2B1E603}"/>
          </ac:graphicFrameMkLst>
        </pc:graphicFrameChg>
      </pc:sldChg>
      <pc:sldChg chg="addSp delSp modSp add mod">
        <pc:chgData name="Gill, Gaurav" userId="9da6cf44-1ce0-4d5b-ac6f-9ec5e003c700" providerId="ADAL" clId="{3F83E967-8960-417D-BEF1-ECA81DB7EC79}" dt="2026-09-21T14:34:30.067" v="1364"/>
        <pc:sldMkLst>
          <pc:docMk/>
          <pc:sldMk cId="1136557157" sldId="398"/>
        </pc:sldMkLst>
        <pc:spChg chg="add mod">
          <ac:chgData name="Gill, Gaurav" userId="9da6cf44-1ce0-4d5b-ac6f-9ec5e003c700" providerId="ADAL" clId="{3F83E967-8960-417D-BEF1-ECA81DB7EC79}" dt="2026-09-21T13:09:25.632" v="90"/>
          <ac:spMkLst>
            <pc:docMk/>
            <pc:sldMk cId="1136557157" sldId="398"/>
            <ac:spMk id="3" creationId="{978488F6-341A-6A33-0263-E8DA831DD631}"/>
          </ac:spMkLst>
        </pc:spChg>
        <pc:spChg chg="mod">
          <ac:chgData name="Gill, Gaurav" userId="9da6cf44-1ce0-4d5b-ac6f-9ec5e003c700" providerId="ADAL" clId="{3F83E967-8960-417D-BEF1-ECA81DB7EC79}" dt="2026-09-21T13:42:35.606" v="840" actId="1035"/>
          <ac:spMkLst>
            <pc:docMk/>
            <pc:sldMk cId="1136557157" sldId="398"/>
            <ac:spMk id="11" creationId="{00000000-0000-0000-0000-000000000000}"/>
          </ac:spMkLst>
        </pc:spChg>
        <pc:spChg chg="mod">
          <ac:chgData name="Gill, Gaurav" userId="9da6cf44-1ce0-4d5b-ac6f-9ec5e003c700" providerId="ADAL" clId="{3F83E967-8960-417D-BEF1-ECA81DB7EC79}" dt="2026-09-21T13:42:35.606" v="840" actId="1035"/>
          <ac:spMkLst>
            <pc:docMk/>
            <pc:sldMk cId="1136557157" sldId="398"/>
            <ac:spMk id="12" creationId="{00000000-0000-0000-0000-000000000000}"/>
          </ac:spMkLst>
        </pc:spChg>
        <pc:spChg chg="mod">
          <ac:chgData name="Gill, Gaurav" userId="9da6cf44-1ce0-4d5b-ac6f-9ec5e003c700" providerId="ADAL" clId="{3F83E967-8960-417D-BEF1-ECA81DB7EC79}" dt="2026-09-21T13:42:35.606" v="840" actId="1035"/>
          <ac:spMkLst>
            <pc:docMk/>
            <pc:sldMk cId="1136557157" sldId="398"/>
            <ac:spMk id="14" creationId="{00000000-0000-0000-0000-000000000000}"/>
          </ac:spMkLst>
        </pc:spChg>
        <pc:spChg chg="mod">
          <ac:chgData name="Gill, Gaurav" userId="9da6cf44-1ce0-4d5b-ac6f-9ec5e003c700" providerId="ADAL" clId="{3F83E967-8960-417D-BEF1-ECA81DB7EC79}" dt="2026-09-21T13:42:35.606" v="840" actId="1035"/>
          <ac:spMkLst>
            <pc:docMk/>
            <pc:sldMk cId="1136557157" sldId="398"/>
            <ac:spMk id="23" creationId="{00000000-0000-0000-0000-000000000000}"/>
          </ac:spMkLst>
        </pc:spChg>
        <pc:spChg chg="mod">
          <ac:chgData name="Gill, Gaurav" userId="9da6cf44-1ce0-4d5b-ac6f-9ec5e003c700" providerId="ADAL" clId="{3F83E967-8960-417D-BEF1-ECA81DB7EC79}" dt="2026-09-21T13:42:35.606" v="840" actId="1035"/>
          <ac:spMkLst>
            <pc:docMk/>
            <pc:sldMk cId="1136557157" sldId="398"/>
            <ac:spMk id="26" creationId="{00000000-0000-0000-0000-000000000000}"/>
          </ac:spMkLst>
        </pc:spChg>
        <pc:spChg chg="mod">
          <ac:chgData name="Gill, Gaurav" userId="9da6cf44-1ce0-4d5b-ac6f-9ec5e003c700" providerId="ADAL" clId="{3F83E967-8960-417D-BEF1-ECA81DB7EC79}" dt="2026-09-21T13:42:35.606" v="840" actId="1035"/>
          <ac:spMkLst>
            <pc:docMk/>
            <pc:sldMk cId="1136557157" sldId="398"/>
            <ac:spMk id="27" creationId="{00000000-0000-0000-0000-000000000000}"/>
          </ac:spMkLst>
        </pc:spChg>
        <pc:spChg chg="mod">
          <ac:chgData name="Gill, Gaurav" userId="9da6cf44-1ce0-4d5b-ac6f-9ec5e003c700" providerId="ADAL" clId="{3F83E967-8960-417D-BEF1-ECA81DB7EC79}" dt="2026-09-21T13:42:35.606" v="840" actId="1035"/>
          <ac:spMkLst>
            <pc:docMk/>
            <pc:sldMk cId="1136557157" sldId="398"/>
            <ac:spMk id="30" creationId="{00000000-0000-0000-0000-000000000000}"/>
          </ac:spMkLst>
        </pc:spChg>
        <pc:spChg chg="mod">
          <ac:chgData name="Gill, Gaurav" userId="9da6cf44-1ce0-4d5b-ac6f-9ec5e003c700" providerId="ADAL" clId="{3F83E967-8960-417D-BEF1-ECA81DB7EC79}" dt="2026-09-21T13:42:35.606" v="840" actId="1035"/>
          <ac:spMkLst>
            <pc:docMk/>
            <pc:sldMk cId="1136557157" sldId="398"/>
            <ac:spMk id="36" creationId="{00000000-0000-0000-0000-000000000000}"/>
          </ac:spMkLst>
        </pc:spChg>
        <pc:spChg chg="mod">
          <ac:chgData name="Gill, Gaurav" userId="9da6cf44-1ce0-4d5b-ac6f-9ec5e003c700" providerId="ADAL" clId="{3F83E967-8960-417D-BEF1-ECA81DB7EC79}" dt="2026-09-21T13:42:35.606" v="840" actId="1035"/>
          <ac:spMkLst>
            <pc:docMk/>
            <pc:sldMk cId="1136557157" sldId="398"/>
            <ac:spMk id="40" creationId="{00000000-0000-0000-0000-000000000000}"/>
          </ac:spMkLst>
        </pc:spChg>
        <pc:spChg chg="mod">
          <ac:chgData name="Gill, Gaurav" userId="9da6cf44-1ce0-4d5b-ac6f-9ec5e003c700" providerId="ADAL" clId="{3F83E967-8960-417D-BEF1-ECA81DB7EC79}" dt="2026-09-21T13:42:35.606" v="840" actId="1035"/>
          <ac:spMkLst>
            <pc:docMk/>
            <pc:sldMk cId="1136557157" sldId="398"/>
            <ac:spMk id="43" creationId="{00000000-0000-0000-0000-000000000000}"/>
          </ac:spMkLst>
        </pc:spChg>
        <pc:spChg chg="del mod">
          <ac:chgData name="Gill, Gaurav" userId="9da6cf44-1ce0-4d5b-ac6f-9ec5e003c700" providerId="ADAL" clId="{3F83E967-8960-417D-BEF1-ECA81DB7EC79}" dt="2026-09-21T13:09:28.227" v="91" actId="478"/>
          <ac:spMkLst>
            <pc:docMk/>
            <pc:sldMk cId="1136557157" sldId="398"/>
            <ac:spMk id="45" creationId="{00000000-0000-0000-0000-000000000000}"/>
          </ac:spMkLst>
        </pc:spChg>
        <pc:spChg chg="del">
          <ac:chgData name="Gill, Gaurav" userId="9da6cf44-1ce0-4d5b-ac6f-9ec5e003c700" providerId="ADAL" clId="{3F83E967-8960-417D-BEF1-ECA81DB7EC79}" dt="2026-09-21T13:09:33.208" v="92" actId="478"/>
          <ac:spMkLst>
            <pc:docMk/>
            <pc:sldMk cId="1136557157" sldId="398"/>
            <ac:spMk id="47" creationId="{00000000-0000-0000-0000-000000000000}"/>
          </ac:spMkLst>
        </pc:spChg>
        <pc:spChg chg="mod">
          <ac:chgData name="Gill, Gaurav" userId="9da6cf44-1ce0-4d5b-ac6f-9ec5e003c700" providerId="ADAL" clId="{3F83E967-8960-417D-BEF1-ECA81DB7EC79}" dt="2026-09-21T14:34:30.067" v="1364"/>
          <ac:spMkLst>
            <pc:docMk/>
            <pc:sldMk cId="1136557157" sldId="398"/>
            <ac:spMk id="49" creationId="{61FAE3C4-3869-D92F-5E2C-9CBF1FF5EACF}"/>
          </ac:spMkLst>
        </pc:spChg>
      </pc:sldChg>
      <pc:sldChg chg="add del">
        <pc:chgData name="Gill, Gaurav" userId="9da6cf44-1ce0-4d5b-ac6f-9ec5e003c700" providerId="ADAL" clId="{3F83E967-8960-417D-BEF1-ECA81DB7EC79}" dt="2026-09-21T13:12:11.128" v="114" actId="47"/>
        <pc:sldMkLst>
          <pc:docMk/>
          <pc:sldMk cId="3857108436" sldId="399"/>
        </pc:sldMkLst>
      </pc:sldChg>
      <pc:sldChg chg="add del">
        <pc:chgData name="Gill, Gaurav" userId="9da6cf44-1ce0-4d5b-ac6f-9ec5e003c700" providerId="ADAL" clId="{3F83E967-8960-417D-BEF1-ECA81DB7EC79}" dt="2026-09-21T13:15:56.313" v="162" actId="47"/>
        <pc:sldMkLst>
          <pc:docMk/>
          <pc:sldMk cId="2531313581" sldId="400"/>
        </pc:sldMkLst>
      </pc:sldChg>
      <pc:sldChg chg="delSp add del mod">
        <pc:chgData name="Gill, Gaurav" userId="9da6cf44-1ce0-4d5b-ac6f-9ec5e003c700" providerId="ADAL" clId="{3F83E967-8960-417D-BEF1-ECA81DB7EC79}" dt="2026-09-21T13:17:42.344" v="178" actId="47"/>
        <pc:sldMkLst>
          <pc:docMk/>
          <pc:sldMk cId="1199523621" sldId="401"/>
        </pc:sldMkLst>
        <pc:spChg chg="del">
          <ac:chgData name="Gill, Gaurav" userId="9da6cf44-1ce0-4d5b-ac6f-9ec5e003c700" providerId="ADAL" clId="{3F83E967-8960-417D-BEF1-ECA81DB7EC79}" dt="2026-09-21T13:06:08.091" v="56" actId="478"/>
          <ac:spMkLst>
            <pc:docMk/>
            <pc:sldMk cId="1199523621" sldId="401"/>
            <ac:spMk id="36" creationId="{00000000-0000-0000-0000-000000000000}"/>
          </ac:spMkLst>
        </pc:spChg>
      </pc:sldChg>
      <pc:sldChg chg="modSp add del mod">
        <pc:chgData name="Gill, Gaurav" userId="9da6cf44-1ce0-4d5b-ac6f-9ec5e003c700" providerId="ADAL" clId="{3F83E967-8960-417D-BEF1-ECA81DB7EC79}" dt="2026-09-21T13:10:37.040" v="103" actId="47"/>
        <pc:sldMkLst>
          <pc:docMk/>
          <pc:sldMk cId="3971711266" sldId="402"/>
        </pc:sldMkLst>
        <pc:spChg chg="mod">
          <ac:chgData name="Gill, Gaurav" userId="9da6cf44-1ce0-4d5b-ac6f-9ec5e003c700" providerId="ADAL" clId="{3F83E967-8960-417D-BEF1-ECA81DB7EC79}" dt="2026-09-21T13:10:05.720" v="100"/>
          <ac:spMkLst>
            <pc:docMk/>
            <pc:sldMk cId="3971711266" sldId="402"/>
            <ac:spMk id="48" creationId="{00000000-0000-0000-0000-000000000000}"/>
          </ac:spMkLst>
        </pc:spChg>
        <pc:cxnChg chg="mod">
          <ac:chgData name="Gill, Gaurav" userId="9da6cf44-1ce0-4d5b-ac6f-9ec5e003c700" providerId="ADAL" clId="{3F83E967-8960-417D-BEF1-ECA81DB7EC79}" dt="2026-09-21T13:08:25.774" v="74" actId="1076"/>
          <ac:cxnSpMkLst>
            <pc:docMk/>
            <pc:sldMk cId="3971711266" sldId="402"/>
            <ac:cxnSpMk id="4" creationId="{AD2F7748-B62E-A7D2-904E-73D23C78FAB6}"/>
          </ac:cxnSpMkLst>
        </pc:cxnChg>
      </pc:sldChg>
      <pc:sldChg chg="modSp add del mod">
        <pc:chgData name="Gill, Gaurav" userId="9da6cf44-1ce0-4d5b-ac6f-9ec5e003c700" providerId="ADAL" clId="{3F83E967-8960-417D-BEF1-ECA81DB7EC79}" dt="2026-09-21T13:14:50.145" v="152" actId="47"/>
        <pc:sldMkLst>
          <pc:docMk/>
          <pc:sldMk cId="2782055217" sldId="403"/>
        </pc:sldMkLst>
        <pc:spChg chg="mod">
          <ac:chgData name="Gill, Gaurav" userId="9da6cf44-1ce0-4d5b-ac6f-9ec5e003c700" providerId="ADAL" clId="{3F83E967-8960-417D-BEF1-ECA81DB7EC79}" dt="2026-09-21T13:14:03.038" v="146" actId="21"/>
          <ac:spMkLst>
            <pc:docMk/>
            <pc:sldMk cId="2782055217" sldId="403"/>
            <ac:spMk id="36" creationId="{90A6FAD4-D98B-4C26-2A21-6727958854FE}"/>
          </ac:spMkLst>
        </pc:spChg>
      </pc:sldChg>
      <pc:sldChg chg="add del">
        <pc:chgData name="Gill, Gaurav" userId="9da6cf44-1ce0-4d5b-ac6f-9ec5e003c700" providerId="ADAL" clId="{3F83E967-8960-417D-BEF1-ECA81DB7EC79}" dt="2026-09-21T13:16:56.528" v="170" actId="47"/>
        <pc:sldMkLst>
          <pc:docMk/>
          <pc:sldMk cId="2562831031" sldId="404"/>
        </pc:sldMkLst>
      </pc:sldChg>
      <pc:sldChg chg="delSp add del mod">
        <pc:chgData name="Gill, Gaurav" userId="9da6cf44-1ce0-4d5b-ac6f-9ec5e003c700" providerId="ADAL" clId="{3F83E967-8960-417D-BEF1-ECA81DB7EC79}" dt="2026-09-21T13:18:49.943" v="204" actId="47"/>
        <pc:sldMkLst>
          <pc:docMk/>
          <pc:sldMk cId="867389100" sldId="405"/>
        </pc:sldMkLst>
        <pc:spChg chg="del">
          <ac:chgData name="Gill, Gaurav" userId="9da6cf44-1ce0-4d5b-ac6f-9ec5e003c700" providerId="ADAL" clId="{3F83E967-8960-417D-BEF1-ECA81DB7EC79}" dt="2026-09-21T13:06:03.503" v="55" actId="478"/>
          <ac:spMkLst>
            <pc:docMk/>
            <pc:sldMk cId="867389100" sldId="405"/>
            <ac:spMk id="62" creationId="{00000000-0000-0000-0000-000000000000}"/>
          </ac:spMkLst>
        </pc:spChg>
      </pc:sldChg>
      <pc:sldChg chg="add del">
        <pc:chgData name="Gill, Gaurav" userId="9da6cf44-1ce0-4d5b-ac6f-9ec5e003c700" providerId="ADAL" clId="{3F83E967-8960-417D-BEF1-ECA81DB7EC79}" dt="2026-09-21T13:23:35.565" v="473" actId="47"/>
        <pc:sldMkLst>
          <pc:docMk/>
          <pc:sldMk cId="4290192551" sldId="406"/>
        </pc:sldMkLst>
      </pc:sldChg>
      <pc:sldChg chg="add del">
        <pc:chgData name="Gill, Gaurav" userId="9da6cf44-1ce0-4d5b-ac6f-9ec5e003c700" providerId="ADAL" clId="{3F83E967-8960-417D-BEF1-ECA81DB7EC79}" dt="2026-09-21T13:28:50.231" v="580" actId="47"/>
        <pc:sldMkLst>
          <pc:docMk/>
          <pc:sldMk cId="2506845605" sldId="407"/>
        </pc:sldMkLst>
      </pc:sldChg>
      <pc:sldChg chg="add del">
        <pc:chgData name="Gill, Gaurav" userId="9da6cf44-1ce0-4d5b-ac6f-9ec5e003c700" providerId="ADAL" clId="{3F83E967-8960-417D-BEF1-ECA81DB7EC79}" dt="2026-09-21T13:21:52.465" v="305" actId="47"/>
        <pc:sldMkLst>
          <pc:docMk/>
          <pc:sldMk cId="3129702340" sldId="408"/>
        </pc:sldMkLst>
      </pc:sldChg>
      <pc:sldChg chg="add del">
        <pc:chgData name="Gill, Gaurav" userId="9da6cf44-1ce0-4d5b-ac6f-9ec5e003c700" providerId="ADAL" clId="{3F83E967-8960-417D-BEF1-ECA81DB7EC79}" dt="2026-09-21T13:25:29.579" v="516" actId="47"/>
        <pc:sldMkLst>
          <pc:docMk/>
          <pc:sldMk cId="4160983657" sldId="409"/>
        </pc:sldMkLst>
      </pc:sldChg>
      <pc:sldChg chg="modSp add del mod">
        <pc:chgData name="Gill, Gaurav" userId="9da6cf44-1ce0-4d5b-ac6f-9ec5e003c700" providerId="ADAL" clId="{3F83E967-8960-417D-BEF1-ECA81DB7EC79}" dt="2026-09-21T13:30:21.284" v="603" actId="47"/>
        <pc:sldMkLst>
          <pc:docMk/>
          <pc:sldMk cId="1886636957" sldId="410"/>
        </pc:sldMkLst>
        <pc:spChg chg="mod">
          <ac:chgData name="Gill, Gaurav" userId="9da6cf44-1ce0-4d5b-ac6f-9ec5e003c700" providerId="ADAL" clId="{3F83E967-8960-417D-BEF1-ECA81DB7EC79}" dt="2026-09-21T13:29:14.749" v="585" actId="1076"/>
          <ac:spMkLst>
            <pc:docMk/>
            <pc:sldMk cId="1886636957" sldId="410"/>
            <ac:spMk id="2" creationId="{00000000-0000-0000-0000-000000000000}"/>
          </ac:spMkLst>
        </pc:spChg>
      </pc:sldChg>
      <pc:sldChg chg="add del">
        <pc:chgData name="Gill, Gaurav" userId="9da6cf44-1ce0-4d5b-ac6f-9ec5e003c700" providerId="ADAL" clId="{3F83E967-8960-417D-BEF1-ECA81DB7EC79}" dt="2026-09-21T13:31:54.137" v="684" actId="47"/>
        <pc:sldMkLst>
          <pc:docMk/>
          <pc:sldMk cId="3755177469" sldId="411"/>
        </pc:sldMkLst>
      </pc:sldChg>
      <pc:sldChg chg="delSp add del mod">
        <pc:chgData name="Gill, Gaurav" userId="9da6cf44-1ce0-4d5b-ac6f-9ec5e003c700" providerId="ADAL" clId="{3F83E967-8960-417D-BEF1-ECA81DB7EC79}" dt="2026-09-21T13:36:36.906" v="737" actId="47"/>
        <pc:sldMkLst>
          <pc:docMk/>
          <pc:sldMk cId="2146571929" sldId="412"/>
        </pc:sldMkLst>
        <pc:spChg chg="del">
          <ac:chgData name="Gill, Gaurav" userId="9da6cf44-1ce0-4d5b-ac6f-9ec5e003c700" providerId="ADAL" clId="{3F83E967-8960-417D-BEF1-ECA81DB7EC79}" dt="2026-09-21T13:36:22.304" v="734" actId="478"/>
          <ac:spMkLst>
            <pc:docMk/>
            <pc:sldMk cId="2146571929" sldId="412"/>
            <ac:spMk id="6" creationId="{00000000-0000-0000-0000-000000000000}"/>
          </ac:spMkLst>
        </pc:spChg>
        <pc:spChg chg="del">
          <ac:chgData name="Gill, Gaurav" userId="9da6cf44-1ce0-4d5b-ac6f-9ec5e003c700" providerId="ADAL" clId="{3F83E967-8960-417D-BEF1-ECA81DB7EC79}" dt="2026-09-21T13:36:20.505" v="733" actId="478"/>
          <ac:spMkLst>
            <pc:docMk/>
            <pc:sldMk cId="2146571929" sldId="412"/>
            <ac:spMk id="7" creationId="{00000000-0000-0000-0000-000000000000}"/>
          </ac:spMkLst>
        </pc:spChg>
        <pc:spChg chg="del">
          <ac:chgData name="Gill, Gaurav" userId="9da6cf44-1ce0-4d5b-ac6f-9ec5e003c700" providerId="ADAL" clId="{3F83E967-8960-417D-BEF1-ECA81DB7EC79}" dt="2026-09-21T13:36:22.304" v="734" actId="478"/>
          <ac:spMkLst>
            <pc:docMk/>
            <pc:sldMk cId="2146571929" sldId="412"/>
            <ac:spMk id="12" creationId="{00000000-0000-0000-0000-000000000000}"/>
          </ac:spMkLst>
        </pc:spChg>
        <pc:spChg chg="del">
          <ac:chgData name="Gill, Gaurav" userId="9da6cf44-1ce0-4d5b-ac6f-9ec5e003c700" providerId="ADAL" clId="{3F83E967-8960-417D-BEF1-ECA81DB7EC79}" dt="2026-09-21T13:36:20.505" v="733" actId="478"/>
          <ac:spMkLst>
            <pc:docMk/>
            <pc:sldMk cId="2146571929" sldId="412"/>
            <ac:spMk id="13" creationId="{00000000-0000-0000-0000-000000000000}"/>
          </ac:spMkLst>
        </pc:spChg>
        <pc:spChg chg="del">
          <ac:chgData name="Gill, Gaurav" userId="9da6cf44-1ce0-4d5b-ac6f-9ec5e003c700" providerId="ADAL" clId="{3F83E967-8960-417D-BEF1-ECA81DB7EC79}" dt="2026-09-21T13:36:20.505" v="733" actId="478"/>
          <ac:spMkLst>
            <pc:docMk/>
            <pc:sldMk cId="2146571929" sldId="412"/>
            <ac:spMk id="16" creationId="{00000000-0000-0000-0000-000000000000}"/>
          </ac:spMkLst>
        </pc:spChg>
        <pc:spChg chg="del">
          <ac:chgData name="Gill, Gaurav" userId="9da6cf44-1ce0-4d5b-ac6f-9ec5e003c700" providerId="ADAL" clId="{3F83E967-8960-417D-BEF1-ECA81DB7EC79}" dt="2026-09-21T13:36:22.304" v="734" actId="478"/>
          <ac:spMkLst>
            <pc:docMk/>
            <pc:sldMk cId="2146571929" sldId="412"/>
            <ac:spMk id="17" creationId="{00000000-0000-0000-0000-000000000000}"/>
          </ac:spMkLst>
        </pc:spChg>
        <pc:spChg chg="del">
          <ac:chgData name="Gill, Gaurav" userId="9da6cf44-1ce0-4d5b-ac6f-9ec5e003c700" providerId="ADAL" clId="{3F83E967-8960-417D-BEF1-ECA81DB7EC79}" dt="2026-09-21T13:36:20.505" v="733" actId="478"/>
          <ac:spMkLst>
            <pc:docMk/>
            <pc:sldMk cId="2146571929" sldId="412"/>
            <ac:spMk id="19" creationId="{00000000-0000-0000-0000-000000000000}"/>
          </ac:spMkLst>
        </pc:spChg>
        <pc:spChg chg="del">
          <ac:chgData name="Gill, Gaurav" userId="9da6cf44-1ce0-4d5b-ac6f-9ec5e003c700" providerId="ADAL" clId="{3F83E967-8960-417D-BEF1-ECA81DB7EC79}" dt="2026-09-21T13:36:20.505" v="733" actId="478"/>
          <ac:spMkLst>
            <pc:docMk/>
            <pc:sldMk cId="2146571929" sldId="412"/>
            <ac:spMk id="20" creationId="{00000000-0000-0000-0000-000000000000}"/>
          </ac:spMkLst>
        </pc:spChg>
        <pc:spChg chg="del">
          <ac:chgData name="Gill, Gaurav" userId="9da6cf44-1ce0-4d5b-ac6f-9ec5e003c700" providerId="ADAL" clId="{3F83E967-8960-417D-BEF1-ECA81DB7EC79}" dt="2026-09-21T13:36:20.505" v="733" actId="478"/>
          <ac:spMkLst>
            <pc:docMk/>
            <pc:sldMk cId="2146571929" sldId="412"/>
            <ac:spMk id="25" creationId="{00000000-0000-0000-0000-000000000000}"/>
          </ac:spMkLst>
        </pc:spChg>
        <pc:spChg chg="del">
          <ac:chgData name="Gill, Gaurav" userId="9da6cf44-1ce0-4d5b-ac6f-9ec5e003c700" providerId="ADAL" clId="{3F83E967-8960-417D-BEF1-ECA81DB7EC79}" dt="2026-09-21T13:36:20.505" v="733" actId="478"/>
          <ac:spMkLst>
            <pc:docMk/>
            <pc:sldMk cId="2146571929" sldId="412"/>
            <ac:spMk id="26" creationId="{00000000-0000-0000-0000-000000000000}"/>
          </ac:spMkLst>
        </pc:spChg>
        <pc:spChg chg="del">
          <ac:chgData name="Gill, Gaurav" userId="9da6cf44-1ce0-4d5b-ac6f-9ec5e003c700" providerId="ADAL" clId="{3F83E967-8960-417D-BEF1-ECA81DB7EC79}" dt="2026-09-21T13:36:20.505" v="733" actId="478"/>
          <ac:spMkLst>
            <pc:docMk/>
            <pc:sldMk cId="2146571929" sldId="412"/>
            <ac:spMk id="29" creationId="{00000000-0000-0000-0000-000000000000}"/>
          </ac:spMkLst>
        </pc:spChg>
        <pc:spChg chg="del">
          <ac:chgData name="Gill, Gaurav" userId="9da6cf44-1ce0-4d5b-ac6f-9ec5e003c700" providerId="ADAL" clId="{3F83E967-8960-417D-BEF1-ECA81DB7EC79}" dt="2026-09-21T13:36:20.505" v="733" actId="478"/>
          <ac:spMkLst>
            <pc:docMk/>
            <pc:sldMk cId="2146571929" sldId="412"/>
            <ac:spMk id="31" creationId="{00000000-0000-0000-0000-000000000000}"/>
          </ac:spMkLst>
        </pc:spChg>
        <pc:spChg chg="del">
          <ac:chgData name="Gill, Gaurav" userId="9da6cf44-1ce0-4d5b-ac6f-9ec5e003c700" providerId="ADAL" clId="{3F83E967-8960-417D-BEF1-ECA81DB7EC79}" dt="2026-09-21T13:36:20.505" v="733" actId="478"/>
          <ac:spMkLst>
            <pc:docMk/>
            <pc:sldMk cId="2146571929" sldId="412"/>
            <ac:spMk id="35" creationId="{00000000-0000-0000-0000-000000000000}"/>
          </ac:spMkLst>
        </pc:spChg>
      </pc:sldChg>
      <pc:sldChg chg="modSp add mod">
        <pc:chgData name="Gill, Gaurav" userId="9da6cf44-1ce0-4d5b-ac6f-9ec5e003c700" providerId="ADAL" clId="{3F83E967-8960-417D-BEF1-ECA81DB7EC79}" dt="2026-09-21T13:39:46.645" v="790" actId="20577"/>
        <pc:sldMkLst>
          <pc:docMk/>
          <pc:sldMk cId="3291106927" sldId="413"/>
        </pc:sldMkLst>
        <pc:spChg chg="mod">
          <ac:chgData name="Gill, Gaurav" userId="9da6cf44-1ce0-4d5b-ac6f-9ec5e003c700" providerId="ADAL" clId="{3F83E967-8960-417D-BEF1-ECA81DB7EC79}" dt="2026-09-21T13:39:46.645" v="790" actId="20577"/>
          <ac:spMkLst>
            <pc:docMk/>
            <pc:sldMk cId="3291106927" sldId="413"/>
            <ac:spMk id="101" creationId="{73FD7025-B213-42B6-8B1B-578ADFBCD25D}"/>
          </ac:spMkLst>
        </pc:spChg>
      </pc:sldChg>
      <pc:sldChg chg="add del">
        <pc:chgData name="Gill, Gaurav" userId="9da6cf44-1ce0-4d5b-ac6f-9ec5e003c700" providerId="ADAL" clId="{3F83E967-8960-417D-BEF1-ECA81DB7EC79}" dt="2026-09-21T13:34:51.074" v="706" actId="47"/>
        <pc:sldMkLst>
          <pc:docMk/>
          <pc:sldMk cId="1736715760" sldId="414"/>
        </pc:sldMkLst>
      </pc:sldChg>
      <pc:sldChg chg="modSp add del mod">
        <pc:chgData name="Gill, Gaurav" userId="9da6cf44-1ce0-4d5b-ac6f-9ec5e003c700" providerId="ADAL" clId="{3F83E967-8960-417D-BEF1-ECA81DB7EC79}" dt="2026-09-21T13:39:21.448" v="787" actId="47"/>
        <pc:sldMkLst>
          <pc:docMk/>
          <pc:sldMk cId="4236074976" sldId="415"/>
        </pc:sldMkLst>
        <pc:spChg chg="mod">
          <ac:chgData name="Gill, Gaurav" userId="9da6cf44-1ce0-4d5b-ac6f-9ec5e003c700" providerId="ADAL" clId="{3F83E967-8960-417D-BEF1-ECA81DB7EC79}" dt="2026-09-21T13:38:45.179" v="783" actId="1076"/>
          <ac:spMkLst>
            <pc:docMk/>
            <pc:sldMk cId="4236074976" sldId="415"/>
            <ac:spMk id="2" creationId="{00000000-0000-0000-0000-000000000000}"/>
          </ac:spMkLst>
        </pc:spChg>
      </pc:sldChg>
      <pc:sldChg chg="addSp delSp modSp add mod">
        <pc:chgData name="Gill, Gaurav" userId="9da6cf44-1ce0-4d5b-ac6f-9ec5e003c700" providerId="ADAL" clId="{3F83E967-8960-417D-BEF1-ECA81DB7EC79}" dt="2026-09-21T14:35:46.499" v="1369" actId="20577"/>
        <pc:sldMkLst>
          <pc:docMk/>
          <pc:sldMk cId="2587300203" sldId="416"/>
        </pc:sldMkLst>
        <pc:spChg chg="del">
          <ac:chgData name="Gill, Gaurav" userId="9da6cf44-1ce0-4d5b-ac6f-9ec5e003c700" providerId="ADAL" clId="{3F83E967-8960-417D-BEF1-ECA81DB7EC79}" dt="2026-09-21T13:57:37.695" v="1036" actId="3680"/>
          <ac:spMkLst>
            <pc:docMk/>
            <pc:sldMk cId="2587300203" sldId="416"/>
            <ac:spMk id="4" creationId="{F8E4ABB5-BFEE-C8E4-91B8-30D963D055A7}"/>
          </ac:spMkLst>
        </pc:spChg>
        <pc:spChg chg="del">
          <ac:chgData name="Gill, Gaurav" userId="9da6cf44-1ce0-4d5b-ac6f-9ec5e003c700" providerId="ADAL" clId="{3F83E967-8960-417D-BEF1-ECA81DB7EC79}" dt="2026-09-21T13:08:09.003" v="72" actId="478"/>
          <ac:spMkLst>
            <pc:docMk/>
            <pc:sldMk cId="2587300203" sldId="416"/>
            <ac:spMk id="6" creationId="{515608F5-6030-61BF-39FF-9B1C1DEDF18B}"/>
          </ac:spMkLst>
        </pc:spChg>
        <pc:spChg chg="del">
          <ac:chgData name="Gill, Gaurav" userId="9da6cf44-1ce0-4d5b-ac6f-9ec5e003c700" providerId="ADAL" clId="{3F83E967-8960-417D-BEF1-ECA81DB7EC79}" dt="2026-09-21T13:08:09.003" v="72" actId="478"/>
          <ac:spMkLst>
            <pc:docMk/>
            <pc:sldMk cId="2587300203" sldId="416"/>
            <ac:spMk id="11" creationId="{FF760702-6B6A-3E18-EDAE-EE89533BC5AB}"/>
          </ac:spMkLst>
        </pc:spChg>
        <pc:spChg chg="del">
          <ac:chgData name="Gill, Gaurav" userId="9da6cf44-1ce0-4d5b-ac6f-9ec5e003c700" providerId="ADAL" clId="{3F83E967-8960-417D-BEF1-ECA81DB7EC79}" dt="2026-09-21T13:08:09.003" v="72" actId="478"/>
          <ac:spMkLst>
            <pc:docMk/>
            <pc:sldMk cId="2587300203" sldId="416"/>
            <ac:spMk id="19" creationId="{F02F48EE-72A2-FA9E-E1E4-A88B13F6D3F7}"/>
          </ac:spMkLst>
        </pc:spChg>
        <pc:spChg chg="del">
          <ac:chgData name="Gill, Gaurav" userId="9da6cf44-1ce0-4d5b-ac6f-9ec5e003c700" providerId="ADAL" clId="{3F83E967-8960-417D-BEF1-ECA81DB7EC79}" dt="2026-09-21T13:08:09.003" v="72" actId="478"/>
          <ac:spMkLst>
            <pc:docMk/>
            <pc:sldMk cId="2587300203" sldId="416"/>
            <ac:spMk id="23" creationId="{F5DEC709-DA48-F266-93DD-AD62EF0AA8C4}"/>
          </ac:spMkLst>
        </pc:spChg>
        <pc:spChg chg="del">
          <ac:chgData name="Gill, Gaurav" userId="9da6cf44-1ce0-4d5b-ac6f-9ec5e003c700" providerId="ADAL" clId="{3F83E967-8960-417D-BEF1-ECA81DB7EC79}" dt="2026-09-21T13:08:09.003" v="72" actId="478"/>
          <ac:spMkLst>
            <pc:docMk/>
            <pc:sldMk cId="2587300203" sldId="416"/>
            <ac:spMk id="27" creationId="{A6D20F6B-E704-65CB-97B2-4582AE7127FE}"/>
          </ac:spMkLst>
        </pc:spChg>
        <pc:spChg chg="del">
          <ac:chgData name="Gill, Gaurav" userId="9da6cf44-1ce0-4d5b-ac6f-9ec5e003c700" providerId="ADAL" clId="{3F83E967-8960-417D-BEF1-ECA81DB7EC79}" dt="2026-09-21T13:08:09.003" v="72" actId="478"/>
          <ac:spMkLst>
            <pc:docMk/>
            <pc:sldMk cId="2587300203" sldId="416"/>
            <ac:spMk id="28" creationId="{BE246B4E-1C1E-BCAC-7B24-A82CD45F0B65}"/>
          </ac:spMkLst>
        </pc:spChg>
        <pc:spChg chg="del">
          <ac:chgData name="Gill, Gaurav" userId="9da6cf44-1ce0-4d5b-ac6f-9ec5e003c700" providerId="ADAL" clId="{3F83E967-8960-417D-BEF1-ECA81DB7EC79}" dt="2026-09-21T13:08:09.003" v="72" actId="478"/>
          <ac:spMkLst>
            <pc:docMk/>
            <pc:sldMk cId="2587300203" sldId="416"/>
            <ac:spMk id="29" creationId="{CDCD174B-761D-86F1-D6B6-9CEE3085E05E}"/>
          </ac:spMkLst>
        </pc:spChg>
        <pc:spChg chg="del">
          <ac:chgData name="Gill, Gaurav" userId="9da6cf44-1ce0-4d5b-ac6f-9ec5e003c700" providerId="ADAL" clId="{3F83E967-8960-417D-BEF1-ECA81DB7EC79}" dt="2026-09-21T13:08:09.003" v="72" actId="478"/>
          <ac:spMkLst>
            <pc:docMk/>
            <pc:sldMk cId="2587300203" sldId="416"/>
            <ac:spMk id="30" creationId="{12C4A6F7-6DAB-2E0A-0029-17938774FBDF}"/>
          </ac:spMkLst>
        </pc:spChg>
        <pc:spChg chg="del">
          <ac:chgData name="Gill, Gaurav" userId="9da6cf44-1ce0-4d5b-ac6f-9ec5e003c700" providerId="ADAL" clId="{3F83E967-8960-417D-BEF1-ECA81DB7EC79}" dt="2026-09-21T13:08:09.003" v="72" actId="478"/>
          <ac:spMkLst>
            <pc:docMk/>
            <pc:sldMk cId="2587300203" sldId="416"/>
            <ac:spMk id="36" creationId="{686D5651-AF32-FC87-03B8-FF74328797A4}"/>
          </ac:spMkLst>
        </pc:spChg>
        <pc:spChg chg="del">
          <ac:chgData name="Gill, Gaurav" userId="9da6cf44-1ce0-4d5b-ac6f-9ec5e003c700" providerId="ADAL" clId="{3F83E967-8960-417D-BEF1-ECA81DB7EC79}" dt="2026-09-21T13:08:09.003" v="72" actId="478"/>
          <ac:spMkLst>
            <pc:docMk/>
            <pc:sldMk cId="2587300203" sldId="416"/>
            <ac:spMk id="41" creationId="{DBB5F0B4-4AE3-9F6A-124B-75C8B74B3B57}"/>
          </ac:spMkLst>
        </pc:spChg>
        <pc:spChg chg="mod">
          <ac:chgData name="Gill, Gaurav" userId="9da6cf44-1ce0-4d5b-ac6f-9ec5e003c700" providerId="ADAL" clId="{3F83E967-8960-417D-BEF1-ECA81DB7EC79}" dt="2026-09-21T13:08:36.445" v="75"/>
          <ac:spMkLst>
            <pc:docMk/>
            <pc:sldMk cId="2587300203" sldId="416"/>
            <ac:spMk id="48" creationId="{A150C186-DAC8-BE1A-4E74-25EACB92BD85}"/>
          </ac:spMkLst>
        </pc:spChg>
        <pc:spChg chg="mod">
          <ac:chgData name="Gill, Gaurav" userId="9da6cf44-1ce0-4d5b-ac6f-9ec5e003c700" providerId="ADAL" clId="{3F83E967-8960-417D-BEF1-ECA81DB7EC79}" dt="2026-09-21T14:35:46.499" v="1369" actId="20577"/>
          <ac:spMkLst>
            <pc:docMk/>
            <pc:sldMk cId="2587300203" sldId="416"/>
            <ac:spMk id="49" creationId="{60CEDC4B-2FEC-FEF2-D8FE-C8BB2F49CD24}"/>
          </ac:spMkLst>
        </pc:spChg>
        <pc:spChg chg="add mod">
          <ac:chgData name="Gill, Gaurav" userId="9da6cf44-1ce0-4d5b-ac6f-9ec5e003c700" providerId="ADAL" clId="{3F83E967-8960-417D-BEF1-ECA81DB7EC79}" dt="2026-09-21T13:08:21.445" v="73"/>
          <ac:spMkLst>
            <pc:docMk/>
            <pc:sldMk cId="2587300203" sldId="416"/>
            <ac:spMk id="52" creationId="{19B1EBC0-D5F5-939B-2C25-1939736E704E}"/>
          </ac:spMkLst>
        </pc:spChg>
        <pc:spChg chg="add mod">
          <ac:chgData name="Gill, Gaurav" userId="9da6cf44-1ce0-4d5b-ac6f-9ec5e003c700" providerId="ADAL" clId="{3F83E967-8960-417D-BEF1-ECA81DB7EC79}" dt="2026-09-21T13:08:21.445" v="73"/>
          <ac:spMkLst>
            <pc:docMk/>
            <pc:sldMk cId="2587300203" sldId="416"/>
            <ac:spMk id="54" creationId="{C24969C2-0C32-D709-649E-C410B9132555}"/>
          </ac:spMkLst>
        </pc:spChg>
        <pc:spChg chg="add mod">
          <ac:chgData name="Gill, Gaurav" userId="9da6cf44-1ce0-4d5b-ac6f-9ec5e003c700" providerId="ADAL" clId="{3F83E967-8960-417D-BEF1-ECA81DB7EC79}" dt="2026-09-21T13:08:21.445" v="73"/>
          <ac:spMkLst>
            <pc:docMk/>
            <pc:sldMk cId="2587300203" sldId="416"/>
            <ac:spMk id="61" creationId="{908B3C76-EF5B-777F-F894-B10BF6497331}"/>
          </ac:spMkLst>
        </pc:spChg>
        <pc:spChg chg="add mod">
          <ac:chgData name="Gill, Gaurav" userId="9da6cf44-1ce0-4d5b-ac6f-9ec5e003c700" providerId="ADAL" clId="{3F83E967-8960-417D-BEF1-ECA81DB7EC79}" dt="2026-09-21T13:08:21.445" v="73"/>
          <ac:spMkLst>
            <pc:docMk/>
            <pc:sldMk cId="2587300203" sldId="416"/>
            <ac:spMk id="62" creationId="{C8E36DD8-7ED7-51CD-707B-D963D924897A}"/>
          </ac:spMkLst>
        </pc:spChg>
        <pc:spChg chg="add mod">
          <ac:chgData name="Gill, Gaurav" userId="9da6cf44-1ce0-4d5b-ac6f-9ec5e003c700" providerId="ADAL" clId="{3F83E967-8960-417D-BEF1-ECA81DB7EC79}" dt="2026-09-21T13:08:21.445" v="73"/>
          <ac:spMkLst>
            <pc:docMk/>
            <pc:sldMk cId="2587300203" sldId="416"/>
            <ac:spMk id="63" creationId="{A5EFDD51-52DD-DB37-27CC-0D6BE7C89BFB}"/>
          </ac:spMkLst>
        </pc:spChg>
        <pc:spChg chg="add mod">
          <ac:chgData name="Gill, Gaurav" userId="9da6cf44-1ce0-4d5b-ac6f-9ec5e003c700" providerId="ADAL" clId="{3F83E967-8960-417D-BEF1-ECA81DB7EC79}" dt="2026-09-21T13:08:21.445" v="73"/>
          <ac:spMkLst>
            <pc:docMk/>
            <pc:sldMk cId="2587300203" sldId="416"/>
            <ac:spMk id="64" creationId="{5EC455A9-85BB-CA69-0177-853EF64527C3}"/>
          </ac:spMkLst>
        </pc:spChg>
        <pc:spChg chg="add mod">
          <ac:chgData name="Gill, Gaurav" userId="9da6cf44-1ce0-4d5b-ac6f-9ec5e003c700" providerId="ADAL" clId="{3F83E967-8960-417D-BEF1-ECA81DB7EC79}" dt="2026-09-21T13:08:21.445" v="73"/>
          <ac:spMkLst>
            <pc:docMk/>
            <pc:sldMk cId="2587300203" sldId="416"/>
            <ac:spMk id="65" creationId="{89F5EA95-A04A-1A6F-7B05-E8547C40E581}"/>
          </ac:spMkLst>
        </pc:spChg>
        <pc:spChg chg="add mod">
          <ac:chgData name="Gill, Gaurav" userId="9da6cf44-1ce0-4d5b-ac6f-9ec5e003c700" providerId="ADAL" clId="{3F83E967-8960-417D-BEF1-ECA81DB7EC79}" dt="2026-09-21T13:08:21.445" v="73"/>
          <ac:spMkLst>
            <pc:docMk/>
            <pc:sldMk cId="2587300203" sldId="416"/>
            <ac:spMk id="79" creationId="{293F51BD-6CF5-A63D-35F9-8BB48727079E}"/>
          </ac:spMkLst>
        </pc:spChg>
        <pc:spChg chg="add del mod">
          <ac:chgData name="Gill, Gaurav" userId="9da6cf44-1ce0-4d5b-ac6f-9ec5e003c700" providerId="ADAL" clId="{3F83E967-8960-417D-BEF1-ECA81DB7EC79}" dt="2026-09-21T13:58:50.492" v="1049" actId="478"/>
          <ac:spMkLst>
            <pc:docMk/>
            <pc:sldMk cId="2587300203" sldId="416"/>
            <ac:spMk id="80" creationId="{85CBEF19-27A5-F6F4-4FA6-78EAF67C0BE4}"/>
          </ac:spMkLst>
        </pc:spChg>
        <pc:spChg chg="del mod">
          <ac:chgData name="Gill, Gaurav" userId="9da6cf44-1ce0-4d5b-ac6f-9ec5e003c700" providerId="ADAL" clId="{3F83E967-8960-417D-BEF1-ECA81DB7EC79}" dt="2026-09-21T13:58:50.492" v="1049" actId="478"/>
          <ac:spMkLst>
            <pc:docMk/>
            <pc:sldMk cId="2587300203" sldId="416"/>
            <ac:spMk id="81" creationId="{74A3FAEE-A2BD-B8A7-DA27-ACBB406BE115}"/>
          </ac:spMkLst>
        </pc:spChg>
        <pc:spChg chg="del mod">
          <ac:chgData name="Gill, Gaurav" userId="9da6cf44-1ce0-4d5b-ac6f-9ec5e003c700" providerId="ADAL" clId="{3F83E967-8960-417D-BEF1-ECA81DB7EC79}" dt="2026-09-21T13:58:50.492" v="1049" actId="478"/>
          <ac:spMkLst>
            <pc:docMk/>
            <pc:sldMk cId="2587300203" sldId="416"/>
            <ac:spMk id="82" creationId="{20F80F6D-13BC-2348-430D-40EF78F53489}"/>
          </ac:spMkLst>
        </pc:spChg>
        <pc:spChg chg="add del mod">
          <ac:chgData name="Gill, Gaurav" userId="9da6cf44-1ce0-4d5b-ac6f-9ec5e003c700" providerId="ADAL" clId="{3F83E967-8960-417D-BEF1-ECA81DB7EC79}" dt="2026-09-21T13:58:50.492" v="1049" actId="478"/>
          <ac:spMkLst>
            <pc:docMk/>
            <pc:sldMk cId="2587300203" sldId="416"/>
            <ac:spMk id="83" creationId="{5568D9E8-C8C4-F308-1D10-095409181563}"/>
          </ac:spMkLst>
        </pc:spChg>
        <pc:spChg chg="mod">
          <ac:chgData name="Gill, Gaurav" userId="9da6cf44-1ce0-4d5b-ac6f-9ec5e003c700" providerId="ADAL" clId="{3F83E967-8960-417D-BEF1-ECA81DB7EC79}" dt="2026-09-21T13:10:25.244" v="102" actId="1076"/>
          <ac:spMkLst>
            <pc:docMk/>
            <pc:sldMk cId="2587300203" sldId="416"/>
            <ac:spMk id="84" creationId="{2435D99B-EB2A-0508-F4B8-111398F33599}"/>
          </ac:spMkLst>
        </pc:spChg>
        <pc:spChg chg="add del">
          <ac:chgData name="Gill, Gaurav" userId="9da6cf44-1ce0-4d5b-ac6f-9ec5e003c700" providerId="ADAL" clId="{3F83E967-8960-417D-BEF1-ECA81DB7EC79}" dt="2026-09-21T13:09:42.902" v="94" actId="478"/>
          <ac:spMkLst>
            <pc:docMk/>
            <pc:sldMk cId="2587300203" sldId="416"/>
            <ac:spMk id="86" creationId="{BF562B44-F770-CD3A-A2FC-2FA7516DD45C}"/>
          </ac:spMkLst>
        </pc:spChg>
        <pc:spChg chg="add del">
          <ac:chgData name="Gill, Gaurav" userId="9da6cf44-1ce0-4d5b-ac6f-9ec5e003c700" providerId="ADAL" clId="{3F83E967-8960-417D-BEF1-ECA81DB7EC79}" dt="2026-09-21T13:09:45.939" v="96" actId="22"/>
          <ac:spMkLst>
            <pc:docMk/>
            <pc:sldMk cId="2587300203" sldId="416"/>
            <ac:spMk id="88" creationId="{BFCE0A31-39F3-D4B1-A830-8F2242A6B791}"/>
          </ac:spMkLst>
        </pc:spChg>
        <pc:spChg chg="add del">
          <ac:chgData name="Gill, Gaurav" userId="9da6cf44-1ce0-4d5b-ac6f-9ec5e003c700" providerId="ADAL" clId="{3F83E967-8960-417D-BEF1-ECA81DB7EC79}" dt="2026-09-21T13:09:52.781" v="98" actId="22"/>
          <ac:spMkLst>
            <pc:docMk/>
            <pc:sldMk cId="2587300203" sldId="416"/>
            <ac:spMk id="90" creationId="{7819A608-0748-6457-2178-E50D39E06C4A}"/>
          </ac:spMkLst>
        </pc:spChg>
        <pc:spChg chg="add mod">
          <ac:chgData name="Gill, Gaurav" userId="9da6cf44-1ce0-4d5b-ac6f-9ec5e003c700" providerId="ADAL" clId="{3F83E967-8960-417D-BEF1-ECA81DB7EC79}" dt="2026-09-21T13:10:21.209" v="101"/>
          <ac:spMkLst>
            <pc:docMk/>
            <pc:sldMk cId="2587300203" sldId="416"/>
            <ac:spMk id="92" creationId="{25DA105F-CAC6-25CE-D18E-B2A27DFF0C18}"/>
          </ac:spMkLst>
        </pc:spChg>
        <pc:graphicFrameChg chg="add mod ord modGraphic">
          <ac:chgData name="Gill, Gaurav" userId="9da6cf44-1ce0-4d5b-ac6f-9ec5e003c700" providerId="ADAL" clId="{3F83E967-8960-417D-BEF1-ECA81DB7EC79}" dt="2026-09-21T13:59:35.923" v="1059"/>
          <ac:graphicFrameMkLst>
            <pc:docMk/>
            <pc:sldMk cId="2587300203" sldId="416"/>
            <ac:graphicFrameMk id="93" creationId="{FF04DB7C-1038-0D7E-107C-F01660CAB7B7}"/>
          </ac:graphicFrameMkLst>
        </pc:graphicFrameChg>
      </pc:sldChg>
      <pc:sldChg chg="addSp delSp modSp add mod">
        <pc:chgData name="Gill, Gaurav" userId="9da6cf44-1ce0-4d5b-ac6f-9ec5e003c700" providerId="ADAL" clId="{3F83E967-8960-417D-BEF1-ECA81DB7EC79}" dt="2026-09-21T14:35:53.891" v="1373" actId="20577"/>
        <pc:sldMkLst>
          <pc:docMk/>
          <pc:sldMk cId="3300093514" sldId="417"/>
        </pc:sldMkLst>
        <pc:spChg chg="add">
          <ac:chgData name="Gill, Gaurav" userId="9da6cf44-1ce0-4d5b-ac6f-9ec5e003c700" providerId="ADAL" clId="{3F83E967-8960-417D-BEF1-ECA81DB7EC79}" dt="2026-09-21T13:11:24.439" v="106" actId="22"/>
          <ac:spMkLst>
            <pc:docMk/>
            <pc:sldMk cId="3300093514" sldId="417"/>
            <ac:spMk id="7" creationId="{B7FB2F12-DC2A-FF29-E64B-159AC239F8F4}"/>
          </ac:spMkLst>
        </pc:spChg>
        <pc:spChg chg="add">
          <ac:chgData name="Gill, Gaurav" userId="9da6cf44-1ce0-4d5b-ac6f-9ec5e003c700" providerId="ADAL" clId="{3F83E967-8960-417D-BEF1-ECA81DB7EC79}" dt="2026-09-21T13:11:24.439" v="106" actId="22"/>
          <ac:spMkLst>
            <pc:docMk/>
            <pc:sldMk cId="3300093514" sldId="417"/>
            <ac:spMk id="9" creationId="{C72700C4-6795-F79F-95D0-52C391980C4A}"/>
          </ac:spMkLst>
        </pc:spChg>
        <pc:spChg chg="add">
          <ac:chgData name="Gill, Gaurav" userId="9da6cf44-1ce0-4d5b-ac6f-9ec5e003c700" providerId="ADAL" clId="{3F83E967-8960-417D-BEF1-ECA81DB7EC79}" dt="2026-09-21T13:11:24.439" v="106" actId="22"/>
          <ac:spMkLst>
            <pc:docMk/>
            <pc:sldMk cId="3300093514" sldId="417"/>
            <ac:spMk id="21" creationId="{F5A4114C-3D71-1E43-3A12-46E1EA2B828B}"/>
          </ac:spMkLst>
        </pc:spChg>
        <pc:spChg chg="add">
          <ac:chgData name="Gill, Gaurav" userId="9da6cf44-1ce0-4d5b-ac6f-9ec5e003c700" providerId="ADAL" clId="{3F83E967-8960-417D-BEF1-ECA81DB7EC79}" dt="2026-09-21T13:11:24.439" v="106" actId="22"/>
          <ac:spMkLst>
            <pc:docMk/>
            <pc:sldMk cId="3300093514" sldId="417"/>
            <ac:spMk id="25" creationId="{ED27B173-A1F6-C051-B99F-3D48B5324C80}"/>
          </ac:spMkLst>
        </pc:spChg>
        <pc:spChg chg="add">
          <ac:chgData name="Gill, Gaurav" userId="9da6cf44-1ce0-4d5b-ac6f-9ec5e003c700" providerId="ADAL" clId="{3F83E967-8960-417D-BEF1-ECA81DB7EC79}" dt="2026-09-21T13:11:24.439" v="106" actId="22"/>
          <ac:spMkLst>
            <pc:docMk/>
            <pc:sldMk cId="3300093514" sldId="417"/>
            <ac:spMk id="27" creationId="{4C8746CA-7524-2A81-402A-80ED4C3F7D1C}"/>
          </ac:spMkLst>
        </pc:spChg>
        <pc:spChg chg="add">
          <ac:chgData name="Gill, Gaurav" userId="9da6cf44-1ce0-4d5b-ac6f-9ec5e003c700" providerId="ADAL" clId="{3F83E967-8960-417D-BEF1-ECA81DB7EC79}" dt="2026-09-21T13:11:24.439" v="106" actId="22"/>
          <ac:spMkLst>
            <pc:docMk/>
            <pc:sldMk cId="3300093514" sldId="417"/>
            <ac:spMk id="33" creationId="{B232BA3D-92EE-C758-2BA2-191FA4A37DB4}"/>
          </ac:spMkLst>
        </pc:spChg>
        <pc:spChg chg="add">
          <ac:chgData name="Gill, Gaurav" userId="9da6cf44-1ce0-4d5b-ac6f-9ec5e003c700" providerId="ADAL" clId="{3F83E967-8960-417D-BEF1-ECA81DB7EC79}" dt="2026-09-21T13:11:24.439" v="106" actId="22"/>
          <ac:spMkLst>
            <pc:docMk/>
            <pc:sldMk cId="3300093514" sldId="417"/>
            <ac:spMk id="35" creationId="{B2A25287-338D-FEA2-9E91-0DD6AE0558D3}"/>
          </ac:spMkLst>
        </pc:spChg>
        <pc:spChg chg="add">
          <ac:chgData name="Gill, Gaurav" userId="9da6cf44-1ce0-4d5b-ac6f-9ec5e003c700" providerId="ADAL" clId="{3F83E967-8960-417D-BEF1-ECA81DB7EC79}" dt="2026-09-21T13:11:24.439" v="106" actId="22"/>
          <ac:spMkLst>
            <pc:docMk/>
            <pc:sldMk cId="3300093514" sldId="417"/>
            <ac:spMk id="37" creationId="{0B0AFCAD-2A34-BCD3-9EB1-89FC4B7FE81D}"/>
          </ac:spMkLst>
        </pc:spChg>
        <pc:spChg chg="add">
          <ac:chgData name="Gill, Gaurav" userId="9da6cf44-1ce0-4d5b-ac6f-9ec5e003c700" providerId="ADAL" clId="{3F83E967-8960-417D-BEF1-ECA81DB7EC79}" dt="2026-09-21T13:11:24.439" v="106" actId="22"/>
          <ac:spMkLst>
            <pc:docMk/>
            <pc:sldMk cId="3300093514" sldId="417"/>
            <ac:spMk id="39" creationId="{97661334-7729-85A1-29B5-4F0BD323DC83}"/>
          </ac:spMkLst>
        </pc:spChg>
        <pc:spChg chg="add">
          <ac:chgData name="Gill, Gaurav" userId="9da6cf44-1ce0-4d5b-ac6f-9ec5e003c700" providerId="ADAL" clId="{3F83E967-8960-417D-BEF1-ECA81DB7EC79}" dt="2026-09-21T13:11:24.439" v="106" actId="22"/>
          <ac:spMkLst>
            <pc:docMk/>
            <pc:sldMk cId="3300093514" sldId="417"/>
            <ac:spMk id="41" creationId="{1F20B44E-23EC-3336-3410-1ACA0233B6A2}"/>
          </ac:spMkLst>
        </pc:spChg>
        <pc:spChg chg="del">
          <ac:chgData name="Gill, Gaurav" userId="9da6cf44-1ce0-4d5b-ac6f-9ec5e003c700" providerId="ADAL" clId="{3F83E967-8960-417D-BEF1-ECA81DB7EC79}" dt="2026-09-21T13:11:22.777" v="105" actId="478"/>
          <ac:spMkLst>
            <pc:docMk/>
            <pc:sldMk cId="3300093514" sldId="417"/>
            <ac:spMk id="46" creationId="{61B52470-9E97-2912-B085-6FCD0C403538}"/>
          </ac:spMkLst>
        </pc:spChg>
        <pc:spChg chg="mod">
          <ac:chgData name="Gill, Gaurav" userId="9da6cf44-1ce0-4d5b-ac6f-9ec5e003c700" providerId="ADAL" clId="{3F83E967-8960-417D-BEF1-ECA81DB7EC79}" dt="2026-09-21T13:11:32.466" v="107"/>
          <ac:spMkLst>
            <pc:docMk/>
            <pc:sldMk cId="3300093514" sldId="417"/>
            <ac:spMk id="48" creationId="{25C5D39E-0BD7-1ABE-E6D1-33C2C72117F9}"/>
          </ac:spMkLst>
        </pc:spChg>
        <pc:spChg chg="mod">
          <ac:chgData name="Gill, Gaurav" userId="9da6cf44-1ce0-4d5b-ac6f-9ec5e003c700" providerId="ADAL" clId="{3F83E967-8960-417D-BEF1-ECA81DB7EC79}" dt="2026-09-21T14:35:53.891" v="1373" actId="20577"/>
          <ac:spMkLst>
            <pc:docMk/>
            <pc:sldMk cId="3300093514" sldId="417"/>
            <ac:spMk id="49" creationId="{E0601629-5BF7-E59D-C452-9637D7D8109E}"/>
          </ac:spMkLst>
        </pc:spChg>
        <pc:spChg chg="del">
          <ac:chgData name="Gill, Gaurav" userId="9da6cf44-1ce0-4d5b-ac6f-9ec5e003c700" providerId="ADAL" clId="{3F83E967-8960-417D-BEF1-ECA81DB7EC79}" dt="2026-09-21T13:11:22.777" v="105" actId="478"/>
          <ac:spMkLst>
            <pc:docMk/>
            <pc:sldMk cId="3300093514" sldId="417"/>
            <ac:spMk id="52" creationId="{CD2CF1A4-0B1F-11F4-64E3-E8CF3C023DC0}"/>
          </ac:spMkLst>
        </pc:spChg>
        <pc:spChg chg="del">
          <ac:chgData name="Gill, Gaurav" userId="9da6cf44-1ce0-4d5b-ac6f-9ec5e003c700" providerId="ADAL" clId="{3F83E967-8960-417D-BEF1-ECA81DB7EC79}" dt="2026-09-21T13:11:22.777" v="105" actId="478"/>
          <ac:spMkLst>
            <pc:docMk/>
            <pc:sldMk cId="3300093514" sldId="417"/>
            <ac:spMk id="54" creationId="{DB86D45C-7522-C86A-080B-5A878917A002}"/>
          </ac:spMkLst>
        </pc:spChg>
        <pc:spChg chg="del">
          <ac:chgData name="Gill, Gaurav" userId="9da6cf44-1ce0-4d5b-ac6f-9ec5e003c700" providerId="ADAL" clId="{3F83E967-8960-417D-BEF1-ECA81DB7EC79}" dt="2026-09-21T13:11:22.777" v="105" actId="478"/>
          <ac:spMkLst>
            <pc:docMk/>
            <pc:sldMk cId="3300093514" sldId="417"/>
            <ac:spMk id="56" creationId="{2B3D0725-65CA-91EA-3806-B9CD73EFEBAF}"/>
          </ac:spMkLst>
        </pc:spChg>
        <pc:spChg chg="del">
          <ac:chgData name="Gill, Gaurav" userId="9da6cf44-1ce0-4d5b-ac6f-9ec5e003c700" providerId="ADAL" clId="{3F83E967-8960-417D-BEF1-ECA81DB7EC79}" dt="2026-09-21T13:11:22.777" v="105" actId="478"/>
          <ac:spMkLst>
            <pc:docMk/>
            <pc:sldMk cId="3300093514" sldId="417"/>
            <ac:spMk id="57" creationId="{8C2144BF-2A7A-0A49-0A36-B5A0B7F36FE0}"/>
          </ac:spMkLst>
        </pc:spChg>
        <pc:spChg chg="del">
          <ac:chgData name="Gill, Gaurav" userId="9da6cf44-1ce0-4d5b-ac6f-9ec5e003c700" providerId="ADAL" clId="{3F83E967-8960-417D-BEF1-ECA81DB7EC79}" dt="2026-09-21T13:11:22.777" v="105" actId="478"/>
          <ac:spMkLst>
            <pc:docMk/>
            <pc:sldMk cId="3300093514" sldId="417"/>
            <ac:spMk id="67" creationId="{5A8AF3FA-E938-A1F4-95DB-61011D0E9B5A}"/>
          </ac:spMkLst>
        </pc:spChg>
        <pc:spChg chg="del">
          <ac:chgData name="Gill, Gaurav" userId="9da6cf44-1ce0-4d5b-ac6f-9ec5e003c700" providerId="ADAL" clId="{3F83E967-8960-417D-BEF1-ECA81DB7EC79}" dt="2026-09-21T13:11:22.777" v="105" actId="478"/>
          <ac:spMkLst>
            <pc:docMk/>
            <pc:sldMk cId="3300093514" sldId="417"/>
            <ac:spMk id="74" creationId="{5BE90EE1-6408-D054-E9B1-951CE0773D88}"/>
          </ac:spMkLst>
        </pc:spChg>
        <pc:spChg chg="del">
          <ac:chgData name="Gill, Gaurav" userId="9da6cf44-1ce0-4d5b-ac6f-9ec5e003c700" providerId="ADAL" clId="{3F83E967-8960-417D-BEF1-ECA81DB7EC79}" dt="2026-09-21T13:11:22.777" v="105" actId="478"/>
          <ac:spMkLst>
            <pc:docMk/>
            <pc:sldMk cId="3300093514" sldId="417"/>
            <ac:spMk id="75" creationId="{0C0605AA-9B41-F78F-75B2-1044CBB00051}"/>
          </ac:spMkLst>
        </pc:spChg>
        <pc:spChg chg="del">
          <ac:chgData name="Gill, Gaurav" userId="9da6cf44-1ce0-4d5b-ac6f-9ec5e003c700" providerId="ADAL" clId="{3F83E967-8960-417D-BEF1-ECA81DB7EC79}" dt="2026-09-21T13:11:22.777" v="105" actId="478"/>
          <ac:spMkLst>
            <pc:docMk/>
            <pc:sldMk cId="3300093514" sldId="417"/>
            <ac:spMk id="78" creationId="{48648204-39D1-62C5-DA47-FCE0504C0C0C}"/>
          </ac:spMkLst>
        </pc:spChg>
        <pc:spChg chg="del">
          <ac:chgData name="Gill, Gaurav" userId="9da6cf44-1ce0-4d5b-ac6f-9ec5e003c700" providerId="ADAL" clId="{3F83E967-8960-417D-BEF1-ECA81DB7EC79}" dt="2026-09-21T13:11:22.777" v="105" actId="478"/>
          <ac:spMkLst>
            <pc:docMk/>
            <pc:sldMk cId="3300093514" sldId="417"/>
            <ac:spMk id="80" creationId="{86ADB1B7-21C2-6BA6-6619-C8E16DF56941}"/>
          </ac:spMkLst>
        </pc:spChg>
        <pc:spChg chg="mod">
          <ac:chgData name="Gill, Gaurav" userId="9da6cf44-1ce0-4d5b-ac6f-9ec5e003c700" providerId="ADAL" clId="{3F83E967-8960-417D-BEF1-ECA81DB7EC79}" dt="2026-09-21T13:12:04.616" v="113" actId="113"/>
          <ac:spMkLst>
            <pc:docMk/>
            <pc:sldMk cId="3300093514" sldId="417"/>
            <ac:spMk id="92" creationId="{3E1CC025-AEFF-6199-00C5-254AB08E990E}"/>
          </ac:spMkLst>
        </pc:spChg>
      </pc:sldChg>
      <pc:sldChg chg="addSp delSp modSp add mod">
        <pc:chgData name="Gill, Gaurav" userId="9da6cf44-1ce0-4d5b-ac6f-9ec5e003c700" providerId="ADAL" clId="{3F83E967-8960-417D-BEF1-ECA81DB7EC79}" dt="2026-09-21T14:36:39.895" v="1402" actId="113"/>
        <pc:sldMkLst>
          <pc:docMk/>
          <pc:sldMk cId="2057792808" sldId="418"/>
        </pc:sldMkLst>
        <pc:spChg chg="mod">
          <ac:chgData name="Gill, Gaurav" userId="9da6cf44-1ce0-4d5b-ac6f-9ec5e003c700" providerId="ADAL" clId="{3F83E967-8960-417D-BEF1-ECA81DB7EC79}" dt="2026-09-21T13:13:54.130" v="144" actId="113"/>
          <ac:spMkLst>
            <pc:docMk/>
            <pc:sldMk cId="2057792808" sldId="418"/>
            <ac:spMk id="2" creationId="{3F738CDF-B3C6-672C-B03D-A72B63CC2FF6}"/>
          </ac:spMkLst>
        </pc:spChg>
        <pc:spChg chg="add mod">
          <ac:chgData name="Gill, Gaurav" userId="9da6cf44-1ce0-4d5b-ac6f-9ec5e003c700" providerId="ADAL" clId="{3F83E967-8960-417D-BEF1-ECA81DB7EC79}" dt="2026-09-21T13:13:37.164" v="141" actId="1036"/>
          <ac:spMkLst>
            <pc:docMk/>
            <pc:sldMk cId="2057792808" sldId="418"/>
            <ac:spMk id="5" creationId="{625F055B-75F9-73E5-6A1C-D9CE71C05473}"/>
          </ac:spMkLst>
        </pc:spChg>
        <pc:spChg chg="add mod">
          <ac:chgData name="Gill, Gaurav" userId="9da6cf44-1ce0-4d5b-ac6f-9ec5e003c700" providerId="ADAL" clId="{3F83E967-8960-417D-BEF1-ECA81DB7EC79}" dt="2026-09-21T13:13:37.164" v="141" actId="1036"/>
          <ac:spMkLst>
            <pc:docMk/>
            <pc:sldMk cId="2057792808" sldId="418"/>
            <ac:spMk id="6" creationId="{DC0902BA-2248-0BFB-35F0-355A63D1F9DB}"/>
          </ac:spMkLst>
        </pc:spChg>
        <pc:spChg chg="del">
          <ac:chgData name="Gill, Gaurav" userId="9da6cf44-1ce0-4d5b-ac6f-9ec5e003c700" providerId="ADAL" clId="{3F83E967-8960-417D-BEF1-ECA81DB7EC79}" dt="2026-09-21T13:13:08.026" v="116" actId="478"/>
          <ac:spMkLst>
            <pc:docMk/>
            <pc:sldMk cId="2057792808" sldId="418"/>
            <ac:spMk id="9" creationId="{DCB0F728-D17A-B811-DD6A-13AA74DA5D84}"/>
          </ac:spMkLst>
        </pc:spChg>
        <pc:spChg chg="add mod">
          <ac:chgData name="Gill, Gaurav" userId="9da6cf44-1ce0-4d5b-ac6f-9ec5e003c700" providerId="ADAL" clId="{3F83E967-8960-417D-BEF1-ECA81DB7EC79}" dt="2026-09-21T13:13:37.164" v="141" actId="1036"/>
          <ac:spMkLst>
            <pc:docMk/>
            <pc:sldMk cId="2057792808" sldId="418"/>
            <ac:spMk id="12" creationId="{346C043E-2EE6-DE63-9242-E5B8E7C5E7B6}"/>
          </ac:spMkLst>
        </pc:spChg>
        <pc:spChg chg="del">
          <ac:chgData name="Gill, Gaurav" userId="9da6cf44-1ce0-4d5b-ac6f-9ec5e003c700" providerId="ADAL" clId="{3F83E967-8960-417D-BEF1-ECA81DB7EC79}" dt="2026-09-21T13:13:08.026" v="116" actId="478"/>
          <ac:spMkLst>
            <pc:docMk/>
            <pc:sldMk cId="2057792808" sldId="418"/>
            <ac:spMk id="13" creationId="{AE4B8AD6-1CDA-5FC6-57C1-F5BCB7339827}"/>
          </ac:spMkLst>
        </pc:spChg>
        <pc:spChg chg="add mod">
          <ac:chgData name="Gill, Gaurav" userId="9da6cf44-1ce0-4d5b-ac6f-9ec5e003c700" providerId="ADAL" clId="{3F83E967-8960-417D-BEF1-ECA81DB7EC79}" dt="2026-09-21T13:13:37.164" v="141" actId="1036"/>
          <ac:spMkLst>
            <pc:docMk/>
            <pc:sldMk cId="2057792808" sldId="418"/>
            <ac:spMk id="14" creationId="{93F6C6D1-8E49-C154-AB9F-91274B21586C}"/>
          </ac:spMkLst>
        </pc:spChg>
        <pc:spChg chg="add mod">
          <ac:chgData name="Gill, Gaurav" userId="9da6cf44-1ce0-4d5b-ac6f-9ec5e003c700" providerId="ADAL" clId="{3F83E967-8960-417D-BEF1-ECA81DB7EC79}" dt="2026-09-21T13:13:37.164" v="141" actId="1036"/>
          <ac:spMkLst>
            <pc:docMk/>
            <pc:sldMk cId="2057792808" sldId="418"/>
            <ac:spMk id="18" creationId="{7CE04548-ECAC-2C9C-DE7A-DACBA534D62A}"/>
          </ac:spMkLst>
        </pc:spChg>
        <pc:spChg chg="del">
          <ac:chgData name="Gill, Gaurav" userId="9da6cf44-1ce0-4d5b-ac6f-9ec5e003c700" providerId="ADAL" clId="{3F83E967-8960-417D-BEF1-ECA81DB7EC79}" dt="2026-09-21T13:13:08.026" v="116" actId="478"/>
          <ac:spMkLst>
            <pc:docMk/>
            <pc:sldMk cId="2057792808" sldId="418"/>
            <ac:spMk id="19" creationId="{D590DB0F-A707-910D-DFD8-73A4053EE3CC}"/>
          </ac:spMkLst>
        </pc:spChg>
        <pc:spChg chg="add mod">
          <ac:chgData name="Gill, Gaurav" userId="9da6cf44-1ce0-4d5b-ac6f-9ec5e003c700" providerId="ADAL" clId="{3F83E967-8960-417D-BEF1-ECA81DB7EC79}" dt="2026-09-21T13:13:37.164" v="141" actId="1036"/>
          <ac:spMkLst>
            <pc:docMk/>
            <pc:sldMk cId="2057792808" sldId="418"/>
            <ac:spMk id="20" creationId="{54DECEEF-C975-703B-8133-94E6F973BCE3}"/>
          </ac:spMkLst>
        </pc:spChg>
        <pc:spChg chg="add mod">
          <ac:chgData name="Gill, Gaurav" userId="9da6cf44-1ce0-4d5b-ac6f-9ec5e003c700" providerId="ADAL" clId="{3F83E967-8960-417D-BEF1-ECA81DB7EC79}" dt="2026-09-21T13:13:37.164" v="141" actId="1036"/>
          <ac:spMkLst>
            <pc:docMk/>
            <pc:sldMk cId="2057792808" sldId="418"/>
            <ac:spMk id="22" creationId="{8C9A8A7E-CF41-563E-0733-231D9C41BA27}"/>
          </ac:spMkLst>
        </pc:spChg>
        <pc:spChg chg="del">
          <ac:chgData name="Gill, Gaurav" userId="9da6cf44-1ce0-4d5b-ac6f-9ec5e003c700" providerId="ADAL" clId="{3F83E967-8960-417D-BEF1-ECA81DB7EC79}" dt="2026-09-21T13:13:08.026" v="116" actId="478"/>
          <ac:spMkLst>
            <pc:docMk/>
            <pc:sldMk cId="2057792808" sldId="418"/>
            <ac:spMk id="23" creationId="{CD983A0F-8E39-E85C-A78D-D79AE472FA74}"/>
          </ac:spMkLst>
        </pc:spChg>
        <pc:spChg chg="add mod">
          <ac:chgData name="Gill, Gaurav" userId="9da6cf44-1ce0-4d5b-ac6f-9ec5e003c700" providerId="ADAL" clId="{3F83E967-8960-417D-BEF1-ECA81DB7EC79}" dt="2026-09-21T13:13:37.164" v="141" actId="1036"/>
          <ac:spMkLst>
            <pc:docMk/>
            <pc:sldMk cId="2057792808" sldId="418"/>
            <ac:spMk id="24" creationId="{331A447B-E875-C015-4EDC-C33CE7B7BDC5}"/>
          </ac:spMkLst>
        </pc:spChg>
        <pc:spChg chg="del">
          <ac:chgData name="Gill, Gaurav" userId="9da6cf44-1ce0-4d5b-ac6f-9ec5e003c700" providerId="ADAL" clId="{3F83E967-8960-417D-BEF1-ECA81DB7EC79}" dt="2026-09-21T13:13:08.026" v="116" actId="478"/>
          <ac:spMkLst>
            <pc:docMk/>
            <pc:sldMk cId="2057792808" sldId="418"/>
            <ac:spMk id="27" creationId="{6F32C5EF-68B3-4170-7AFE-66915BBEA66E}"/>
          </ac:spMkLst>
        </pc:spChg>
        <pc:spChg chg="add mod">
          <ac:chgData name="Gill, Gaurav" userId="9da6cf44-1ce0-4d5b-ac6f-9ec5e003c700" providerId="ADAL" clId="{3F83E967-8960-417D-BEF1-ECA81DB7EC79}" dt="2026-09-21T13:13:37.164" v="141" actId="1036"/>
          <ac:spMkLst>
            <pc:docMk/>
            <pc:sldMk cId="2057792808" sldId="418"/>
            <ac:spMk id="28" creationId="{FE09D1EF-E6A0-596D-0A04-ED356FEC422A}"/>
          </ac:spMkLst>
        </pc:spChg>
        <pc:spChg chg="del">
          <ac:chgData name="Gill, Gaurav" userId="9da6cf44-1ce0-4d5b-ac6f-9ec5e003c700" providerId="ADAL" clId="{3F83E967-8960-417D-BEF1-ECA81DB7EC79}" dt="2026-09-21T13:13:08.026" v="116" actId="478"/>
          <ac:spMkLst>
            <pc:docMk/>
            <pc:sldMk cId="2057792808" sldId="418"/>
            <ac:spMk id="33" creationId="{CA9A77BC-205E-FEC9-F34E-1015765EDE09}"/>
          </ac:spMkLst>
        </pc:spChg>
        <pc:spChg chg="del mod">
          <ac:chgData name="Gill, Gaurav" userId="9da6cf44-1ce0-4d5b-ac6f-9ec5e003c700" providerId="ADAL" clId="{3F83E967-8960-417D-BEF1-ECA81DB7EC79}" dt="2026-09-21T14:00:30.181" v="1137" actId="478"/>
          <ac:spMkLst>
            <pc:docMk/>
            <pc:sldMk cId="2057792808" sldId="418"/>
            <ac:spMk id="36" creationId="{63685493-37BD-5213-2D0C-1F6BD97AB2CC}"/>
          </ac:spMkLst>
        </pc:spChg>
        <pc:spChg chg="del">
          <ac:chgData name="Gill, Gaurav" userId="9da6cf44-1ce0-4d5b-ac6f-9ec5e003c700" providerId="ADAL" clId="{3F83E967-8960-417D-BEF1-ECA81DB7EC79}" dt="2026-09-21T13:13:08.026" v="116" actId="478"/>
          <ac:spMkLst>
            <pc:docMk/>
            <pc:sldMk cId="2057792808" sldId="418"/>
            <ac:spMk id="37" creationId="{83E32536-96D3-C9D2-2192-4F9E70AA9CF5}"/>
          </ac:spMkLst>
        </pc:spChg>
        <pc:spChg chg="add del mod">
          <ac:chgData name="Gill, Gaurav" userId="9da6cf44-1ce0-4d5b-ac6f-9ec5e003c700" providerId="ADAL" clId="{3F83E967-8960-417D-BEF1-ECA81DB7EC79}" dt="2026-09-21T14:00:30.181" v="1137" actId="478"/>
          <ac:spMkLst>
            <pc:docMk/>
            <pc:sldMk cId="2057792808" sldId="418"/>
            <ac:spMk id="38" creationId="{C2281E42-8F5F-F2A5-4157-CBF69875A880}"/>
          </ac:spMkLst>
        </pc:spChg>
        <pc:spChg chg="del">
          <ac:chgData name="Gill, Gaurav" userId="9da6cf44-1ce0-4d5b-ac6f-9ec5e003c700" providerId="ADAL" clId="{3F83E967-8960-417D-BEF1-ECA81DB7EC79}" dt="2026-09-21T13:13:08.026" v="116" actId="478"/>
          <ac:spMkLst>
            <pc:docMk/>
            <pc:sldMk cId="2057792808" sldId="418"/>
            <ac:spMk id="39" creationId="{D5EEEF41-8C72-C2C4-A9EE-A5D7CDE7EF8F}"/>
          </ac:spMkLst>
        </pc:spChg>
        <pc:spChg chg="del mod">
          <ac:chgData name="Gill, Gaurav" userId="9da6cf44-1ce0-4d5b-ac6f-9ec5e003c700" providerId="ADAL" clId="{3F83E967-8960-417D-BEF1-ECA81DB7EC79}" dt="2026-09-21T14:00:30.181" v="1137" actId="478"/>
          <ac:spMkLst>
            <pc:docMk/>
            <pc:sldMk cId="2057792808" sldId="418"/>
            <ac:spMk id="40" creationId="{726FAF73-7567-41C7-62E3-6325858CB2B1}"/>
          </ac:spMkLst>
        </pc:spChg>
        <pc:spChg chg="del mod">
          <ac:chgData name="Gill, Gaurav" userId="9da6cf44-1ce0-4d5b-ac6f-9ec5e003c700" providerId="ADAL" clId="{3F83E967-8960-417D-BEF1-ECA81DB7EC79}" dt="2026-09-21T14:00:30.181" v="1137" actId="478"/>
          <ac:spMkLst>
            <pc:docMk/>
            <pc:sldMk cId="2057792808" sldId="418"/>
            <ac:spMk id="42" creationId="{12D7CB7F-4FB5-8844-23A7-7F33C6C5AA7A}"/>
          </ac:spMkLst>
        </pc:spChg>
        <pc:spChg chg="del">
          <ac:chgData name="Gill, Gaurav" userId="9da6cf44-1ce0-4d5b-ac6f-9ec5e003c700" providerId="ADAL" clId="{3F83E967-8960-417D-BEF1-ECA81DB7EC79}" dt="2026-09-21T13:13:08.026" v="116" actId="478"/>
          <ac:spMkLst>
            <pc:docMk/>
            <pc:sldMk cId="2057792808" sldId="418"/>
            <ac:spMk id="43" creationId="{1717DE0A-ADF1-3201-A02E-F881559370FD}"/>
          </ac:spMkLst>
        </pc:spChg>
        <pc:spChg chg="mod">
          <ac:chgData name="Gill, Gaurav" userId="9da6cf44-1ce0-4d5b-ac6f-9ec5e003c700" providerId="ADAL" clId="{3F83E967-8960-417D-BEF1-ECA81DB7EC79}" dt="2026-09-21T14:01:17.712" v="1166" actId="1035"/>
          <ac:spMkLst>
            <pc:docMk/>
            <pc:sldMk cId="2057792808" sldId="418"/>
            <ac:spMk id="44" creationId="{F5AF795D-9571-E0F7-C35A-17B42D6763A6}"/>
          </ac:spMkLst>
        </pc:spChg>
        <pc:spChg chg="del">
          <ac:chgData name="Gill, Gaurav" userId="9da6cf44-1ce0-4d5b-ac6f-9ec5e003c700" providerId="ADAL" clId="{3F83E967-8960-417D-BEF1-ECA81DB7EC79}" dt="2026-09-21T13:13:08.026" v="116" actId="478"/>
          <ac:spMkLst>
            <pc:docMk/>
            <pc:sldMk cId="2057792808" sldId="418"/>
            <ac:spMk id="45" creationId="{D7B805AE-9329-104D-49CD-34ED5A480CC9}"/>
          </ac:spMkLst>
        </pc:spChg>
        <pc:spChg chg="mod">
          <ac:chgData name="Gill, Gaurav" userId="9da6cf44-1ce0-4d5b-ac6f-9ec5e003c700" providerId="ADAL" clId="{3F83E967-8960-417D-BEF1-ECA81DB7EC79}" dt="2026-09-21T13:14:35.682" v="151" actId="242"/>
          <ac:spMkLst>
            <pc:docMk/>
            <pc:sldMk cId="2057792808" sldId="418"/>
            <ac:spMk id="48" creationId="{D47EFD88-4824-844F-796A-7B9AE206C26D}"/>
          </ac:spMkLst>
        </pc:spChg>
        <pc:spChg chg="mod">
          <ac:chgData name="Gill, Gaurav" userId="9da6cf44-1ce0-4d5b-ac6f-9ec5e003c700" providerId="ADAL" clId="{3F83E967-8960-417D-BEF1-ECA81DB7EC79}" dt="2026-09-21T14:36:39.895" v="1402" actId="113"/>
          <ac:spMkLst>
            <pc:docMk/>
            <pc:sldMk cId="2057792808" sldId="418"/>
            <ac:spMk id="49" creationId="{FA2DE8F1-1712-8643-0A37-FBC2A2DFE9F3}"/>
          </ac:spMkLst>
        </pc:spChg>
        <pc:spChg chg="mod">
          <ac:chgData name="Gill, Gaurav" userId="9da6cf44-1ce0-4d5b-ac6f-9ec5e003c700" providerId="ADAL" clId="{3F83E967-8960-417D-BEF1-ECA81DB7EC79}" dt="2026-09-21T13:13:17.458" v="118"/>
          <ac:spMkLst>
            <pc:docMk/>
            <pc:sldMk cId="2057792808" sldId="418"/>
            <ac:spMk id="92" creationId="{9ECFEA4E-67E0-6352-61AC-F7C9F6E3C6C1}"/>
          </ac:spMkLst>
        </pc:spChg>
        <pc:graphicFrameChg chg="add mod modGraphic">
          <ac:chgData name="Gill, Gaurav" userId="9da6cf44-1ce0-4d5b-ac6f-9ec5e003c700" providerId="ADAL" clId="{3F83E967-8960-417D-BEF1-ECA81DB7EC79}" dt="2026-09-21T14:01:09.872" v="1156" actId="14100"/>
          <ac:graphicFrameMkLst>
            <pc:docMk/>
            <pc:sldMk cId="2057792808" sldId="418"/>
            <ac:graphicFrameMk id="50" creationId="{6E25E00F-2C73-3BAC-6477-35C7C5EB1C1E}"/>
          </ac:graphicFrameMkLst>
        </pc:graphicFrameChg>
        <pc:cxnChg chg="mod">
          <ac:chgData name="Gill, Gaurav" userId="9da6cf44-1ce0-4d5b-ac6f-9ec5e003c700" providerId="ADAL" clId="{3F83E967-8960-417D-BEF1-ECA81DB7EC79}" dt="2026-09-21T13:13:48.139" v="143" actId="14100"/>
          <ac:cxnSpMkLst>
            <pc:docMk/>
            <pc:sldMk cId="2057792808" sldId="418"/>
            <ac:cxnSpMk id="3" creationId="{FC3C5888-B9DE-E11A-824E-57830D0972E5}"/>
          </ac:cxnSpMkLst>
        </pc:cxnChg>
      </pc:sldChg>
      <pc:sldChg chg="addSp delSp modSp add mod">
        <pc:chgData name="Gill, Gaurav" userId="9da6cf44-1ce0-4d5b-ac6f-9ec5e003c700" providerId="ADAL" clId="{3F83E967-8960-417D-BEF1-ECA81DB7EC79}" dt="2026-09-21T14:36:32.781" v="1401" actId="20577"/>
        <pc:sldMkLst>
          <pc:docMk/>
          <pc:sldMk cId="1428173778" sldId="419"/>
        </pc:sldMkLst>
        <pc:spChg chg="mod">
          <ac:chgData name="Gill, Gaurav" userId="9da6cf44-1ce0-4d5b-ac6f-9ec5e003c700" providerId="ADAL" clId="{3F83E967-8960-417D-BEF1-ECA81DB7EC79}" dt="2026-09-21T13:15:33.781" v="158"/>
          <ac:spMkLst>
            <pc:docMk/>
            <pc:sldMk cId="1428173778" sldId="419"/>
            <ac:spMk id="4" creationId="{C6351B8B-3C28-8117-8F84-D034F01591E9}"/>
          </ac:spMkLst>
        </pc:spChg>
        <pc:spChg chg="del">
          <ac:chgData name="Gill, Gaurav" userId="9da6cf44-1ce0-4d5b-ac6f-9ec5e003c700" providerId="ADAL" clId="{3F83E967-8960-417D-BEF1-ECA81DB7EC79}" dt="2026-09-21T13:15:02.395" v="154" actId="478"/>
          <ac:spMkLst>
            <pc:docMk/>
            <pc:sldMk cId="1428173778" sldId="419"/>
            <ac:spMk id="5" creationId="{8F16BCE4-5508-BCF8-0D9B-CF0ACB94081A}"/>
          </ac:spMkLst>
        </pc:spChg>
        <pc:spChg chg="mod">
          <ac:chgData name="Gill, Gaurav" userId="9da6cf44-1ce0-4d5b-ac6f-9ec5e003c700" providerId="ADAL" clId="{3F83E967-8960-417D-BEF1-ECA81DB7EC79}" dt="2026-09-21T14:03:02.440" v="1237" actId="14100"/>
          <ac:spMkLst>
            <pc:docMk/>
            <pc:sldMk cId="1428173778" sldId="419"/>
            <ac:spMk id="7" creationId="{557BA58F-7167-C5DC-DD86-ED010DADE8EF}"/>
          </ac:spMkLst>
        </pc:spChg>
        <pc:spChg chg="del">
          <ac:chgData name="Gill, Gaurav" userId="9da6cf44-1ce0-4d5b-ac6f-9ec5e003c700" providerId="ADAL" clId="{3F83E967-8960-417D-BEF1-ECA81DB7EC79}" dt="2026-09-21T13:15:02.395" v="154" actId="478"/>
          <ac:spMkLst>
            <pc:docMk/>
            <pc:sldMk cId="1428173778" sldId="419"/>
            <ac:spMk id="10" creationId="{6BF1BF50-F19C-381A-428F-8ECC17631E1D}"/>
          </ac:spMkLst>
        </pc:spChg>
        <pc:spChg chg="add mod">
          <ac:chgData name="Gill, Gaurav" userId="9da6cf44-1ce0-4d5b-ac6f-9ec5e003c700" providerId="ADAL" clId="{3F83E967-8960-417D-BEF1-ECA81DB7EC79}" dt="2026-09-21T13:15:02.850" v="155"/>
          <ac:spMkLst>
            <pc:docMk/>
            <pc:sldMk cId="1428173778" sldId="419"/>
            <ac:spMk id="11" creationId="{5F7343CD-B6EE-CAA3-F6D7-3629C7C740F4}"/>
          </ac:spMkLst>
        </pc:spChg>
        <pc:spChg chg="add mod">
          <ac:chgData name="Gill, Gaurav" userId="9da6cf44-1ce0-4d5b-ac6f-9ec5e003c700" providerId="ADAL" clId="{3F83E967-8960-417D-BEF1-ECA81DB7EC79}" dt="2026-09-21T13:15:02.850" v="155"/>
          <ac:spMkLst>
            <pc:docMk/>
            <pc:sldMk cId="1428173778" sldId="419"/>
            <ac:spMk id="13" creationId="{91DF5269-13EE-1E65-7FD9-2E5B4812BD3C}"/>
          </ac:spMkLst>
        </pc:spChg>
        <pc:spChg chg="del">
          <ac:chgData name="Gill, Gaurav" userId="9da6cf44-1ce0-4d5b-ac6f-9ec5e003c700" providerId="ADAL" clId="{3F83E967-8960-417D-BEF1-ECA81DB7EC79}" dt="2026-09-21T13:15:02.395" v="154" actId="478"/>
          <ac:spMkLst>
            <pc:docMk/>
            <pc:sldMk cId="1428173778" sldId="419"/>
            <ac:spMk id="14" creationId="{9A20C117-6982-AF2A-F21C-BC4A50D30E42}"/>
          </ac:spMkLst>
        </pc:spChg>
        <pc:spChg chg="mod">
          <ac:chgData name="Gill, Gaurav" userId="9da6cf44-1ce0-4d5b-ac6f-9ec5e003c700" providerId="ADAL" clId="{3F83E967-8960-417D-BEF1-ECA81DB7EC79}" dt="2026-09-21T14:02:19.612" v="1181" actId="403"/>
          <ac:spMkLst>
            <pc:docMk/>
            <pc:sldMk cId="1428173778" sldId="419"/>
            <ac:spMk id="15" creationId="{E1BE3CE5-1033-2AD7-88C0-63A612D0CAE2}"/>
          </ac:spMkLst>
        </pc:spChg>
        <pc:spChg chg="del">
          <ac:chgData name="Gill, Gaurav" userId="9da6cf44-1ce0-4d5b-ac6f-9ec5e003c700" providerId="ADAL" clId="{3F83E967-8960-417D-BEF1-ECA81DB7EC79}" dt="2026-09-21T13:15:02.395" v="154" actId="478"/>
          <ac:spMkLst>
            <pc:docMk/>
            <pc:sldMk cId="1428173778" sldId="419"/>
            <ac:spMk id="16" creationId="{212BB73D-94C2-97CA-95F8-AB9076476459}"/>
          </ac:spMkLst>
        </pc:spChg>
        <pc:spChg chg="mod">
          <ac:chgData name="Gill, Gaurav" userId="9da6cf44-1ce0-4d5b-ac6f-9ec5e003c700" providerId="ADAL" clId="{3F83E967-8960-417D-BEF1-ECA81DB7EC79}" dt="2026-09-21T14:03:35.913" v="1315" actId="1036"/>
          <ac:spMkLst>
            <pc:docMk/>
            <pc:sldMk cId="1428173778" sldId="419"/>
            <ac:spMk id="17" creationId="{D80A0AF0-AB00-25CB-3151-6C0553D2F417}"/>
          </ac:spMkLst>
        </pc:spChg>
        <pc:spChg chg="mod">
          <ac:chgData name="Gill, Gaurav" userId="9da6cf44-1ce0-4d5b-ac6f-9ec5e003c700" providerId="ADAL" clId="{3F83E967-8960-417D-BEF1-ECA81DB7EC79}" dt="2026-09-21T14:03:30.999" v="1306" actId="1036"/>
          <ac:spMkLst>
            <pc:docMk/>
            <pc:sldMk cId="1428173778" sldId="419"/>
            <ac:spMk id="19" creationId="{34A6014E-D3BB-955B-B89D-3CC8830E124B}"/>
          </ac:spMkLst>
        </pc:spChg>
        <pc:spChg chg="mod">
          <ac:chgData name="Gill, Gaurav" userId="9da6cf44-1ce0-4d5b-ac6f-9ec5e003c700" providerId="ADAL" clId="{3F83E967-8960-417D-BEF1-ECA81DB7EC79}" dt="2026-09-21T14:03:22.909" v="1289" actId="1036"/>
          <ac:spMkLst>
            <pc:docMk/>
            <pc:sldMk cId="1428173778" sldId="419"/>
            <ac:spMk id="21" creationId="{3F2371A8-9309-B257-45E7-AC265A56CFE6}"/>
          </ac:spMkLst>
        </pc:spChg>
        <pc:spChg chg="mod">
          <ac:chgData name="Gill, Gaurav" userId="9da6cf44-1ce0-4d5b-ac6f-9ec5e003c700" providerId="ADAL" clId="{3F83E967-8960-417D-BEF1-ECA81DB7EC79}" dt="2026-09-21T14:03:07.008" v="1254" actId="1036"/>
          <ac:spMkLst>
            <pc:docMk/>
            <pc:sldMk cId="1428173778" sldId="419"/>
            <ac:spMk id="25" creationId="{4F034F33-0140-FCB9-E50F-C738832FD45E}"/>
          </ac:spMkLst>
        </pc:spChg>
        <pc:spChg chg="del">
          <ac:chgData name="Gill, Gaurav" userId="9da6cf44-1ce0-4d5b-ac6f-9ec5e003c700" providerId="ADAL" clId="{3F83E967-8960-417D-BEF1-ECA81DB7EC79}" dt="2026-09-21T13:15:02.395" v="154" actId="478"/>
          <ac:spMkLst>
            <pc:docMk/>
            <pc:sldMk cId="1428173778" sldId="419"/>
            <ac:spMk id="26" creationId="{FF283D8E-684F-941F-0483-2689B983C53A}"/>
          </ac:spMkLst>
        </pc:spChg>
        <pc:spChg chg="mod">
          <ac:chgData name="Gill, Gaurav" userId="9da6cf44-1ce0-4d5b-ac6f-9ec5e003c700" providerId="ADAL" clId="{3F83E967-8960-417D-BEF1-ECA81DB7EC79}" dt="2026-09-21T14:03:02.440" v="1237" actId="14100"/>
          <ac:spMkLst>
            <pc:docMk/>
            <pc:sldMk cId="1428173778" sldId="419"/>
            <ac:spMk id="27" creationId="{55459B53-4632-5FAA-9212-7D295BBCA2C4}"/>
          </ac:spMkLst>
        </pc:spChg>
        <pc:spChg chg="del">
          <ac:chgData name="Gill, Gaurav" userId="9da6cf44-1ce0-4d5b-ac6f-9ec5e003c700" providerId="ADAL" clId="{3F83E967-8960-417D-BEF1-ECA81DB7EC79}" dt="2026-09-21T13:15:02.395" v="154" actId="478"/>
          <ac:spMkLst>
            <pc:docMk/>
            <pc:sldMk cId="1428173778" sldId="419"/>
            <ac:spMk id="30" creationId="{6B6B69FF-732F-0C05-D839-235DC5AE6BBA}"/>
          </ac:spMkLst>
        </pc:spChg>
        <pc:spChg chg="del">
          <ac:chgData name="Gill, Gaurav" userId="9da6cf44-1ce0-4d5b-ac6f-9ec5e003c700" providerId="ADAL" clId="{3F83E967-8960-417D-BEF1-ECA81DB7EC79}" dt="2026-09-21T13:15:02.395" v="154" actId="478"/>
          <ac:spMkLst>
            <pc:docMk/>
            <pc:sldMk cId="1428173778" sldId="419"/>
            <ac:spMk id="34" creationId="{CB5BC6FE-A084-C05C-279F-C2EB8827A297}"/>
          </ac:spMkLst>
        </pc:spChg>
        <pc:spChg chg="add mod">
          <ac:chgData name="Gill, Gaurav" userId="9da6cf44-1ce0-4d5b-ac6f-9ec5e003c700" providerId="ADAL" clId="{3F83E967-8960-417D-BEF1-ECA81DB7EC79}" dt="2026-09-21T14:02:19.612" v="1181" actId="403"/>
          <ac:spMkLst>
            <pc:docMk/>
            <pc:sldMk cId="1428173778" sldId="419"/>
            <ac:spMk id="35" creationId="{EAE17C1D-A412-1E1E-EA81-459AE79273D3}"/>
          </ac:spMkLst>
        </pc:spChg>
        <pc:spChg chg="add mod">
          <ac:chgData name="Gill, Gaurav" userId="9da6cf44-1ce0-4d5b-ac6f-9ec5e003c700" providerId="ADAL" clId="{3F83E967-8960-417D-BEF1-ECA81DB7EC79}" dt="2026-09-21T14:03:35.913" v="1315" actId="1036"/>
          <ac:spMkLst>
            <pc:docMk/>
            <pc:sldMk cId="1428173778" sldId="419"/>
            <ac:spMk id="37" creationId="{F8413E12-8FCB-592D-C530-5779135B5CDE}"/>
          </ac:spMkLst>
        </pc:spChg>
        <pc:spChg chg="mod">
          <ac:chgData name="Gill, Gaurav" userId="9da6cf44-1ce0-4d5b-ac6f-9ec5e003c700" providerId="ADAL" clId="{3F83E967-8960-417D-BEF1-ECA81DB7EC79}" dt="2026-09-21T14:03:30.999" v="1306" actId="1036"/>
          <ac:spMkLst>
            <pc:docMk/>
            <pc:sldMk cId="1428173778" sldId="419"/>
            <ac:spMk id="39" creationId="{B6E0EC91-D699-9199-8F75-12419C03AA73}"/>
          </ac:spMkLst>
        </pc:spChg>
        <pc:spChg chg="del">
          <ac:chgData name="Gill, Gaurav" userId="9da6cf44-1ce0-4d5b-ac6f-9ec5e003c700" providerId="ADAL" clId="{3F83E967-8960-417D-BEF1-ECA81DB7EC79}" dt="2026-09-21T13:15:02.395" v="154" actId="478"/>
          <ac:spMkLst>
            <pc:docMk/>
            <pc:sldMk cId="1428173778" sldId="419"/>
            <ac:spMk id="40" creationId="{732E4219-745E-45C6-B9C4-814C07A656C1}"/>
          </ac:spMkLst>
        </pc:spChg>
        <pc:spChg chg="mod">
          <ac:chgData name="Gill, Gaurav" userId="9da6cf44-1ce0-4d5b-ac6f-9ec5e003c700" providerId="ADAL" clId="{3F83E967-8960-417D-BEF1-ECA81DB7EC79}" dt="2026-09-21T14:03:22.909" v="1289" actId="1036"/>
          <ac:spMkLst>
            <pc:docMk/>
            <pc:sldMk cId="1428173778" sldId="419"/>
            <ac:spMk id="41" creationId="{F79B9559-9E8C-D3B4-C094-4F04E32FC48E}"/>
          </ac:spMkLst>
        </pc:spChg>
        <pc:spChg chg="del">
          <ac:chgData name="Gill, Gaurav" userId="9da6cf44-1ce0-4d5b-ac6f-9ec5e003c700" providerId="ADAL" clId="{3F83E967-8960-417D-BEF1-ECA81DB7EC79}" dt="2026-09-21T13:15:02.395" v="154" actId="478"/>
          <ac:spMkLst>
            <pc:docMk/>
            <pc:sldMk cId="1428173778" sldId="419"/>
            <ac:spMk id="42" creationId="{8A28DB05-7170-56F9-E100-0B8F1179E555}"/>
          </ac:spMkLst>
        </pc:spChg>
        <pc:spChg chg="del">
          <ac:chgData name="Gill, Gaurav" userId="9da6cf44-1ce0-4d5b-ac6f-9ec5e003c700" providerId="ADAL" clId="{3F83E967-8960-417D-BEF1-ECA81DB7EC79}" dt="2026-09-21T13:15:02.395" v="154" actId="478"/>
          <ac:spMkLst>
            <pc:docMk/>
            <pc:sldMk cId="1428173778" sldId="419"/>
            <ac:spMk id="44" creationId="{5490C9F0-0201-B075-10E3-19A560ED99B2}"/>
          </ac:spMkLst>
        </pc:spChg>
        <pc:spChg chg="add mod">
          <ac:chgData name="Gill, Gaurav" userId="9da6cf44-1ce0-4d5b-ac6f-9ec5e003c700" providerId="ADAL" clId="{3F83E967-8960-417D-BEF1-ECA81DB7EC79}" dt="2026-09-21T14:03:07.008" v="1254" actId="1036"/>
          <ac:spMkLst>
            <pc:docMk/>
            <pc:sldMk cId="1428173778" sldId="419"/>
            <ac:spMk id="45" creationId="{A94DD212-C054-CC8E-7782-B690D077055B}"/>
          </ac:spMkLst>
        </pc:spChg>
        <pc:spChg chg="mod">
          <ac:chgData name="Gill, Gaurav" userId="9da6cf44-1ce0-4d5b-ac6f-9ec5e003c700" providerId="ADAL" clId="{3F83E967-8960-417D-BEF1-ECA81DB7EC79}" dt="2026-09-21T14:03:02.440" v="1237" actId="14100"/>
          <ac:spMkLst>
            <pc:docMk/>
            <pc:sldMk cId="1428173778" sldId="419"/>
            <ac:spMk id="46" creationId="{98FACDD4-C8A4-C40C-F785-C25E9D0C1103}"/>
          </ac:spMkLst>
        </pc:spChg>
        <pc:spChg chg="mod">
          <ac:chgData name="Gill, Gaurav" userId="9da6cf44-1ce0-4d5b-ac6f-9ec5e003c700" providerId="ADAL" clId="{3F83E967-8960-417D-BEF1-ECA81DB7EC79}" dt="2026-09-21T13:15:13.255" v="156"/>
          <ac:spMkLst>
            <pc:docMk/>
            <pc:sldMk cId="1428173778" sldId="419"/>
            <ac:spMk id="48" creationId="{40454C53-E1CF-5147-0512-3A2FA24571BE}"/>
          </ac:spMkLst>
        </pc:spChg>
        <pc:spChg chg="mod">
          <ac:chgData name="Gill, Gaurav" userId="9da6cf44-1ce0-4d5b-ac6f-9ec5e003c700" providerId="ADAL" clId="{3F83E967-8960-417D-BEF1-ECA81DB7EC79}" dt="2026-09-21T14:36:32.781" v="1401" actId="20577"/>
          <ac:spMkLst>
            <pc:docMk/>
            <pc:sldMk cId="1428173778" sldId="419"/>
            <ac:spMk id="49" creationId="{A32B72E6-69D0-7A8D-6AC4-4EDF1387065F}"/>
          </ac:spMkLst>
        </pc:spChg>
        <pc:spChg chg="add mod">
          <ac:chgData name="Gill, Gaurav" userId="9da6cf44-1ce0-4d5b-ac6f-9ec5e003c700" providerId="ADAL" clId="{3F83E967-8960-417D-BEF1-ECA81DB7EC79}" dt="2026-09-21T13:15:02.850" v="155"/>
          <ac:spMkLst>
            <pc:docMk/>
            <pc:sldMk cId="1428173778" sldId="419"/>
            <ac:spMk id="50" creationId="{48E5CB06-E50A-7D10-E057-5B3796B96BCB}"/>
          </ac:spMkLst>
        </pc:spChg>
        <pc:spChg chg="add mod">
          <ac:chgData name="Gill, Gaurav" userId="9da6cf44-1ce0-4d5b-ac6f-9ec5e003c700" providerId="ADAL" clId="{3F83E967-8960-417D-BEF1-ECA81DB7EC79}" dt="2026-09-21T14:02:19.612" v="1181" actId="403"/>
          <ac:spMkLst>
            <pc:docMk/>
            <pc:sldMk cId="1428173778" sldId="419"/>
            <ac:spMk id="53" creationId="{6D9F00CF-2103-052B-EA4D-0D36C958B4D3}"/>
          </ac:spMkLst>
        </pc:spChg>
        <pc:spChg chg="add mod">
          <ac:chgData name="Gill, Gaurav" userId="9da6cf44-1ce0-4d5b-ac6f-9ec5e003c700" providerId="ADAL" clId="{3F83E967-8960-417D-BEF1-ECA81DB7EC79}" dt="2026-09-21T14:03:35.913" v="1315" actId="1036"/>
          <ac:spMkLst>
            <pc:docMk/>
            <pc:sldMk cId="1428173778" sldId="419"/>
            <ac:spMk id="54" creationId="{4BC0165F-7CFB-5FC5-7BE8-66C68F451A4E}"/>
          </ac:spMkLst>
        </pc:spChg>
        <pc:spChg chg="mod">
          <ac:chgData name="Gill, Gaurav" userId="9da6cf44-1ce0-4d5b-ac6f-9ec5e003c700" providerId="ADAL" clId="{3F83E967-8960-417D-BEF1-ECA81DB7EC79}" dt="2026-09-21T14:03:30.999" v="1306" actId="1036"/>
          <ac:spMkLst>
            <pc:docMk/>
            <pc:sldMk cId="1428173778" sldId="419"/>
            <ac:spMk id="55" creationId="{81F22896-BFCF-C703-45D4-8D0B9C0748F5}"/>
          </ac:spMkLst>
        </pc:spChg>
        <pc:spChg chg="mod">
          <ac:chgData name="Gill, Gaurav" userId="9da6cf44-1ce0-4d5b-ac6f-9ec5e003c700" providerId="ADAL" clId="{3F83E967-8960-417D-BEF1-ECA81DB7EC79}" dt="2026-09-21T14:03:22.909" v="1289" actId="1036"/>
          <ac:spMkLst>
            <pc:docMk/>
            <pc:sldMk cId="1428173778" sldId="419"/>
            <ac:spMk id="56" creationId="{B9A29406-F7FD-C0FC-B74F-FD9DD7E0B461}"/>
          </ac:spMkLst>
        </pc:spChg>
        <pc:spChg chg="mod">
          <ac:chgData name="Gill, Gaurav" userId="9da6cf44-1ce0-4d5b-ac6f-9ec5e003c700" providerId="ADAL" clId="{3F83E967-8960-417D-BEF1-ECA81DB7EC79}" dt="2026-09-21T14:03:07.008" v="1254" actId="1036"/>
          <ac:spMkLst>
            <pc:docMk/>
            <pc:sldMk cId="1428173778" sldId="419"/>
            <ac:spMk id="58" creationId="{DC99E662-5888-327F-4EA3-C195A1580FC3}"/>
          </ac:spMkLst>
        </pc:spChg>
        <pc:spChg chg="add mod">
          <ac:chgData name="Gill, Gaurav" userId="9da6cf44-1ce0-4d5b-ac6f-9ec5e003c700" providerId="ADAL" clId="{3F83E967-8960-417D-BEF1-ECA81DB7EC79}" dt="2026-09-21T14:02:54.338" v="1236" actId="1036"/>
          <ac:spMkLst>
            <pc:docMk/>
            <pc:sldMk cId="1428173778" sldId="419"/>
            <ac:spMk id="59" creationId="{BEB7FE13-78F1-C3C3-A8AD-C1F47F3BE813}"/>
          </ac:spMkLst>
        </pc:spChg>
        <pc:spChg chg="del mod">
          <ac:chgData name="Gill, Gaurav" userId="9da6cf44-1ce0-4d5b-ac6f-9ec5e003c700" providerId="ADAL" clId="{3F83E967-8960-417D-BEF1-ECA81DB7EC79}" dt="2026-09-21T14:01:50.611" v="1171" actId="478"/>
          <ac:spMkLst>
            <pc:docMk/>
            <pc:sldMk cId="1428173778" sldId="419"/>
            <ac:spMk id="60" creationId="{ED20D61A-8F17-E027-EBF5-E499DCCC9E5E}"/>
          </ac:spMkLst>
        </pc:spChg>
        <pc:spChg chg="del mod">
          <ac:chgData name="Gill, Gaurav" userId="9da6cf44-1ce0-4d5b-ac6f-9ec5e003c700" providerId="ADAL" clId="{3F83E967-8960-417D-BEF1-ECA81DB7EC79}" dt="2026-09-21T14:01:50.611" v="1171" actId="478"/>
          <ac:spMkLst>
            <pc:docMk/>
            <pc:sldMk cId="1428173778" sldId="419"/>
            <ac:spMk id="61" creationId="{3D40FEBE-5011-C782-7CF6-1D79C6E24658}"/>
          </ac:spMkLst>
        </pc:spChg>
        <pc:spChg chg="add mod">
          <ac:chgData name="Gill, Gaurav" userId="9da6cf44-1ce0-4d5b-ac6f-9ec5e003c700" providerId="ADAL" clId="{3F83E967-8960-417D-BEF1-ECA81DB7EC79}" dt="2026-09-21T14:02:52.035" v="1221" actId="1035"/>
          <ac:spMkLst>
            <pc:docMk/>
            <pc:sldMk cId="1428173778" sldId="419"/>
            <ac:spMk id="62" creationId="{FC6E51C2-4610-6005-6DB8-69490CBF1B5E}"/>
          </ac:spMkLst>
        </pc:spChg>
        <pc:spChg chg="mod">
          <ac:chgData name="Gill, Gaurav" userId="9da6cf44-1ce0-4d5b-ac6f-9ec5e003c700" providerId="ADAL" clId="{3F83E967-8960-417D-BEF1-ECA81DB7EC79}" dt="2026-09-21T13:15:49.943" v="161" actId="20577"/>
          <ac:spMkLst>
            <pc:docMk/>
            <pc:sldMk cId="1428173778" sldId="419"/>
            <ac:spMk id="92" creationId="{4D04F86C-AECC-F3C5-0551-C9A56B242E0C}"/>
          </ac:spMkLst>
        </pc:spChg>
        <pc:cxnChg chg="mod">
          <ac:chgData name="Gill, Gaurav" userId="9da6cf44-1ce0-4d5b-ac6f-9ec5e003c700" providerId="ADAL" clId="{3F83E967-8960-417D-BEF1-ECA81DB7EC79}" dt="2026-09-21T14:03:18.036" v="1280" actId="1035"/>
          <ac:cxnSpMkLst>
            <pc:docMk/>
            <pc:sldMk cId="1428173778" sldId="419"/>
            <ac:cxnSpMk id="23" creationId="{307C5DB2-ADCF-2DAD-9BBA-B1EB3D71FF5F}"/>
          </ac:cxnSpMkLst>
        </pc:cxnChg>
        <pc:cxnChg chg="mod">
          <ac:chgData name="Gill, Gaurav" userId="9da6cf44-1ce0-4d5b-ac6f-9ec5e003c700" providerId="ADAL" clId="{3F83E967-8960-417D-BEF1-ECA81DB7EC79}" dt="2026-09-21T14:03:18.036" v="1280" actId="1035"/>
          <ac:cxnSpMkLst>
            <pc:docMk/>
            <pc:sldMk cId="1428173778" sldId="419"/>
            <ac:cxnSpMk id="43" creationId="{5F6E0B5F-4F84-106D-ABDC-BCCFDA64F850}"/>
          </ac:cxnSpMkLst>
        </pc:cxnChg>
        <pc:cxnChg chg="mod">
          <ac:chgData name="Gill, Gaurav" userId="9da6cf44-1ce0-4d5b-ac6f-9ec5e003c700" providerId="ADAL" clId="{3F83E967-8960-417D-BEF1-ECA81DB7EC79}" dt="2026-09-21T14:03:18.036" v="1280" actId="1035"/>
          <ac:cxnSpMkLst>
            <pc:docMk/>
            <pc:sldMk cId="1428173778" sldId="419"/>
            <ac:cxnSpMk id="57" creationId="{44BA3ED3-DFB7-FD68-0F53-445F91CE199E}"/>
          </ac:cxnSpMkLst>
        </pc:cxnChg>
      </pc:sldChg>
      <pc:sldChg chg="addSp delSp modSp add mod">
        <pc:chgData name="Gill, Gaurav" userId="9da6cf44-1ce0-4d5b-ac6f-9ec5e003c700" providerId="ADAL" clId="{3F83E967-8960-417D-BEF1-ECA81DB7EC79}" dt="2026-09-21T14:37:13.309" v="1409" actId="20577"/>
        <pc:sldMkLst>
          <pc:docMk/>
          <pc:sldMk cId="4113161193" sldId="420"/>
        </pc:sldMkLst>
        <pc:spChg chg="mod">
          <ac:chgData name="Gill, Gaurav" userId="9da6cf44-1ce0-4d5b-ac6f-9ec5e003c700" providerId="ADAL" clId="{3F83E967-8960-417D-BEF1-ECA81DB7EC79}" dt="2026-09-21T13:16:34.655" v="168" actId="20577"/>
          <ac:spMkLst>
            <pc:docMk/>
            <pc:sldMk cId="4113161193" sldId="420"/>
            <ac:spMk id="4" creationId="{93958448-3E95-E1F0-5B95-23942B1C9F14}"/>
          </ac:spMkLst>
        </pc:spChg>
        <pc:spChg chg="mod">
          <ac:chgData name="Gill, Gaurav" userId="9da6cf44-1ce0-4d5b-ac6f-9ec5e003c700" providerId="ADAL" clId="{3F83E967-8960-417D-BEF1-ECA81DB7EC79}" dt="2026-09-21T14:03:59.133" v="1317" actId="403"/>
          <ac:spMkLst>
            <pc:docMk/>
            <pc:sldMk cId="4113161193" sldId="420"/>
            <ac:spMk id="6" creationId="{A07D9364-9FE8-8294-408F-D31CBA90AB5E}"/>
          </ac:spMkLst>
        </pc:spChg>
        <pc:spChg chg="del">
          <ac:chgData name="Gill, Gaurav" userId="9da6cf44-1ce0-4d5b-ac6f-9ec5e003c700" providerId="ADAL" clId="{3F83E967-8960-417D-BEF1-ECA81DB7EC79}" dt="2026-09-21T13:16:07.529" v="164" actId="478"/>
          <ac:spMkLst>
            <pc:docMk/>
            <pc:sldMk cId="4113161193" sldId="420"/>
            <ac:spMk id="7" creationId="{22258EED-B97C-4E68-F468-759005447FF7}"/>
          </ac:spMkLst>
        </pc:spChg>
        <pc:spChg chg="add mod">
          <ac:chgData name="Gill, Gaurav" userId="9da6cf44-1ce0-4d5b-ac6f-9ec5e003c700" providerId="ADAL" clId="{3F83E967-8960-417D-BEF1-ECA81DB7EC79}" dt="2026-09-21T13:16:08.131" v="165"/>
          <ac:spMkLst>
            <pc:docMk/>
            <pc:sldMk cId="4113161193" sldId="420"/>
            <ac:spMk id="10" creationId="{7F3DE5F6-9148-81D1-63AE-9CF7FF294992}"/>
          </ac:spMkLst>
        </pc:spChg>
        <pc:spChg chg="del">
          <ac:chgData name="Gill, Gaurav" userId="9da6cf44-1ce0-4d5b-ac6f-9ec5e003c700" providerId="ADAL" clId="{3F83E967-8960-417D-BEF1-ECA81DB7EC79}" dt="2026-09-21T13:16:07.529" v="164" actId="478"/>
          <ac:spMkLst>
            <pc:docMk/>
            <pc:sldMk cId="4113161193" sldId="420"/>
            <ac:spMk id="13" creationId="{D3A83689-2389-50BA-6297-1A94EE11E987}"/>
          </ac:spMkLst>
        </pc:spChg>
        <pc:spChg chg="add mod">
          <ac:chgData name="Gill, Gaurav" userId="9da6cf44-1ce0-4d5b-ac6f-9ec5e003c700" providerId="ADAL" clId="{3F83E967-8960-417D-BEF1-ECA81DB7EC79}" dt="2026-09-21T13:16:08.131" v="165"/>
          <ac:spMkLst>
            <pc:docMk/>
            <pc:sldMk cId="4113161193" sldId="420"/>
            <ac:spMk id="18" creationId="{DB9E428A-AAEF-5C42-3ED9-EF8511C57049}"/>
          </ac:spMkLst>
        </pc:spChg>
        <pc:spChg chg="add mod">
          <ac:chgData name="Gill, Gaurav" userId="9da6cf44-1ce0-4d5b-ac6f-9ec5e003c700" providerId="ADAL" clId="{3F83E967-8960-417D-BEF1-ECA81DB7EC79}" dt="2026-09-21T13:16:08.131" v="165"/>
          <ac:spMkLst>
            <pc:docMk/>
            <pc:sldMk cId="4113161193" sldId="420"/>
            <ac:spMk id="26" creationId="{1E69910B-39F0-0BAF-15DD-BFB4220503F7}"/>
          </ac:spMkLst>
        </pc:spChg>
        <pc:spChg chg="add mod">
          <ac:chgData name="Gill, Gaurav" userId="9da6cf44-1ce0-4d5b-ac6f-9ec5e003c700" providerId="ADAL" clId="{3F83E967-8960-417D-BEF1-ECA81DB7EC79}" dt="2026-09-21T13:16:08.131" v="165"/>
          <ac:spMkLst>
            <pc:docMk/>
            <pc:sldMk cId="4113161193" sldId="420"/>
            <ac:spMk id="28" creationId="{658600A8-D366-C633-7BFB-E11BDAFD9DCE}"/>
          </ac:spMkLst>
        </pc:spChg>
        <pc:spChg chg="add mod">
          <ac:chgData name="Gill, Gaurav" userId="9da6cf44-1ce0-4d5b-ac6f-9ec5e003c700" providerId="ADAL" clId="{3F83E967-8960-417D-BEF1-ECA81DB7EC79}" dt="2026-09-21T13:16:08.131" v="165"/>
          <ac:spMkLst>
            <pc:docMk/>
            <pc:sldMk cId="4113161193" sldId="420"/>
            <ac:spMk id="30" creationId="{323387EE-EE31-102E-57B5-90BC5504C0E2}"/>
          </ac:spMkLst>
        </pc:spChg>
        <pc:spChg chg="add mod">
          <ac:chgData name="Gill, Gaurav" userId="9da6cf44-1ce0-4d5b-ac6f-9ec5e003c700" providerId="ADAL" clId="{3F83E967-8960-417D-BEF1-ECA81DB7EC79}" dt="2026-09-21T13:16:08.131" v="165"/>
          <ac:spMkLst>
            <pc:docMk/>
            <pc:sldMk cId="4113161193" sldId="420"/>
            <ac:spMk id="34" creationId="{193278E4-2634-3839-3C08-AC128DA55EC8}"/>
          </ac:spMkLst>
        </pc:spChg>
        <pc:spChg chg="del">
          <ac:chgData name="Gill, Gaurav" userId="9da6cf44-1ce0-4d5b-ac6f-9ec5e003c700" providerId="ADAL" clId="{3F83E967-8960-417D-BEF1-ECA81DB7EC79}" dt="2026-09-21T13:16:07.529" v="164" actId="478"/>
          <ac:spMkLst>
            <pc:docMk/>
            <pc:sldMk cId="4113161193" sldId="420"/>
            <ac:spMk id="35" creationId="{634AA9D4-250A-5D98-DB39-C552B6441953}"/>
          </ac:spMkLst>
        </pc:spChg>
        <pc:spChg chg="del">
          <ac:chgData name="Gill, Gaurav" userId="9da6cf44-1ce0-4d5b-ac6f-9ec5e003c700" providerId="ADAL" clId="{3F83E967-8960-417D-BEF1-ECA81DB7EC79}" dt="2026-09-21T13:16:07.529" v="164" actId="478"/>
          <ac:spMkLst>
            <pc:docMk/>
            <pc:sldMk cId="4113161193" sldId="420"/>
            <ac:spMk id="37" creationId="{DAC71985-F893-5F11-5837-B089CA80DF3E}"/>
          </ac:spMkLst>
        </pc:spChg>
        <pc:spChg chg="del">
          <ac:chgData name="Gill, Gaurav" userId="9da6cf44-1ce0-4d5b-ac6f-9ec5e003c700" providerId="ADAL" clId="{3F83E967-8960-417D-BEF1-ECA81DB7EC79}" dt="2026-09-21T13:16:07.529" v="164" actId="478"/>
          <ac:spMkLst>
            <pc:docMk/>
            <pc:sldMk cId="4113161193" sldId="420"/>
            <ac:spMk id="41" creationId="{29B31AE9-0BA6-7A34-A92F-5ED0AB4643E5}"/>
          </ac:spMkLst>
        </pc:spChg>
        <pc:spChg chg="add mod">
          <ac:chgData name="Gill, Gaurav" userId="9da6cf44-1ce0-4d5b-ac6f-9ec5e003c700" providerId="ADAL" clId="{3F83E967-8960-417D-BEF1-ECA81DB7EC79}" dt="2026-09-21T13:16:08.131" v="165"/>
          <ac:spMkLst>
            <pc:docMk/>
            <pc:sldMk cId="4113161193" sldId="420"/>
            <ac:spMk id="42" creationId="{07804372-87A0-6062-2233-62D734C6C3F5}"/>
          </ac:spMkLst>
        </pc:spChg>
        <pc:spChg chg="del">
          <ac:chgData name="Gill, Gaurav" userId="9da6cf44-1ce0-4d5b-ac6f-9ec5e003c700" providerId="ADAL" clId="{3F83E967-8960-417D-BEF1-ECA81DB7EC79}" dt="2026-09-21T13:16:07.529" v="164" actId="478"/>
          <ac:spMkLst>
            <pc:docMk/>
            <pc:sldMk cId="4113161193" sldId="420"/>
            <ac:spMk id="47" creationId="{F566FBCA-6F8E-79AE-C1DA-4B3D48FEDE31}"/>
          </ac:spMkLst>
        </pc:spChg>
        <pc:spChg chg="mod">
          <ac:chgData name="Gill, Gaurav" userId="9da6cf44-1ce0-4d5b-ac6f-9ec5e003c700" providerId="ADAL" clId="{3F83E967-8960-417D-BEF1-ECA81DB7EC79}" dt="2026-09-21T13:16:18.332" v="166"/>
          <ac:spMkLst>
            <pc:docMk/>
            <pc:sldMk cId="4113161193" sldId="420"/>
            <ac:spMk id="48" creationId="{5B396D31-9777-F440-20D1-8F203FBBF56B}"/>
          </ac:spMkLst>
        </pc:spChg>
        <pc:spChg chg="mod">
          <ac:chgData name="Gill, Gaurav" userId="9da6cf44-1ce0-4d5b-ac6f-9ec5e003c700" providerId="ADAL" clId="{3F83E967-8960-417D-BEF1-ECA81DB7EC79}" dt="2026-09-21T14:37:13.309" v="1409" actId="20577"/>
          <ac:spMkLst>
            <pc:docMk/>
            <pc:sldMk cId="4113161193" sldId="420"/>
            <ac:spMk id="49" creationId="{227EBF4D-5743-3356-E835-880F7D0B25F8}"/>
          </ac:spMkLst>
        </pc:spChg>
        <pc:spChg chg="del">
          <ac:chgData name="Gill, Gaurav" userId="9da6cf44-1ce0-4d5b-ac6f-9ec5e003c700" providerId="ADAL" clId="{3F83E967-8960-417D-BEF1-ECA81DB7EC79}" dt="2026-09-21T13:16:07.529" v="164" actId="478"/>
          <ac:spMkLst>
            <pc:docMk/>
            <pc:sldMk cId="4113161193" sldId="420"/>
            <ac:spMk id="56" creationId="{704E8156-374C-4308-521E-B2EE85B3D5B5}"/>
          </ac:spMkLst>
        </pc:spChg>
        <pc:spChg chg="del">
          <ac:chgData name="Gill, Gaurav" userId="9da6cf44-1ce0-4d5b-ac6f-9ec5e003c700" providerId="ADAL" clId="{3F83E967-8960-417D-BEF1-ECA81DB7EC79}" dt="2026-09-21T13:16:07.529" v="164" actId="478"/>
          <ac:spMkLst>
            <pc:docMk/>
            <pc:sldMk cId="4113161193" sldId="420"/>
            <ac:spMk id="59" creationId="{6897771D-A87C-EFC0-1C94-006244057654}"/>
          </ac:spMkLst>
        </pc:spChg>
        <pc:spChg chg="del">
          <ac:chgData name="Gill, Gaurav" userId="9da6cf44-1ce0-4d5b-ac6f-9ec5e003c700" providerId="ADAL" clId="{3F83E967-8960-417D-BEF1-ECA81DB7EC79}" dt="2026-09-21T13:16:07.529" v="164" actId="478"/>
          <ac:spMkLst>
            <pc:docMk/>
            <pc:sldMk cId="4113161193" sldId="420"/>
            <ac:spMk id="61" creationId="{4F95F3B5-E48E-D9FE-F495-B341E9563496}"/>
          </ac:spMkLst>
        </pc:spChg>
        <pc:spChg chg="del">
          <ac:chgData name="Gill, Gaurav" userId="9da6cf44-1ce0-4d5b-ac6f-9ec5e003c700" providerId="ADAL" clId="{3F83E967-8960-417D-BEF1-ECA81DB7EC79}" dt="2026-09-21T13:16:07.529" v="164" actId="478"/>
          <ac:spMkLst>
            <pc:docMk/>
            <pc:sldMk cId="4113161193" sldId="420"/>
            <ac:spMk id="62" creationId="{55B3004E-3DE1-B333-AE2F-97DA6332F538}"/>
          </ac:spMkLst>
        </pc:spChg>
        <pc:spChg chg="add mod">
          <ac:chgData name="Gill, Gaurav" userId="9da6cf44-1ce0-4d5b-ac6f-9ec5e003c700" providerId="ADAL" clId="{3F83E967-8960-417D-BEF1-ECA81DB7EC79}" dt="2026-09-21T13:16:08.131" v="165"/>
          <ac:spMkLst>
            <pc:docMk/>
            <pc:sldMk cId="4113161193" sldId="420"/>
            <ac:spMk id="65" creationId="{664C831E-A67D-4D9C-D159-EBCA0837B3B7}"/>
          </ac:spMkLst>
        </pc:spChg>
        <pc:spChg chg="add mod">
          <ac:chgData name="Gill, Gaurav" userId="9da6cf44-1ce0-4d5b-ac6f-9ec5e003c700" providerId="ADAL" clId="{3F83E967-8960-417D-BEF1-ECA81DB7EC79}" dt="2026-09-21T14:04:22.784" v="1326" actId="20577"/>
          <ac:spMkLst>
            <pc:docMk/>
            <pc:sldMk cId="4113161193" sldId="420"/>
            <ac:spMk id="73" creationId="{8CFDD5A1-3937-B917-686D-3701814395A4}"/>
          </ac:spMkLst>
        </pc:spChg>
        <pc:spChg chg="add del mod">
          <ac:chgData name="Gill, Gaurav" userId="9da6cf44-1ce0-4d5b-ac6f-9ec5e003c700" providerId="ADAL" clId="{3F83E967-8960-417D-BEF1-ECA81DB7EC79}" dt="2026-09-21T14:04:19.903" v="1324" actId="478"/>
          <ac:spMkLst>
            <pc:docMk/>
            <pc:sldMk cId="4113161193" sldId="420"/>
            <ac:spMk id="74" creationId="{C593430B-D057-4C43-F6FC-55C946978D85}"/>
          </ac:spMkLst>
        </pc:spChg>
        <pc:spChg chg="mod">
          <ac:chgData name="Gill, Gaurav" userId="9da6cf44-1ce0-4d5b-ac6f-9ec5e003c700" providerId="ADAL" clId="{3F83E967-8960-417D-BEF1-ECA81DB7EC79}" dt="2026-09-21T13:16:43.523" v="169"/>
          <ac:spMkLst>
            <pc:docMk/>
            <pc:sldMk cId="4113161193" sldId="420"/>
            <ac:spMk id="92" creationId="{713117BF-E335-5392-F37A-71F67B911E38}"/>
          </ac:spMkLst>
        </pc:spChg>
      </pc:sldChg>
      <pc:sldChg chg="addSp delSp modSp add mod ord">
        <pc:chgData name="Gill, Gaurav" userId="9da6cf44-1ce0-4d5b-ac6f-9ec5e003c700" providerId="ADAL" clId="{3F83E967-8960-417D-BEF1-ECA81DB7EC79}" dt="2026-09-21T14:37:23.351" v="1413"/>
        <pc:sldMkLst>
          <pc:docMk/>
          <pc:sldMk cId="3290999650" sldId="421"/>
        </pc:sldMkLst>
        <pc:spChg chg="del">
          <ac:chgData name="Gill, Gaurav" userId="9da6cf44-1ce0-4d5b-ac6f-9ec5e003c700" providerId="ADAL" clId="{3F83E967-8960-417D-BEF1-ECA81DB7EC79}" dt="2026-09-21T13:17:03.037" v="172" actId="478"/>
          <ac:spMkLst>
            <pc:docMk/>
            <pc:sldMk cId="3290999650" sldId="421"/>
            <ac:spMk id="2" creationId="{CCA7CA26-D899-5EB7-4127-060FE2DB771B}"/>
          </ac:spMkLst>
        </pc:spChg>
        <pc:spChg chg="mod">
          <ac:chgData name="Gill, Gaurav" userId="9da6cf44-1ce0-4d5b-ac6f-9ec5e003c700" providerId="ADAL" clId="{3F83E967-8960-417D-BEF1-ECA81DB7EC79}" dt="2026-09-21T13:17:37.184" v="177"/>
          <ac:spMkLst>
            <pc:docMk/>
            <pc:sldMk cId="3290999650" sldId="421"/>
            <ac:spMk id="4" creationId="{79A7D235-02D7-77C0-72C0-F29FCF67F491}"/>
          </ac:spMkLst>
        </pc:spChg>
        <pc:spChg chg="add mod">
          <ac:chgData name="Gill, Gaurav" userId="9da6cf44-1ce0-4d5b-ac6f-9ec5e003c700" providerId="ADAL" clId="{3F83E967-8960-417D-BEF1-ECA81DB7EC79}" dt="2026-09-21T13:17:11.516" v="174"/>
          <ac:spMkLst>
            <pc:docMk/>
            <pc:sldMk cId="3290999650" sldId="421"/>
            <ac:spMk id="7" creationId="{2ED590EC-7A44-7C92-FF40-19FD0DD73623}"/>
          </ac:spMkLst>
        </pc:spChg>
        <pc:spChg chg="add mod">
          <ac:chgData name="Gill, Gaurav" userId="9da6cf44-1ce0-4d5b-ac6f-9ec5e003c700" providerId="ADAL" clId="{3F83E967-8960-417D-BEF1-ECA81DB7EC79}" dt="2026-09-21T13:17:11.516" v="174"/>
          <ac:spMkLst>
            <pc:docMk/>
            <pc:sldMk cId="3290999650" sldId="421"/>
            <ac:spMk id="9" creationId="{0D21F2B8-6572-C5B2-D121-02A15EE60557}"/>
          </ac:spMkLst>
        </pc:spChg>
        <pc:spChg chg="del">
          <ac:chgData name="Gill, Gaurav" userId="9da6cf44-1ce0-4d5b-ac6f-9ec5e003c700" providerId="ADAL" clId="{3F83E967-8960-417D-BEF1-ECA81DB7EC79}" dt="2026-09-21T13:17:03.037" v="172" actId="478"/>
          <ac:spMkLst>
            <pc:docMk/>
            <pc:sldMk cId="3290999650" sldId="421"/>
            <ac:spMk id="10" creationId="{9DCA13DB-B71B-A76E-3595-824932DFB99F}"/>
          </ac:spMkLst>
        </pc:spChg>
        <pc:spChg chg="add mod">
          <ac:chgData name="Gill, Gaurav" userId="9da6cf44-1ce0-4d5b-ac6f-9ec5e003c700" providerId="ADAL" clId="{3F83E967-8960-417D-BEF1-ECA81DB7EC79}" dt="2026-09-21T13:17:11.516" v="174"/>
          <ac:spMkLst>
            <pc:docMk/>
            <pc:sldMk cId="3290999650" sldId="421"/>
            <ac:spMk id="11" creationId="{0668BDCD-8ABB-3621-1478-E11DF7149B09}"/>
          </ac:spMkLst>
        </pc:spChg>
        <pc:spChg chg="del">
          <ac:chgData name="Gill, Gaurav" userId="9da6cf44-1ce0-4d5b-ac6f-9ec5e003c700" providerId="ADAL" clId="{3F83E967-8960-417D-BEF1-ECA81DB7EC79}" dt="2026-09-21T13:17:03.037" v="172" actId="478"/>
          <ac:spMkLst>
            <pc:docMk/>
            <pc:sldMk cId="3290999650" sldId="421"/>
            <ac:spMk id="12" creationId="{6307D435-AAD0-E1D1-38B1-BE19107439F5}"/>
          </ac:spMkLst>
        </pc:spChg>
        <pc:spChg chg="add mod">
          <ac:chgData name="Gill, Gaurav" userId="9da6cf44-1ce0-4d5b-ac6f-9ec5e003c700" providerId="ADAL" clId="{3F83E967-8960-417D-BEF1-ECA81DB7EC79}" dt="2026-09-21T13:17:11.516" v="174"/>
          <ac:spMkLst>
            <pc:docMk/>
            <pc:sldMk cId="3290999650" sldId="421"/>
            <ac:spMk id="15" creationId="{57949009-DCE3-BF94-3B70-AECCFA0A3E53}"/>
          </ac:spMkLst>
        </pc:spChg>
        <pc:spChg chg="del">
          <ac:chgData name="Gill, Gaurav" userId="9da6cf44-1ce0-4d5b-ac6f-9ec5e003c700" providerId="ADAL" clId="{3F83E967-8960-417D-BEF1-ECA81DB7EC79}" dt="2026-09-21T13:17:03.037" v="172" actId="478"/>
          <ac:spMkLst>
            <pc:docMk/>
            <pc:sldMk cId="3290999650" sldId="421"/>
            <ac:spMk id="16" creationId="{048C84F8-4BE9-7AE7-C147-53F5DAD39124}"/>
          </ac:spMkLst>
        </pc:spChg>
        <pc:spChg chg="add mod">
          <ac:chgData name="Gill, Gaurav" userId="9da6cf44-1ce0-4d5b-ac6f-9ec5e003c700" providerId="ADAL" clId="{3F83E967-8960-417D-BEF1-ECA81DB7EC79}" dt="2026-09-21T13:17:11.516" v="174"/>
          <ac:spMkLst>
            <pc:docMk/>
            <pc:sldMk cId="3290999650" sldId="421"/>
            <ac:spMk id="17" creationId="{68334668-87F8-3E7A-DC6F-366E07AF8B4E}"/>
          </ac:spMkLst>
        </pc:spChg>
        <pc:spChg chg="add mod">
          <ac:chgData name="Gill, Gaurav" userId="9da6cf44-1ce0-4d5b-ac6f-9ec5e003c700" providerId="ADAL" clId="{3F83E967-8960-417D-BEF1-ECA81DB7EC79}" dt="2026-09-21T13:17:11.516" v="174"/>
          <ac:spMkLst>
            <pc:docMk/>
            <pc:sldMk cId="3290999650" sldId="421"/>
            <ac:spMk id="25" creationId="{FFAF20C6-D48C-F179-5BAF-983CDC762BD0}"/>
          </ac:spMkLst>
        </pc:spChg>
        <pc:spChg chg="del">
          <ac:chgData name="Gill, Gaurav" userId="9da6cf44-1ce0-4d5b-ac6f-9ec5e003c700" providerId="ADAL" clId="{3F83E967-8960-417D-BEF1-ECA81DB7EC79}" dt="2026-09-21T13:17:03.037" v="172" actId="478"/>
          <ac:spMkLst>
            <pc:docMk/>
            <pc:sldMk cId="3290999650" sldId="421"/>
            <ac:spMk id="28" creationId="{C0476F98-F9A4-37BF-2F51-2FEC914F5806}"/>
          </ac:spMkLst>
        </pc:spChg>
        <pc:spChg chg="del">
          <ac:chgData name="Gill, Gaurav" userId="9da6cf44-1ce0-4d5b-ac6f-9ec5e003c700" providerId="ADAL" clId="{3F83E967-8960-417D-BEF1-ECA81DB7EC79}" dt="2026-09-21T13:17:03.037" v="172" actId="478"/>
          <ac:spMkLst>
            <pc:docMk/>
            <pc:sldMk cId="3290999650" sldId="421"/>
            <ac:spMk id="30" creationId="{BAB96BFF-89B5-29C8-E005-0A605A4BEF91}"/>
          </ac:spMkLst>
        </pc:spChg>
        <pc:spChg chg="add mod">
          <ac:chgData name="Gill, Gaurav" userId="9da6cf44-1ce0-4d5b-ac6f-9ec5e003c700" providerId="ADAL" clId="{3F83E967-8960-417D-BEF1-ECA81DB7EC79}" dt="2026-09-21T13:17:11.516" v="174"/>
          <ac:spMkLst>
            <pc:docMk/>
            <pc:sldMk cId="3290999650" sldId="421"/>
            <ac:spMk id="33" creationId="{87403DF2-83EC-313B-2D68-3109291F88AB}"/>
          </ac:spMkLst>
        </pc:spChg>
        <pc:spChg chg="add mod">
          <ac:chgData name="Gill, Gaurav" userId="9da6cf44-1ce0-4d5b-ac6f-9ec5e003c700" providerId="ADAL" clId="{3F83E967-8960-417D-BEF1-ECA81DB7EC79}" dt="2026-09-21T13:17:11.516" v="174"/>
          <ac:spMkLst>
            <pc:docMk/>
            <pc:sldMk cId="3290999650" sldId="421"/>
            <ac:spMk id="35" creationId="{35FE229D-D03C-7C98-4A58-B86A2A4ADE43}"/>
          </ac:spMkLst>
        </pc:spChg>
        <pc:spChg chg="del">
          <ac:chgData name="Gill, Gaurav" userId="9da6cf44-1ce0-4d5b-ac6f-9ec5e003c700" providerId="ADAL" clId="{3F83E967-8960-417D-BEF1-ECA81DB7EC79}" dt="2026-09-21T13:17:03.037" v="172" actId="478"/>
          <ac:spMkLst>
            <pc:docMk/>
            <pc:sldMk cId="3290999650" sldId="421"/>
            <ac:spMk id="36" creationId="{63C73289-BD2F-1149-9A58-8316DB5321B2}"/>
          </ac:spMkLst>
        </pc:spChg>
        <pc:spChg chg="add mod">
          <ac:chgData name="Gill, Gaurav" userId="9da6cf44-1ce0-4d5b-ac6f-9ec5e003c700" providerId="ADAL" clId="{3F83E967-8960-417D-BEF1-ECA81DB7EC79}" dt="2026-09-21T13:17:11.516" v="174"/>
          <ac:spMkLst>
            <pc:docMk/>
            <pc:sldMk cId="3290999650" sldId="421"/>
            <ac:spMk id="37" creationId="{A9CC0FBA-F961-5979-7C64-B751497D7FCC}"/>
          </ac:spMkLst>
        </pc:spChg>
        <pc:spChg chg="add mod">
          <ac:chgData name="Gill, Gaurav" userId="9da6cf44-1ce0-4d5b-ac6f-9ec5e003c700" providerId="ADAL" clId="{3F83E967-8960-417D-BEF1-ECA81DB7EC79}" dt="2026-09-21T13:17:11.516" v="174"/>
          <ac:spMkLst>
            <pc:docMk/>
            <pc:sldMk cId="3290999650" sldId="421"/>
            <ac:spMk id="39" creationId="{F48543CA-1459-F852-E58F-514B9C24DDEF}"/>
          </ac:spMkLst>
        </pc:spChg>
        <pc:spChg chg="del">
          <ac:chgData name="Gill, Gaurav" userId="9da6cf44-1ce0-4d5b-ac6f-9ec5e003c700" providerId="ADAL" clId="{3F83E967-8960-417D-BEF1-ECA81DB7EC79}" dt="2026-09-21T13:17:03.037" v="172" actId="478"/>
          <ac:spMkLst>
            <pc:docMk/>
            <pc:sldMk cId="3290999650" sldId="421"/>
            <ac:spMk id="42" creationId="{A952036C-950D-57C0-4396-5881AE0A64E4}"/>
          </ac:spMkLst>
        </pc:spChg>
        <pc:spChg chg="mod">
          <ac:chgData name="Gill, Gaurav" userId="9da6cf44-1ce0-4d5b-ac6f-9ec5e003c700" providerId="ADAL" clId="{3F83E967-8960-417D-BEF1-ECA81DB7EC79}" dt="2026-09-21T13:17:19.905" v="175"/>
          <ac:spMkLst>
            <pc:docMk/>
            <pc:sldMk cId="3290999650" sldId="421"/>
            <ac:spMk id="48" creationId="{39BCDA91-64AB-6F71-3F89-669325F7F260}"/>
          </ac:spMkLst>
        </pc:spChg>
        <pc:spChg chg="mod">
          <ac:chgData name="Gill, Gaurav" userId="9da6cf44-1ce0-4d5b-ac6f-9ec5e003c700" providerId="ADAL" clId="{3F83E967-8960-417D-BEF1-ECA81DB7EC79}" dt="2026-09-21T14:37:19.031" v="1411" actId="20577"/>
          <ac:spMkLst>
            <pc:docMk/>
            <pc:sldMk cId="3290999650" sldId="421"/>
            <ac:spMk id="49" creationId="{CA199540-E9AC-C5B9-CCDC-155BCA1916FA}"/>
          </ac:spMkLst>
        </pc:spChg>
        <pc:spChg chg="del">
          <ac:chgData name="Gill, Gaurav" userId="9da6cf44-1ce0-4d5b-ac6f-9ec5e003c700" providerId="ADAL" clId="{3F83E967-8960-417D-BEF1-ECA81DB7EC79}" dt="2026-09-21T13:17:03.037" v="172" actId="478"/>
          <ac:spMkLst>
            <pc:docMk/>
            <pc:sldMk cId="3290999650" sldId="421"/>
            <ac:spMk id="65" creationId="{803F9E40-516F-2CF2-DC94-116FDB3700B4}"/>
          </ac:spMkLst>
        </pc:spChg>
        <pc:spChg chg="del">
          <ac:chgData name="Gill, Gaurav" userId="9da6cf44-1ce0-4d5b-ac6f-9ec5e003c700" providerId="ADAL" clId="{3F83E967-8960-417D-BEF1-ECA81DB7EC79}" dt="2026-09-21T13:17:03.037" v="172" actId="478"/>
          <ac:spMkLst>
            <pc:docMk/>
            <pc:sldMk cId="3290999650" sldId="421"/>
            <ac:spMk id="66" creationId="{094F7DF5-4A88-F01A-7AC6-AEC7870B64FD}"/>
          </ac:spMkLst>
        </pc:spChg>
        <pc:spChg chg="del">
          <ac:chgData name="Gill, Gaurav" userId="9da6cf44-1ce0-4d5b-ac6f-9ec5e003c700" providerId="ADAL" clId="{3F83E967-8960-417D-BEF1-ECA81DB7EC79}" dt="2026-09-21T13:17:10.746" v="173" actId="478"/>
          <ac:spMkLst>
            <pc:docMk/>
            <pc:sldMk cId="3290999650" sldId="421"/>
            <ac:spMk id="92" creationId="{B9C74FC2-AF29-9D69-53A4-47DAA11068CE}"/>
          </ac:spMkLst>
        </pc:spChg>
      </pc:sldChg>
      <pc:sldChg chg="addSp delSp modSp add mod ord">
        <pc:chgData name="Gill, Gaurav" userId="9da6cf44-1ce0-4d5b-ac6f-9ec5e003c700" providerId="ADAL" clId="{3F83E967-8960-417D-BEF1-ECA81DB7EC79}" dt="2026-09-21T14:38:10.789" v="1440" actId="20577"/>
        <pc:sldMkLst>
          <pc:docMk/>
          <pc:sldMk cId="2540299221" sldId="422"/>
        </pc:sldMkLst>
        <pc:spChg chg="del">
          <ac:chgData name="Gill, Gaurav" userId="9da6cf44-1ce0-4d5b-ac6f-9ec5e003c700" providerId="ADAL" clId="{3F83E967-8960-417D-BEF1-ECA81DB7EC79}" dt="2026-09-21T13:18:03.900" v="184" actId="478"/>
          <ac:spMkLst>
            <pc:docMk/>
            <pc:sldMk cId="2540299221" sldId="422"/>
            <ac:spMk id="6" creationId="{9DAE1C54-47B2-1E26-7E1E-AAD42C94585A}"/>
          </ac:spMkLst>
        </pc:spChg>
        <pc:spChg chg="mod">
          <ac:chgData name="Gill, Gaurav" userId="9da6cf44-1ce0-4d5b-ac6f-9ec5e003c700" providerId="ADAL" clId="{3F83E967-8960-417D-BEF1-ECA81DB7EC79}" dt="2026-09-21T13:19:01.530" v="226" actId="1038"/>
          <ac:spMkLst>
            <pc:docMk/>
            <pc:sldMk cId="2540299221" sldId="422"/>
            <ac:spMk id="7" creationId="{D9E70831-5F02-4FA8-9798-92D7C23DC39A}"/>
          </ac:spMkLst>
        </pc:spChg>
        <pc:spChg chg="mod">
          <ac:chgData name="Gill, Gaurav" userId="9da6cf44-1ce0-4d5b-ac6f-9ec5e003c700" providerId="ADAL" clId="{3F83E967-8960-417D-BEF1-ECA81DB7EC79}" dt="2026-09-21T13:19:01.530" v="226" actId="1038"/>
          <ac:spMkLst>
            <pc:docMk/>
            <pc:sldMk cId="2540299221" sldId="422"/>
            <ac:spMk id="9" creationId="{2C1E1C71-1B6B-4CF4-54AC-FF8FD8C0D95C}"/>
          </ac:spMkLst>
        </pc:spChg>
        <pc:spChg chg="del">
          <ac:chgData name="Gill, Gaurav" userId="9da6cf44-1ce0-4d5b-ac6f-9ec5e003c700" providerId="ADAL" clId="{3F83E967-8960-417D-BEF1-ECA81DB7EC79}" dt="2026-09-21T13:18:03.900" v="184" actId="478"/>
          <ac:spMkLst>
            <pc:docMk/>
            <pc:sldMk cId="2540299221" sldId="422"/>
            <ac:spMk id="10" creationId="{2E295776-B74D-374E-6493-84232C8A94B5}"/>
          </ac:spMkLst>
        </pc:spChg>
        <pc:spChg chg="del">
          <ac:chgData name="Gill, Gaurav" userId="9da6cf44-1ce0-4d5b-ac6f-9ec5e003c700" providerId="ADAL" clId="{3F83E967-8960-417D-BEF1-ECA81DB7EC79}" dt="2026-09-21T13:18:03.900" v="184" actId="478"/>
          <ac:spMkLst>
            <pc:docMk/>
            <pc:sldMk cId="2540299221" sldId="422"/>
            <ac:spMk id="14" creationId="{D8011E80-C2E8-4CC0-8A46-00ADC371E158}"/>
          </ac:spMkLst>
        </pc:spChg>
        <pc:spChg chg="mod">
          <ac:chgData name="Gill, Gaurav" userId="9da6cf44-1ce0-4d5b-ac6f-9ec5e003c700" providerId="ADAL" clId="{3F83E967-8960-417D-BEF1-ECA81DB7EC79}" dt="2026-09-21T13:19:01.530" v="226" actId="1038"/>
          <ac:spMkLst>
            <pc:docMk/>
            <pc:sldMk cId="2540299221" sldId="422"/>
            <ac:spMk id="19" creationId="{1B45BB13-ABDB-0CFE-5C31-6D443ADB7E83}"/>
          </ac:spMkLst>
        </pc:spChg>
        <pc:spChg chg="add mod">
          <ac:chgData name="Gill, Gaurav" userId="9da6cf44-1ce0-4d5b-ac6f-9ec5e003c700" providerId="ADAL" clId="{3F83E967-8960-417D-BEF1-ECA81DB7EC79}" dt="2026-09-21T13:18:08.446" v="198" actId="1036"/>
          <ac:spMkLst>
            <pc:docMk/>
            <pc:sldMk cId="2540299221" sldId="422"/>
            <ac:spMk id="23" creationId="{C28E0688-237E-AC6D-ED9D-526816A5B79F}"/>
          </ac:spMkLst>
        </pc:spChg>
        <pc:spChg chg="add mod">
          <ac:chgData name="Gill, Gaurav" userId="9da6cf44-1ce0-4d5b-ac6f-9ec5e003c700" providerId="ADAL" clId="{3F83E967-8960-417D-BEF1-ECA81DB7EC79}" dt="2026-09-21T13:18:08.446" v="198" actId="1036"/>
          <ac:spMkLst>
            <pc:docMk/>
            <pc:sldMk cId="2540299221" sldId="422"/>
            <ac:spMk id="25" creationId="{2AEFA7EE-26EB-3DC6-0539-D07F76EC2CA1}"/>
          </ac:spMkLst>
        </pc:spChg>
        <pc:spChg chg="add mod">
          <ac:chgData name="Gill, Gaurav" userId="9da6cf44-1ce0-4d5b-ac6f-9ec5e003c700" providerId="ADAL" clId="{3F83E967-8960-417D-BEF1-ECA81DB7EC79}" dt="2026-09-21T13:19:01.530" v="226" actId="1038"/>
          <ac:spMkLst>
            <pc:docMk/>
            <pc:sldMk cId="2540299221" sldId="422"/>
            <ac:spMk id="31" creationId="{D0193269-29F4-46E4-51DE-1802BD86948B}"/>
          </ac:spMkLst>
        </pc:spChg>
        <pc:spChg chg="add mod">
          <ac:chgData name="Gill, Gaurav" userId="9da6cf44-1ce0-4d5b-ac6f-9ec5e003c700" providerId="ADAL" clId="{3F83E967-8960-417D-BEF1-ECA81DB7EC79}" dt="2026-09-21T13:19:01.530" v="226" actId="1038"/>
          <ac:spMkLst>
            <pc:docMk/>
            <pc:sldMk cId="2540299221" sldId="422"/>
            <ac:spMk id="33" creationId="{F2E3ED4C-41CF-8200-A105-82FCBC123CEE}"/>
          </ac:spMkLst>
        </pc:spChg>
        <pc:spChg chg="add mod">
          <ac:chgData name="Gill, Gaurav" userId="9da6cf44-1ce0-4d5b-ac6f-9ec5e003c700" providerId="ADAL" clId="{3F83E967-8960-417D-BEF1-ECA81DB7EC79}" dt="2026-09-21T13:19:01.530" v="226" actId="1038"/>
          <ac:spMkLst>
            <pc:docMk/>
            <pc:sldMk cId="2540299221" sldId="422"/>
            <ac:spMk id="35" creationId="{9F4EF94C-AE0C-A5D1-F6B5-86B3786AF38D}"/>
          </ac:spMkLst>
        </pc:spChg>
        <pc:spChg chg="add mod">
          <ac:chgData name="Gill, Gaurav" userId="9da6cf44-1ce0-4d5b-ac6f-9ec5e003c700" providerId="ADAL" clId="{3F83E967-8960-417D-BEF1-ECA81DB7EC79}" dt="2026-09-21T13:18:08.446" v="198" actId="1036"/>
          <ac:spMkLst>
            <pc:docMk/>
            <pc:sldMk cId="2540299221" sldId="422"/>
            <ac:spMk id="39" creationId="{51E3BE77-E3B9-069F-6AEA-E3BCB1E667D5}"/>
          </ac:spMkLst>
        </pc:spChg>
        <pc:spChg chg="add mod">
          <ac:chgData name="Gill, Gaurav" userId="9da6cf44-1ce0-4d5b-ac6f-9ec5e003c700" providerId="ADAL" clId="{3F83E967-8960-417D-BEF1-ECA81DB7EC79}" dt="2026-09-21T13:18:08.446" v="198" actId="1036"/>
          <ac:spMkLst>
            <pc:docMk/>
            <pc:sldMk cId="2540299221" sldId="422"/>
            <ac:spMk id="43" creationId="{EF799EB9-CE15-FA82-06A0-23C103D2B588}"/>
          </ac:spMkLst>
        </pc:spChg>
        <pc:spChg chg="del">
          <ac:chgData name="Gill, Gaurav" userId="9da6cf44-1ce0-4d5b-ac6f-9ec5e003c700" providerId="ADAL" clId="{3F83E967-8960-417D-BEF1-ECA81DB7EC79}" dt="2026-09-21T13:18:03.900" v="184" actId="478"/>
          <ac:spMkLst>
            <pc:docMk/>
            <pc:sldMk cId="2540299221" sldId="422"/>
            <ac:spMk id="44" creationId="{E6180689-4C6B-2AA6-D698-D0F0C19DA54A}"/>
          </ac:spMkLst>
        </pc:spChg>
        <pc:spChg chg="mod">
          <ac:chgData name="Gill, Gaurav" userId="9da6cf44-1ce0-4d5b-ac6f-9ec5e003c700" providerId="ADAL" clId="{3F83E967-8960-417D-BEF1-ECA81DB7EC79}" dt="2026-09-21T13:19:01.530" v="226" actId="1038"/>
          <ac:spMkLst>
            <pc:docMk/>
            <pc:sldMk cId="2540299221" sldId="422"/>
            <ac:spMk id="45" creationId="{573A95F6-196D-0055-C0CE-975401EB8C67}"/>
          </ac:spMkLst>
        </pc:spChg>
        <pc:spChg chg="mod">
          <ac:chgData name="Gill, Gaurav" userId="9da6cf44-1ce0-4d5b-ac6f-9ec5e003c700" providerId="ADAL" clId="{3F83E967-8960-417D-BEF1-ECA81DB7EC79}" dt="2026-09-21T13:18:16.817" v="199"/>
          <ac:spMkLst>
            <pc:docMk/>
            <pc:sldMk cId="2540299221" sldId="422"/>
            <ac:spMk id="48" creationId="{9D887574-5319-95F5-686C-79DB0AF0E2E1}"/>
          </ac:spMkLst>
        </pc:spChg>
        <pc:spChg chg="mod">
          <ac:chgData name="Gill, Gaurav" userId="9da6cf44-1ce0-4d5b-ac6f-9ec5e003c700" providerId="ADAL" clId="{3F83E967-8960-417D-BEF1-ECA81DB7EC79}" dt="2026-09-21T14:38:10.789" v="1440" actId="20577"/>
          <ac:spMkLst>
            <pc:docMk/>
            <pc:sldMk cId="2540299221" sldId="422"/>
            <ac:spMk id="49" creationId="{0FAA0EA9-D7FC-1150-7CF6-65DC86C98532}"/>
          </ac:spMkLst>
        </pc:spChg>
        <pc:spChg chg="mod">
          <ac:chgData name="Gill, Gaurav" userId="9da6cf44-1ce0-4d5b-ac6f-9ec5e003c700" providerId="ADAL" clId="{3F83E967-8960-417D-BEF1-ECA81DB7EC79}" dt="2026-09-21T13:19:01.530" v="226" actId="1038"/>
          <ac:spMkLst>
            <pc:docMk/>
            <pc:sldMk cId="2540299221" sldId="422"/>
            <ac:spMk id="53" creationId="{A67C4FF1-B43C-C5D5-FEF7-1F4F8293F864}"/>
          </ac:spMkLst>
        </pc:spChg>
        <pc:spChg chg="add mod">
          <ac:chgData name="Gill, Gaurav" userId="9da6cf44-1ce0-4d5b-ac6f-9ec5e003c700" providerId="ADAL" clId="{3F83E967-8960-417D-BEF1-ECA81DB7EC79}" dt="2026-09-21T13:19:01.530" v="226" actId="1038"/>
          <ac:spMkLst>
            <pc:docMk/>
            <pc:sldMk cId="2540299221" sldId="422"/>
            <ac:spMk id="54" creationId="{1DDD7CF0-BEF3-9F47-849D-F02B84FD6E9C}"/>
          </ac:spMkLst>
        </pc:spChg>
        <pc:spChg chg="mod">
          <ac:chgData name="Gill, Gaurav" userId="9da6cf44-1ce0-4d5b-ac6f-9ec5e003c700" providerId="ADAL" clId="{3F83E967-8960-417D-BEF1-ECA81DB7EC79}" dt="2026-09-21T13:19:01.530" v="226" actId="1038"/>
          <ac:spMkLst>
            <pc:docMk/>
            <pc:sldMk cId="2540299221" sldId="422"/>
            <ac:spMk id="56" creationId="{F7D6DF87-7453-9921-B71C-F98795EBCA64}"/>
          </ac:spMkLst>
        </pc:spChg>
        <pc:spChg chg="del">
          <ac:chgData name="Gill, Gaurav" userId="9da6cf44-1ce0-4d5b-ac6f-9ec5e003c700" providerId="ADAL" clId="{3F83E967-8960-417D-BEF1-ECA81DB7EC79}" dt="2026-09-21T13:18:03.900" v="184" actId="478"/>
          <ac:spMkLst>
            <pc:docMk/>
            <pc:sldMk cId="2540299221" sldId="422"/>
            <ac:spMk id="63" creationId="{5B5324F3-1A20-9AFB-3238-5437AD6606AC}"/>
          </ac:spMkLst>
        </pc:spChg>
        <pc:spChg chg="del">
          <ac:chgData name="Gill, Gaurav" userId="9da6cf44-1ce0-4d5b-ac6f-9ec5e003c700" providerId="ADAL" clId="{3F83E967-8960-417D-BEF1-ECA81DB7EC79}" dt="2026-09-21T13:18:03.900" v="184" actId="478"/>
          <ac:spMkLst>
            <pc:docMk/>
            <pc:sldMk cId="2540299221" sldId="422"/>
            <ac:spMk id="64" creationId="{E8861C61-753C-19C1-ACC0-FDAD0663A0A0}"/>
          </ac:spMkLst>
        </pc:spChg>
        <pc:spChg chg="del">
          <ac:chgData name="Gill, Gaurav" userId="9da6cf44-1ce0-4d5b-ac6f-9ec5e003c700" providerId="ADAL" clId="{3F83E967-8960-417D-BEF1-ECA81DB7EC79}" dt="2026-09-21T13:18:03.900" v="184" actId="478"/>
          <ac:spMkLst>
            <pc:docMk/>
            <pc:sldMk cId="2540299221" sldId="422"/>
            <ac:spMk id="66" creationId="{75AD0B64-F61F-32F5-1DCB-F1B531970FCB}"/>
          </ac:spMkLst>
        </pc:spChg>
        <pc:spChg chg="del">
          <ac:chgData name="Gill, Gaurav" userId="9da6cf44-1ce0-4d5b-ac6f-9ec5e003c700" providerId="ADAL" clId="{3F83E967-8960-417D-BEF1-ECA81DB7EC79}" dt="2026-09-21T13:18:03.900" v="184" actId="478"/>
          <ac:spMkLst>
            <pc:docMk/>
            <pc:sldMk cId="2540299221" sldId="422"/>
            <ac:spMk id="67" creationId="{772D4AAB-8D6E-BB40-E9A1-1E349C88BB5B}"/>
          </ac:spMkLst>
        </pc:spChg>
        <pc:spChg chg="del">
          <ac:chgData name="Gill, Gaurav" userId="9da6cf44-1ce0-4d5b-ac6f-9ec5e003c700" providerId="ADAL" clId="{3F83E967-8960-417D-BEF1-ECA81DB7EC79}" dt="2026-09-21T13:18:03.900" v="184" actId="478"/>
          <ac:spMkLst>
            <pc:docMk/>
            <pc:sldMk cId="2540299221" sldId="422"/>
            <ac:spMk id="71" creationId="{655F1FB9-EF60-B0DF-D5D4-035D7373257B}"/>
          </ac:spMkLst>
        </pc:spChg>
        <pc:spChg chg="del">
          <ac:chgData name="Gill, Gaurav" userId="9da6cf44-1ce0-4d5b-ac6f-9ec5e003c700" providerId="ADAL" clId="{3F83E967-8960-417D-BEF1-ECA81DB7EC79}" dt="2026-09-21T13:18:03.900" v="184" actId="478"/>
          <ac:spMkLst>
            <pc:docMk/>
            <pc:sldMk cId="2540299221" sldId="422"/>
            <ac:spMk id="73" creationId="{3E7E5304-1827-7F47-C6D1-FD0C0D120F8C}"/>
          </ac:spMkLst>
        </pc:spChg>
        <pc:spChg chg="add mod">
          <ac:chgData name="Gill, Gaurav" userId="9da6cf44-1ce0-4d5b-ac6f-9ec5e003c700" providerId="ADAL" clId="{3F83E967-8960-417D-BEF1-ECA81DB7EC79}" dt="2026-09-21T13:18:08.446" v="198" actId="1036"/>
          <ac:spMkLst>
            <pc:docMk/>
            <pc:sldMk cId="2540299221" sldId="422"/>
            <ac:spMk id="75" creationId="{A2280544-20D6-6111-AC2E-8BDDB08919EE}"/>
          </ac:spMkLst>
        </pc:spChg>
        <pc:spChg chg="add mod">
          <ac:chgData name="Gill, Gaurav" userId="9da6cf44-1ce0-4d5b-ac6f-9ec5e003c700" providerId="ADAL" clId="{3F83E967-8960-417D-BEF1-ECA81DB7EC79}" dt="2026-09-21T13:18:08.446" v="198" actId="1036"/>
          <ac:spMkLst>
            <pc:docMk/>
            <pc:sldMk cId="2540299221" sldId="422"/>
            <ac:spMk id="82" creationId="{EEBD699B-6D19-D246-A54E-3F3CC827B235}"/>
          </ac:spMkLst>
        </pc:spChg>
        <pc:spChg chg="mod">
          <ac:chgData name="Gill, Gaurav" userId="9da6cf44-1ce0-4d5b-ac6f-9ec5e003c700" providerId="ADAL" clId="{3F83E967-8960-417D-BEF1-ECA81DB7EC79}" dt="2026-09-21T13:18:40.039" v="203" actId="20577"/>
          <ac:spMkLst>
            <pc:docMk/>
            <pc:sldMk cId="2540299221" sldId="422"/>
            <ac:spMk id="92" creationId="{CADB4A28-B00C-BB9F-764C-4A5E89942AC2}"/>
          </ac:spMkLst>
        </pc:spChg>
      </pc:sldChg>
      <pc:sldChg chg="add del">
        <pc:chgData name="Gill, Gaurav" userId="9da6cf44-1ce0-4d5b-ac6f-9ec5e003c700" providerId="ADAL" clId="{3F83E967-8960-417D-BEF1-ECA81DB7EC79}" dt="2026-09-21T13:17:51.689" v="180" actId="47"/>
        <pc:sldMkLst>
          <pc:docMk/>
          <pc:sldMk cId="3550379820" sldId="422"/>
        </pc:sldMkLst>
      </pc:sldChg>
      <pc:sldChg chg="addSp delSp modSp add mod">
        <pc:chgData name="Gill, Gaurav" userId="9da6cf44-1ce0-4d5b-ac6f-9ec5e003c700" providerId="ADAL" clId="{3F83E967-8960-417D-BEF1-ECA81DB7EC79}" dt="2026-09-21T14:33:01.467" v="1345" actId="20577"/>
        <pc:sldMkLst>
          <pc:docMk/>
          <pc:sldMk cId="3361424002" sldId="423"/>
        </pc:sldMkLst>
        <pc:spChg chg="add del mod">
          <ac:chgData name="Gill, Gaurav" userId="9da6cf44-1ce0-4d5b-ac6f-9ec5e003c700" providerId="ADAL" clId="{3F83E967-8960-417D-BEF1-ECA81DB7EC79}" dt="2026-09-21T13:19:59.525" v="237" actId="22"/>
          <ac:spMkLst>
            <pc:docMk/>
            <pc:sldMk cId="3361424002" sldId="423"/>
            <ac:spMk id="6" creationId="{D55143DD-E521-CEC0-45AF-4CC6D29DADA8}"/>
          </ac:spMkLst>
        </pc:spChg>
        <pc:spChg chg="del">
          <ac:chgData name="Gill, Gaurav" userId="9da6cf44-1ce0-4d5b-ac6f-9ec5e003c700" providerId="ADAL" clId="{3F83E967-8960-417D-BEF1-ECA81DB7EC79}" dt="2026-09-21T13:19:16.126" v="228" actId="478"/>
          <ac:spMkLst>
            <pc:docMk/>
            <pc:sldMk cId="3361424002" sldId="423"/>
            <ac:spMk id="7" creationId="{5C33F49E-65EE-ABFC-1D30-C50CF0DA1353}"/>
          </ac:spMkLst>
        </pc:spChg>
        <pc:spChg chg="del mod">
          <ac:chgData name="Gill, Gaurav" userId="9da6cf44-1ce0-4d5b-ac6f-9ec5e003c700" providerId="ADAL" clId="{3F83E967-8960-417D-BEF1-ECA81DB7EC79}" dt="2026-09-21T13:19:59.525" v="237" actId="22"/>
          <ac:spMkLst>
            <pc:docMk/>
            <pc:sldMk cId="3361424002" sldId="423"/>
            <ac:spMk id="10" creationId="{E3940672-CA10-6E60-36F0-EC0619DFFE2E}"/>
          </ac:spMkLst>
        </pc:spChg>
        <pc:spChg chg="del">
          <ac:chgData name="Gill, Gaurav" userId="9da6cf44-1ce0-4d5b-ac6f-9ec5e003c700" providerId="ADAL" clId="{3F83E967-8960-417D-BEF1-ECA81DB7EC79}" dt="2026-09-21T13:19:16.126" v="228" actId="478"/>
          <ac:spMkLst>
            <pc:docMk/>
            <pc:sldMk cId="3361424002" sldId="423"/>
            <ac:spMk id="13" creationId="{3EBAF743-ED2F-BD57-CB40-1DB05DD2583C}"/>
          </ac:spMkLst>
        </pc:spChg>
        <pc:spChg chg="add">
          <ac:chgData name="Gill, Gaurav" userId="9da6cf44-1ce0-4d5b-ac6f-9ec5e003c700" providerId="ADAL" clId="{3F83E967-8960-417D-BEF1-ECA81DB7EC79}" dt="2026-09-21T13:19:48.490" v="233" actId="22"/>
          <ac:spMkLst>
            <pc:docMk/>
            <pc:sldMk cId="3361424002" sldId="423"/>
            <ac:spMk id="18" creationId="{59F0E737-B360-B2B0-AF3E-B893C4A2DF66}"/>
          </ac:spMkLst>
        </pc:spChg>
        <pc:spChg chg="add del mod">
          <ac:chgData name="Gill, Gaurav" userId="9da6cf44-1ce0-4d5b-ac6f-9ec5e003c700" providerId="ADAL" clId="{3F83E967-8960-417D-BEF1-ECA81DB7EC79}" dt="2026-09-21T13:19:59.525" v="237" actId="22"/>
          <ac:spMkLst>
            <pc:docMk/>
            <pc:sldMk cId="3361424002" sldId="423"/>
            <ac:spMk id="22" creationId="{F587A891-19AF-9BB3-649D-37653E309ECE}"/>
          </ac:spMkLst>
        </pc:spChg>
        <pc:spChg chg="del">
          <ac:chgData name="Gill, Gaurav" userId="9da6cf44-1ce0-4d5b-ac6f-9ec5e003c700" providerId="ADAL" clId="{3F83E967-8960-417D-BEF1-ECA81DB7EC79}" dt="2026-09-21T13:19:16.126" v="228" actId="478"/>
          <ac:spMkLst>
            <pc:docMk/>
            <pc:sldMk cId="3361424002" sldId="423"/>
            <ac:spMk id="27" creationId="{7549FF0C-C277-8553-CD90-133F62A82DAE}"/>
          </ac:spMkLst>
        </pc:spChg>
        <pc:spChg chg="add">
          <ac:chgData name="Gill, Gaurav" userId="9da6cf44-1ce0-4d5b-ac6f-9ec5e003c700" providerId="ADAL" clId="{3F83E967-8960-417D-BEF1-ECA81DB7EC79}" dt="2026-09-21T13:19:48.490" v="233" actId="22"/>
          <ac:spMkLst>
            <pc:docMk/>
            <pc:sldMk cId="3361424002" sldId="423"/>
            <ac:spMk id="30" creationId="{E6517F73-D565-3E7C-5908-2CE7D3096D8D}"/>
          </ac:spMkLst>
        </pc:spChg>
        <pc:spChg chg="del">
          <ac:chgData name="Gill, Gaurav" userId="9da6cf44-1ce0-4d5b-ac6f-9ec5e003c700" providerId="ADAL" clId="{3F83E967-8960-417D-BEF1-ECA81DB7EC79}" dt="2026-09-21T13:19:16.126" v="228" actId="478"/>
          <ac:spMkLst>
            <pc:docMk/>
            <pc:sldMk cId="3361424002" sldId="423"/>
            <ac:spMk id="37" creationId="{5661B5F2-87ED-DD2E-662F-9515F33E1B70}"/>
          </ac:spMkLst>
        </pc:spChg>
        <pc:spChg chg="mod">
          <ac:chgData name="Gill, Gaurav" userId="9da6cf44-1ce0-4d5b-ac6f-9ec5e003c700" providerId="ADAL" clId="{3F83E967-8960-417D-BEF1-ECA81DB7EC79}" dt="2026-09-21T13:19:27.687" v="230"/>
          <ac:spMkLst>
            <pc:docMk/>
            <pc:sldMk cId="3361424002" sldId="423"/>
            <ac:spMk id="48" creationId="{EF6099BE-3CB3-5AB5-0224-FCF9B82ADCE3}"/>
          </ac:spMkLst>
        </pc:spChg>
        <pc:spChg chg="mod">
          <ac:chgData name="Gill, Gaurav" userId="9da6cf44-1ce0-4d5b-ac6f-9ec5e003c700" providerId="ADAL" clId="{3F83E967-8960-417D-BEF1-ECA81DB7EC79}" dt="2026-09-21T14:33:01.467" v="1345" actId="20577"/>
          <ac:spMkLst>
            <pc:docMk/>
            <pc:sldMk cId="3361424002" sldId="423"/>
            <ac:spMk id="49" creationId="{563826C1-0C53-78FF-22D1-9286603EF9F5}"/>
          </ac:spMkLst>
        </pc:spChg>
        <pc:spChg chg="del">
          <ac:chgData name="Gill, Gaurav" userId="9da6cf44-1ce0-4d5b-ac6f-9ec5e003c700" providerId="ADAL" clId="{3F83E967-8960-417D-BEF1-ECA81DB7EC79}" dt="2026-09-21T13:19:16.126" v="228" actId="478"/>
          <ac:spMkLst>
            <pc:docMk/>
            <pc:sldMk cId="3361424002" sldId="423"/>
            <ac:spMk id="54" creationId="{5C088E9C-5555-0B51-84CA-74CF3EC19FC7}"/>
          </ac:spMkLst>
        </pc:spChg>
        <pc:spChg chg="del">
          <ac:chgData name="Gill, Gaurav" userId="9da6cf44-1ce0-4d5b-ac6f-9ec5e003c700" providerId="ADAL" clId="{3F83E967-8960-417D-BEF1-ECA81DB7EC79}" dt="2026-09-21T13:19:16.126" v="228" actId="478"/>
          <ac:spMkLst>
            <pc:docMk/>
            <pc:sldMk cId="3361424002" sldId="423"/>
            <ac:spMk id="55" creationId="{FE4DD02B-9A5E-2331-EB3F-008FB08988F2}"/>
          </ac:spMkLst>
        </pc:spChg>
        <pc:spChg chg="del">
          <ac:chgData name="Gill, Gaurav" userId="9da6cf44-1ce0-4d5b-ac6f-9ec5e003c700" providerId="ADAL" clId="{3F83E967-8960-417D-BEF1-ECA81DB7EC79}" dt="2026-09-21T13:19:16.126" v="228" actId="478"/>
          <ac:spMkLst>
            <pc:docMk/>
            <pc:sldMk cId="3361424002" sldId="423"/>
            <ac:spMk id="57" creationId="{ED39A929-F76D-99DA-6BF3-41A73ED2AB05}"/>
          </ac:spMkLst>
        </pc:spChg>
        <pc:spChg chg="del">
          <ac:chgData name="Gill, Gaurav" userId="9da6cf44-1ce0-4d5b-ac6f-9ec5e003c700" providerId="ADAL" clId="{3F83E967-8960-417D-BEF1-ECA81DB7EC79}" dt="2026-09-21T13:19:18.918" v="229" actId="478"/>
          <ac:spMkLst>
            <pc:docMk/>
            <pc:sldMk cId="3361424002" sldId="423"/>
            <ac:spMk id="58" creationId="{6831865F-2799-FE20-B46B-31A8D6B52D81}"/>
          </ac:spMkLst>
        </pc:spChg>
        <pc:spChg chg="add">
          <ac:chgData name="Gill, Gaurav" userId="9da6cf44-1ce0-4d5b-ac6f-9ec5e003c700" providerId="ADAL" clId="{3F83E967-8960-417D-BEF1-ECA81DB7EC79}" dt="2026-09-21T13:19:48.490" v="233" actId="22"/>
          <ac:spMkLst>
            <pc:docMk/>
            <pc:sldMk cId="3361424002" sldId="423"/>
            <ac:spMk id="63" creationId="{001246FD-F00C-9984-441C-79F8F70FCEF1}"/>
          </ac:spMkLst>
        </pc:spChg>
        <pc:spChg chg="add">
          <ac:chgData name="Gill, Gaurav" userId="9da6cf44-1ce0-4d5b-ac6f-9ec5e003c700" providerId="ADAL" clId="{3F83E967-8960-417D-BEF1-ECA81DB7EC79}" dt="2026-09-21T13:19:48.490" v="233" actId="22"/>
          <ac:spMkLst>
            <pc:docMk/>
            <pc:sldMk cId="3361424002" sldId="423"/>
            <ac:spMk id="65" creationId="{AB9C1693-BC1E-ADFD-75AB-FAEF798EFF14}"/>
          </ac:spMkLst>
        </pc:spChg>
        <pc:spChg chg="add">
          <ac:chgData name="Gill, Gaurav" userId="9da6cf44-1ce0-4d5b-ac6f-9ec5e003c700" providerId="ADAL" clId="{3F83E967-8960-417D-BEF1-ECA81DB7EC79}" dt="2026-09-21T13:19:48.490" v="233" actId="22"/>
          <ac:spMkLst>
            <pc:docMk/>
            <pc:sldMk cId="3361424002" sldId="423"/>
            <ac:spMk id="67" creationId="{DEA1CA9E-5F5E-5B26-9FDE-9A90DCAE0A7F}"/>
          </ac:spMkLst>
        </pc:spChg>
        <pc:spChg chg="del mod">
          <ac:chgData name="Gill, Gaurav" userId="9da6cf44-1ce0-4d5b-ac6f-9ec5e003c700" providerId="ADAL" clId="{3F83E967-8960-417D-BEF1-ECA81DB7EC79}" dt="2026-09-21T13:19:59.525" v="237" actId="22"/>
          <ac:spMkLst>
            <pc:docMk/>
            <pc:sldMk cId="3361424002" sldId="423"/>
            <ac:spMk id="73" creationId="{131B24F2-E106-429E-CEFC-872418EB057A}"/>
          </ac:spMkLst>
        </pc:spChg>
        <pc:spChg chg="del">
          <ac:chgData name="Gill, Gaurav" userId="9da6cf44-1ce0-4d5b-ac6f-9ec5e003c700" providerId="ADAL" clId="{3F83E967-8960-417D-BEF1-ECA81DB7EC79}" dt="2026-09-21T13:19:16.126" v="228" actId="478"/>
          <ac:spMkLst>
            <pc:docMk/>
            <pc:sldMk cId="3361424002" sldId="423"/>
            <ac:spMk id="78" creationId="{CCE770B7-15E0-DA3D-74C5-960633C8C5F4}"/>
          </ac:spMkLst>
        </pc:spChg>
        <pc:spChg chg="del">
          <ac:chgData name="Gill, Gaurav" userId="9da6cf44-1ce0-4d5b-ac6f-9ec5e003c700" providerId="ADAL" clId="{3F83E967-8960-417D-BEF1-ECA81DB7EC79}" dt="2026-09-21T13:19:16.126" v="228" actId="478"/>
          <ac:spMkLst>
            <pc:docMk/>
            <pc:sldMk cId="3361424002" sldId="423"/>
            <ac:spMk id="85" creationId="{6E1FD472-CDB3-E1F6-1FFE-19062A627BCA}"/>
          </ac:spMkLst>
        </pc:spChg>
        <pc:spChg chg="del">
          <ac:chgData name="Gill, Gaurav" userId="9da6cf44-1ce0-4d5b-ac6f-9ec5e003c700" providerId="ADAL" clId="{3F83E967-8960-417D-BEF1-ECA81DB7EC79}" dt="2026-09-21T13:19:47.782" v="232" actId="478"/>
          <ac:spMkLst>
            <pc:docMk/>
            <pc:sldMk cId="3361424002" sldId="423"/>
            <ac:spMk id="92" creationId="{DCF2BE66-DC52-793C-5ECC-6AB7FF65276D}"/>
          </ac:spMkLst>
        </pc:spChg>
        <pc:spChg chg="del">
          <ac:chgData name="Gill, Gaurav" userId="9da6cf44-1ce0-4d5b-ac6f-9ec5e003c700" providerId="ADAL" clId="{3F83E967-8960-417D-BEF1-ECA81DB7EC79}" dt="2026-09-21T13:19:16.126" v="228" actId="478"/>
          <ac:spMkLst>
            <pc:docMk/>
            <pc:sldMk cId="3361424002" sldId="423"/>
            <ac:spMk id="94" creationId="{208B328E-98A6-BF46-8EB3-58A3317BF927}"/>
          </ac:spMkLst>
        </pc:spChg>
        <pc:spChg chg="del">
          <ac:chgData name="Gill, Gaurav" userId="9da6cf44-1ce0-4d5b-ac6f-9ec5e003c700" providerId="ADAL" clId="{3F83E967-8960-417D-BEF1-ECA81DB7EC79}" dt="2026-09-21T13:19:18.918" v="229" actId="478"/>
          <ac:spMkLst>
            <pc:docMk/>
            <pc:sldMk cId="3361424002" sldId="423"/>
            <ac:spMk id="95" creationId="{F8B56E59-F640-076D-0240-8A64F21611AB}"/>
          </ac:spMkLst>
        </pc:spChg>
        <pc:spChg chg="del mod">
          <ac:chgData name="Gill, Gaurav" userId="9da6cf44-1ce0-4d5b-ac6f-9ec5e003c700" providerId="ADAL" clId="{3F83E967-8960-417D-BEF1-ECA81DB7EC79}" dt="2026-09-21T13:19:59.525" v="237" actId="22"/>
          <ac:spMkLst>
            <pc:docMk/>
            <pc:sldMk cId="3361424002" sldId="423"/>
            <ac:spMk id="96" creationId="{A06EA40D-A16D-3DC2-ED2D-3549F046625E}"/>
          </ac:spMkLst>
        </pc:spChg>
        <pc:spChg chg="del mod">
          <ac:chgData name="Gill, Gaurav" userId="9da6cf44-1ce0-4d5b-ac6f-9ec5e003c700" providerId="ADAL" clId="{3F83E967-8960-417D-BEF1-ECA81DB7EC79}" dt="2026-09-21T13:19:59.525" v="237" actId="22"/>
          <ac:spMkLst>
            <pc:docMk/>
            <pc:sldMk cId="3361424002" sldId="423"/>
            <ac:spMk id="98" creationId="{374E5758-47CA-D437-8C0B-771DD6F65731}"/>
          </ac:spMkLst>
        </pc:spChg>
        <pc:spChg chg="del mod">
          <ac:chgData name="Gill, Gaurav" userId="9da6cf44-1ce0-4d5b-ac6f-9ec5e003c700" providerId="ADAL" clId="{3F83E967-8960-417D-BEF1-ECA81DB7EC79}" dt="2026-09-21T13:19:59.525" v="237" actId="22"/>
          <ac:spMkLst>
            <pc:docMk/>
            <pc:sldMk cId="3361424002" sldId="423"/>
            <ac:spMk id="100" creationId="{999BB6AD-70E1-8AD3-A406-5D1561A91FE0}"/>
          </ac:spMkLst>
        </pc:spChg>
        <pc:spChg chg="add del mod">
          <ac:chgData name="Gill, Gaurav" userId="9da6cf44-1ce0-4d5b-ac6f-9ec5e003c700" providerId="ADAL" clId="{3F83E967-8960-417D-BEF1-ECA81DB7EC79}" dt="2026-09-21T13:19:59.525" v="237" actId="22"/>
          <ac:spMkLst>
            <pc:docMk/>
            <pc:sldMk cId="3361424002" sldId="423"/>
            <ac:spMk id="110" creationId="{DBC20C7F-97BE-4D82-B4B9-5BE7097EF348}"/>
          </ac:spMkLst>
        </pc:spChg>
        <pc:spChg chg="del mod">
          <ac:chgData name="Gill, Gaurav" userId="9da6cf44-1ce0-4d5b-ac6f-9ec5e003c700" providerId="ADAL" clId="{3F83E967-8960-417D-BEF1-ECA81DB7EC79}" dt="2026-09-21T13:19:59.525" v="237" actId="22"/>
          <ac:spMkLst>
            <pc:docMk/>
            <pc:sldMk cId="3361424002" sldId="423"/>
            <ac:spMk id="112" creationId="{042A675E-714A-BCB4-5071-AAF6B2E4DB0F}"/>
          </ac:spMkLst>
        </pc:spChg>
        <pc:spChg chg="add">
          <ac:chgData name="Gill, Gaurav" userId="9da6cf44-1ce0-4d5b-ac6f-9ec5e003c700" providerId="ADAL" clId="{3F83E967-8960-417D-BEF1-ECA81DB7EC79}" dt="2026-09-21T13:19:48.490" v="233" actId="22"/>
          <ac:spMkLst>
            <pc:docMk/>
            <pc:sldMk cId="3361424002" sldId="423"/>
            <ac:spMk id="116" creationId="{D743D3F9-5C17-DD36-04F9-8FA9E1E6B361}"/>
          </ac:spMkLst>
        </pc:spChg>
        <pc:spChg chg="add del mod">
          <ac:chgData name="Gill, Gaurav" userId="9da6cf44-1ce0-4d5b-ac6f-9ec5e003c700" providerId="ADAL" clId="{3F83E967-8960-417D-BEF1-ECA81DB7EC79}" dt="2026-09-21T13:19:59.525" v="237" actId="22"/>
          <ac:spMkLst>
            <pc:docMk/>
            <pc:sldMk cId="3361424002" sldId="423"/>
            <ac:spMk id="122" creationId="{4F4C547F-10D8-A5CA-A82F-64F254410C72}"/>
          </ac:spMkLst>
        </pc:spChg>
        <pc:spChg chg="mod">
          <ac:chgData name="Gill, Gaurav" userId="9da6cf44-1ce0-4d5b-ac6f-9ec5e003c700" providerId="ADAL" clId="{3F83E967-8960-417D-BEF1-ECA81DB7EC79}" dt="2026-09-21T13:20:29.299" v="253" actId="14100"/>
          <ac:spMkLst>
            <pc:docMk/>
            <pc:sldMk cId="3361424002" sldId="423"/>
            <ac:spMk id="132" creationId="{43705305-7796-5A2D-88E5-93CC2B937A2D}"/>
          </ac:spMkLst>
        </pc:spChg>
        <pc:spChg chg="mod">
          <ac:chgData name="Gill, Gaurav" userId="9da6cf44-1ce0-4d5b-ac6f-9ec5e003c700" providerId="ADAL" clId="{3F83E967-8960-417D-BEF1-ECA81DB7EC79}" dt="2026-09-21T13:20:35.715" v="265" actId="1038"/>
          <ac:spMkLst>
            <pc:docMk/>
            <pc:sldMk cId="3361424002" sldId="423"/>
            <ac:spMk id="134" creationId="{F4C378DC-713F-2131-2CDE-DE4E2C248ADC}"/>
          </ac:spMkLst>
        </pc:spChg>
        <pc:spChg chg="add mod">
          <ac:chgData name="Gill, Gaurav" userId="9da6cf44-1ce0-4d5b-ac6f-9ec5e003c700" providerId="ADAL" clId="{3F83E967-8960-417D-BEF1-ECA81DB7EC79}" dt="2026-09-21T13:20:47.518" v="278" actId="1037"/>
          <ac:spMkLst>
            <pc:docMk/>
            <pc:sldMk cId="3361424002" sldId="423"/>
            <ac:spMk id="136" creationId="{3F48CEB8-C933-074D-E207-643EDF70A074}"/>
          </ac:spMkLst>
        </pc:spChg>
        <pc:spChg chg="mod">
          <ac:chgData name="Gill, Gaurav" userId="9da6cf44-1ce0-4d5b-ac6f-9ec5e003c700" providerId="ADAL" clId="{3F83E967-8960-417D-BEF1-ECA81DB7EC79}" dt="2026-09-21T13:20:47.518" v="278" actId="1037"/>
          <ac:spMkLst>
            <pc:docMk/>
            <pc:sldMk cId="3361424002" sldId="423"/>
            <ac:spMk id="138" creationId="{15F73948-26AE-78A4-5F92-16BCE609E33D}"/>
          </ac:spMkLst>
        </pc:spChg>
        <pc:spChg chg="add mod">
          <ac:chgData name="Gill, Gaurav" userId="9da6cf44-1ce0-4d5b-ac6f-9ec5e003c700" providerId="ADAL" clId="{3F83E967-8960-417D-BEF1-ECA81DB7EC79}" dt="2026-09-21T13:20:08.716" v="251" actId="1035"/>
          <ac:spMkLst>
            <pc:docMk/>
            <pc:sldMk cId="3361424002" sldId="423"/>
            <ac:spMk id="142" creationId="{5443C423-423F-D2B5-F4C2-A1511DE6824B}"/>
          </ac:spMkLst>
        </pc:spChg>
        <pc:spChg chg="add mod">
          <ac:chgData name="Gill, Gaurav" userId="9da6cf44-1ce0-4d5b-ac6f-9ec5e003c700" providerId="ADAL" clId="{3F83E967-8960-417D-BEF1-ECA81DB7EC79}" dt="2026-09-21T13:20:08.716" v="251" actId="1035"/>
          <ac:spMkLst>
            <pc:docMk/>
            <pc:sldMk cId="3361424002" sldId="423"/>
            <ac:spMk id="146" creationId="{592E81BF-F95F-900E-45F1-70566C72D18D}"/>
          </ac:spMkLst>
        </pc:spChg>
        <pc:spChg chg="add mod">
          <ac:chgData name="Gill, Gaurav" userId="9da6cf44-1ce0-4d5b-ac6f-9ec5e003c700" providerId="ADAL" clId="{3F83E967-8960-417D-BEF1-ECA81DB7EC79}" dt="2026-09-21T13:20:29.299" v="253" actId="14100"/>
          <ac:spMkLst>
            <pc:docMk/>
            <pc:sldMk cId="3361424002" sldId="423"/>
            <ac:spMk id="148" creationId="{63E51395-F433-E3F8-EE3F-141B5A18FEC8}"/>
          </ac:spMkLst>
        </pc:spChg>
        <pc:spChg chg="mod">
          <ac:chgData name="Gill, Gaurav" userId="9da6cf44-1ce0-4d5b-ac6f-9ec5e003c700" providerId="ADAL" clId="{3F83E967-8960-417D-BEF1-ECA81DB7EC79}" dt="2026-09-21T13:20:35.715" v="265" actId="1038"/>
          <ac:spMkLst>
            <pc:docMk/>
            <pc:sldMk cId="3361424002" sldId="423"/>
            <ac:spMk id="150" creationId="{328CE406-D600-A838-A3A3-F7878346792A}"/>
          </ac:spMkLst>
        </pc:spChg>
        <pc:spChg chg="mod">
          <ac:chgData name="Gill, Gaurav" userId="9da6cf44-1ce0-4d5b-ac6f-9ec5e003c700" providerId="ADAL" clId="{3F83E967-8960-417D-BEF1-ECA81DB7EC79}" dt="2026-09-21T13:20:47.518" v="278" actId="1037"/>
          <ac:spMkLst>
            <pc:docMk/>
            <pc:sldMk cId="3361424002" sldId="423"/>
            <ac:spMk id="152" creationId="{60568034-A51D-0679-4211-65F5B8A3BEF1}"/>
          </ac:spMkLst>
        </pc:spChg>
        <pc:spChg chg="mod">
          <ac:chgData name="Gill, Gaurav" userId="9da6cf44-1ce0-4d5b-ac6f-9ec5e003c700" providerId="ADAL" clId="{3F83E967-8960-417D-BEF1-ECA81DB7EC79}" dt="2026-09-21T13:20:52.863" v="279" actId="20577"/>
          <ac:spMkLst>
            <pc:docMk/>
            <pc:sldMk cId="3361424002" sldId="423"/>
            <ac:spMk id="154" creationId="{AEB2FD09-6672-F817-B0DD-3879EC43D4C0}"/>
          </ac:spMkLst>
        </pc:spChg>
        <pc:spChg chg="add mod">
          <ac:chgData name="Gill, Gaurav" userId="9da6cf44-1ce0-4d5b-ac6f-9ec5e003c700" providerId="ADAL" clId="{3F83E967-8960-417D-BEF1-ECA81DB7EC79}" dt="2026-09-21T13:20:08.716" v="251" actId="1035"/>
          <ac:spMkLst>
            <pc:docMk/>
            <pc:sldMk cId="3361424002" sldId="423"/>
            <ac:spMk id="156" creationId="{83716FA6-F375-D562-14FC-4531DB272F30}"/>
          </ac:spMkLst>
        </pc:spChg>
        <pc:spChg chg="mod">
          <ac:chgData name="Gill, Gaurav" userId="9da6cf44-1ce0-4d5b-ac6f-9ec5e003c700" providerId="ADAL" clId="{3F83E967-8960-417D-BEF1-ECA81DB7EC79}" dt="2026-09-21T13:20:29.299" v="253" actId="14100"/>
          <ac:spMkLst>
            <pc:docMk/>
            <pc:sldMk cId="3361424002" sldId="423"/>
            <ac:spMk id="164" creationId="{CFE7772F-8BAE-290E-EC0E-D28FD2EB13AF}"/>
          </ac:spMkLst>
        </pc:spChg>
        <pc:spChg chg="mod">
          <ac:chgData name="Gill, Gaurav" userId="9da6cf44-1ce0-4d5b-ac6f-9ec5e003c700" providerId="ADAL" clId="{3F83E967-8960-417D-BEF1-ECA81DB7EC79}" dt="2026-09-21T13:20:35.715" v="265" actId="1038"/>
          <ac:spMkLst>
            <pc:docMk/>
            <pc:sldMk cId="3361424002" sldId="423"/>
            <ac:spMk id="166" creationId="{B64DD309-C64D-7617-7880-1B62BCEFACF5}"/>
          </ac:spMkLst>
        </pc:spChg>
        <pc:spChg chg="mod">
          <ac:chgData name="Gill, Gaurav" userId="9da6cf44-1ce0-4d5b-ac6f-9ec5e003c700" providerId="ADAL" clId="{3F83E967-8960-417D-BEF1-ECA81DB7EC79}" dt="2026-09-21T13:20:47.518" v="278" actId="1037"/>
          <ac:spMkLst>
            <pc:docMk/>
            <pc:sldMk cId="3361424002" sldId="423"/>
            <ac:spMk id="168" creationId="{9294A153-940B-4B4D-74CD-6E73825E5827}"/>
          </ac:spMkLst>
        </pc:spChg>
        <pc:spChg chg="mod">
          <ac:chgData name="Gill, Gaurav" userId="9da6cf44-1ce0-4d5b-ac6f-9ec5e003c700" providerId="ADAL" clId="{3F83E967-8960-417D-BEF1-ECA81DB7EC79}" dt="2026-09-21T13:20:47.518" v="278" actId="1037"/>
          <ac:spMkLst>
            <pc:docMk/>
            <pc:sldMk cId="3361424002" sldId="423"/>
            <ac:spMk id="170" creationId="{0017908F-A4E6-E809-FFDD-49405E616204}"/>
          </ac:spMkLst>
        </pc:spChg>
        <pc:spChg chg="mod">
          <ac:chgData name="Gill, Gaurav" userId="9da6cf44-1ce0-4d5b-ac6f-9ec5e003c700" providerId="ADAL" clId="{3F83E967-8960-417D-BEF1-ECA81DB7EC79}" dt="2026-09-21T13:20:29.299" v="253" actId="14100"/>
          <ac:spMkLst>
            <pc:docMk/>
            <pc:sldMk cId="3361424002" sldId="423"/>
            <ac:spMk id="176" creationId="{0BAB0669-65BF-121D-984C-1724BF0BBA22}"/>
          </ac:spMkLst>
        </pc:spChg>
        <pc:spChg chg="add mod">
          <ac:chgData name="Gill, Gaurav" userId="9da6cf44-1ce0-4d5b-ac6f-9ec5e003c700" providerId="ADAL" clId="{3F83E967-8960-417D-BEF1-ECA81DB7EC79}" dt="2026-09-21T13:20:35.715" v="265" actId="1038"/>
          <ac:spMkLst>
            <pc:docMk/>
            <pc:sldMk cId="3361424002" sldId="423"/>
            <ac:spMk id="178" creationId="{CFC7089A-3120-E297-199C-E99E95AF7C3B}"/>
          </ac:spMkLst>
        </pc:spChg>
        <pc:spChg chg="add mod">
          <ac:chgData name="Gill, Gaurav" userId="9da6cf44-1ce0-4d5b-ac6f-9ec5e003c700" providerId="ADAL" clId="{3F83E967-8960-417D-BEF1-ECA81DB7EC79}" dt="2026-09-21T13:20:47.518" v="278" actId="1037"/>
          <ac:spMkLst>
            <pc:docMk/>
            <pc:sldMk cId="3361424002" sldId="423"/>
            <ac:spMk id="180" creationId="{E30F6F3B-E04C-38A3-2909-0E6B6A237077}"/>
          </ac:spMkLst>
        </pc:spChg>
        <pc:spChg chg="add mod">
          <ac:chgData name="Gill, Gaurav" userId="9da6cf44-1ce0-4d5b-ac6f-9ec5e003c700" providerId="ADAL" clId="{3F83E967-8960-417D-BEF1-ECA81DB7EC79}" dt="2026-09-21T13:20:47.518" v="278" actId="1037"/>
          <ac:spMkLst>
            <pc:docMk/>
            <pc:sldMk cId="3361424002" sldId="423"/>
            <ac:spMk id="182" creationId="{4EB2C08B-FBE2-67F3-BE24-9E9D02B2D93A}"/>
          </ac:spMkLst>
        </pc:spChg>
        <pc:spChg chg="add mod">
          <ac:chgData name="Gill, Gaurav" userId="9da6cf44-1ce0-4d5b-ac6f-9ec5e003c700" providerId="ADAL" clId="{3F83E967-8960-417D-BEF1-ECA81DB7EC79}" dt="2026-09-21T13:20:29.299" v="253" actId="14100"/>
          <ac:spMkLst>
            <pc:docMk/>
            <pc:sldMk cId="3361424002" sldId="423"/>
            <ac:spMk id="186" creationId="{AEC6B401-0C7F-17F6-FA22-D40CD527D48B}"/>
          </ac:spMkLst>
        </pc:spChg>
        <pc:spChg chg="mod">
          <ac:chgData name="Gill, Gaurav" userId="9da6cf44-1ce0-4d5b-ac6f-9ec5e003c700" providerId="ADAL" clId="{3F83E967-8960-417D-BEF1-ECA81DB7EC79}" dt="2026-09-21T13:20:35.715" v="265" actId="1038"/>
          <ac:spMkLst>
            <pc:docMk/>
            <pc:sldMk cId="3361424002" sldId="423"/>
            <ac:spMk id="188" creationId="{D08A4AB1-2324-E537-9E8B-006EEF6473FC}"/>
          </ac:spMkLst>
        </pc:spChg>
        <pc:spChg chg="mod">
          <ac:chgData name="Gill, Gaurav" userId="9da6cf44-1ce0-4d5b-ac6f-9ec5e003c700" providerId="ADAL" clId="{3F83E967-8960-417D-BEF1-ECA81DB7EC79}" dt="2026-09-21T13:20:47.518" v="278" actId="1037"/>
          <ac:spMkLst>
            <pc:docMk/>
            <pc:sldMk cId="3361424002" sldId="423"/>
            <ac:spMk id="190" creationId="{8005B5CA-E7CC-AB4B-D706-1B9B94EDF5D7}"/>
          </ac:spMkLst>
        </pc:spChg>
        <pc:spChg chg="mod">
          <ac:chgData name="Gill, Gaurav" userId="9da6cf44-1ce0-4d5b-ac6f-9ec5e003c700" providerId="ADAL" clId="{3F83E967-8960-417D-BEF1-ECA81DB7EC79}" dt="2026-09-21T13:20:47.518" v="278" actId="1037"/>
          <ac:spMkLst>
            <pc:docMk/>
            <pc:sldMk cId="3361424002" sldId="423"/>
            <ac:spMk id="192" creationId="{D3EF5FC4-4491-4DCC-6FB0-1D3E478186CF}"/>
          </ac:spMkLst>
        </pc:spChg>
        <pc:spChg chg="add mod">
          <ac:chgData name="Gill, Gaurav" userId="9da6cf44-1ce0-4d5b-ac6f-9ec5e003c700" providerId="ADAL" clId="{3F83E967-8960-417D-BEF1-ECA81DB7EC79}" dt="2026-09-21T13:20:08.716" v="251" actId="1035"/>
          <ac:spMkLst>
            <pc:docMk/>
            <pc:sldMk cId="3361424002" sldId="423"/>
            <ac:spMk id="194" creationId="{F49EA896-7018-9743-D077-90688BC812F0}"/>
          </ac:spMkLst>
        </pc:spChg>
        <pc:spChg chg="mod">
          <ac:chgData name="Gill, Gaurav" userId="9da6cf44-1ce0-4d5b-ac6f-9ec5e003c700" providerId="ADAL" clId="{3F83E967-8960-417D-BEF1-ECA81DB7EC79}" dt="2026-09-21T13:21:47.086" v="304" actId="113"/>
          <ac:spMkLst>
            <pc:docMk/>
            <pc:sldMk cId="3361424002" sldId="423"/>
            <ac:spMk id="198" creationId="{3260C879-60F1-DFEB-7F86-1A17DEF32732}"/>
          </ac:spMkLst>
        </pc:spChg>
        <pc:spChg chg="del mod">
          <ac:chgData name="Gill, Gaurav" userId="9da6cf44-1ce0-4d5b-ac6f-9ec5e003c700" providerId="ADAL" clId="{3F83E967-8960-417D-BEF1-ECA81DB7EC79}" dt="2026-09-21T13:21:05.465" v="289" actId="478"/>
          <ac:spMkLst>
            <pc:docMk/>
            <pc:sldMk cId="3361424002" sldId="423"/>
            <ac:spMk id="200" creationId="{EBDEC1E9-7586-061A-49AB-2DBFF78CB72F}"/>
          </ac:spMkLst>
        </pc:spChg>
      </pc:sldChg>
      <pc:sldChg chg="addSp delSp modSp add mod ord">
        <pc:chgData name="Gill, Gaurav" userId="9da6cf44-1ce0-4d5b-ac6f-9ec5e003c700" providerId="ADAL" clId="{3F83E967-8960-417D-BEF1-ECA81DB7EC79}" dt="2026-09-21T14:33:06.700" v="1348" actId="20577"/>
        <pc:sldMkLst>
          <pc:docMk/>
          <pc:sldMk cId="2973076065" sldId="424"/>
        </pc:sldMkLst>
        <pc:spChg chg="add mod">
          <ac:chgData name="Gill, Gaurav" userId="9da6cf44-1ce0-4d5b-ac6f-9ec5e003c700" providerId="ADAL" clId="{3F83E967-8960-417D-BEF1-ECA81DB7EC79}" dt="2026-09-21T13:23:17.281" v="406" actId="1036"/>
          <ac:spMkLst>
            <pc:docMk/>
            <pc:sldMk cId="2973076065" sldId="424"/>
            <ac:spMk id="22" creationId="{01B64417-069B-4C12-07B4-1CD2C0BC9D20}"/>
          </ac:spMkLst>
        </pc:spChg>
        <pc:spChg chg="del">
          <ac:chgData name="Gill, Gaurav" userId="9da6cf44-1ce0-4d5b-ac6f-9ec5e003c700" providerId="ADAL" clId="{3F83E967-8960-417D-BEF1-ECA81DB7EC79}" dt="2026-09-21T13:22:41.759" v="312" actId="478"/>
          <ac:spMkLst>
            <pc:docMk/>
            <pc:sldMk cId="2973076065" sldId="424"/>
            <ac:spMk id="25" creationId="{0FC5FAA6-C62A-D163-0650-65C8ED7AF249}"/>
          </ac:spMkLst>
        </pc:spChg>
        <pc:spChg chg="add mod">
          <ac:chgData name="Gill, Gaurav" userId="9da6cf44-1ce0-4d5b-ac6f-9ec5e003c700" providerId="ADAL" clId="{3F83E967-8960-417D-BEF1-ECA81DB7EC79}" dt="2026-09-21T13:23:17.281" v="406" actId="1036"/>
          <ac:spMkLst>
            <pc:docMk/>
            <pc:sldMk cId="2973076065" sldId="424"/>
            <ac:spMk id="28" creationId="{F1F4E4FC-1F80-0244-A0AE-473E58327B5E}"/>
          </ac:spMkLst>
        </pc:spChg>
        <pc:spChg chg="add mod">
          <ac:chgData name="Gill, Gaurav" userId="9da6cf44-1ce0-4d5b-ac6f-9ec5e003c700" providerId="ADAL" clId="{3F83E967-8960-417D-BEF1-ECA81DB7EC79}" dt="2026-09-21T13:23:17.281" v="406" actId="1036"/>
          <ac:spMkLst>
            <pc:docMk/>
            <pc:sldMk cId="2973076065" sldId="424"/>
            <ac:spMk id="34" creationId="{3101939F-A43C-349B-7E27-B8B0FAFDA25C}"/>
          </ac:spMkLst>
        </pc:spChg>
        <pc:spChg chg="add mod">
          <ac:chgData name="Gill, Gaurav" userId="9da6cf44-1ce0-4d5b-ac6f-9ec5e003c700" providerId="ADAL" clId="{3F83E967-8960-417D-BEF1-ECA81DB7EC79}" dt="2026-09-21T13:23:17.281" v="406" actId="1036"/>
          <ac:spMkLst>
            <pc:docMk/>
            <pc:sldMk cId="2973076065" sldId="424"/>
            <ac:spMk id="38" creationId="{1DEFE708-A08E-0E4F-D47E-D75D503E82C9}"/>
          </ac:spMkLst>
        </pc:spChg>
        <pc:spChg chg="add mod">
          <ac:chgData name="Gill, Gaurav" userId="9da6cf44-1ce0-4d5b-ac6f-9ec5e003c700" providerId="ADAL" clId="{3F83E967-8960-417D-BEF1-ECA81DB7EC79}" dt="2026-09-21T13:23:17.281" v="406" actId="1036"/>
          <ac:spMkLst>
            <pc:docMk/>
            <pc:sldMk cId="2973076065" sldId="424"/>
            <ac:spMk id="44" creationId="{046734F3-E51D-B3D8-9726-7C2D740CF205}"/>
          </ac:spMkLst>
        </pc:spChg>
        <pc:spChg chg="del">
          <ac:chgData name="Gill, Gaurav" userId="9da6cf44-1ce0-4d5b-ac6f-9ec5e003c700" providerId="ADAL" clId="{3F83E967-8960-417D-BEF1-ECA81DB7EC79}" dt="2026-09-21T13:22:41.759" v="312" actId="478"/>
          <ac:spMkLst>
            <pc:docMk/>
            <pc:sldMk cId="2973076065" sldId="424"/>
            <ac:spMk id="47" creationId="{843283F8-D67E-13A1-AEAC-A437E128DAF9}"/>
          </ac:spMkLst>
        </pc:spChg>
        <pc:spChg chg="mod">
          <ac:chgData name="Gill, Gaurav" userId="9da6cf44-1ce0-4d5b-ac6f-9ec5e003c700" providerId="ADAL" clId="{3F83E967-8960-417D-BEF1-ECA81DB7EC79}" dt="2026-09-21T13:22:32.358" v="311" actId="242"/>
          <ac:spMkLst>
            <pc:docMk/>
            <pc:sldMk cId="2973076065" sldId="424"/>
            <ac:spMk id="48" creationId="{07E3334D-65D9-4C86-5770-69907E26625E}"/>
          </ac:spMkLst>
        </pc:spChg>
        <pc:spChg chg="mod">
          <ac:chgData name="Gill, Gaurav" userId="9da6cf44-1ce0-4d5b-ac6f-9ec5e003c700" providerId="ADAL" clId="{3F83E967-8960-417D-BEF1-ECA81DB7EC79}" dt="2026-09-21T14:33:06.700" v="1348" actId="20577"/>
          <ac:spMkLst>
            <pc:docMk/>
            <pc:sldMk cId="2973076065" sldId="424"/>
            <ac:spMk id="49" creationId="{0C48BA10-8985-BA8B-A946-D813F620184D}"/>
          </ac:spMkLst>
        </pc:spChg>
        <pc:spChg chg="del">
          <ac:chgData name="Gill, Gaurav" userId="9da6cf44-1ce0-4d5b-ac6f-9ec5e003c700" providerId="ADAL" clId="{3F83E967-8960-417D-BEF1-ECA81DB7EC79}" dt="2026-09-21T13:22:41.759" v="312" actId="478"/>
          <ac:spMkLst>
            <pc:docMk/>
            <pc:sldMk cId="2973076065" sldId="424"/>
            <ac:spMk id="53" creationId="{3AAE7B14-DEF8-34BB-C367-966764E2D90E}"/>
          </ac:spMkLst>
        </pc:spChg>
        <pc:spChg chg="del">
          <ac:chgData name="Gill, Gaurav" userId="9da6cf44-1ce0-4d5b-ac6f-9ec5e003c700" providerId="ADAL" clId="{3F83E967-8960-417D-BEF1-ECA81DB7EC79}" dt="2026-09-21T13:22:41.759" v="312" actId="478"/>
          <ac:spMkLst>
            <pc:docMk/>
            <pc:sldMk cId="2973076065" sldId="424"/>
            <ac:spMk id="56" creationId="{14FE819A-D3E2-1D2D-8836-AE0B613F2025}"/>
          </ac:spMkLst>
        </pc:spChg>
        <pc:spChg chg="del">
          <ac:chgData name="Gill, Gaurav" userId="9da6cf44-1ce0-4d5b-ac6f-9ec5e003c700" providerId="ADAL" clId="{3F83E967-8960-417D-BEF1-ECA81DB7EC79}" dt="2026-09-21T13:22:41.759" v="312" actId="478"/>
          <ac:spMkLst>
            <pc:docMk/>
            <pc:sldMk cId="2973076065" sldId="424"/>
            <ac:spMk id="59" creationId="{731059DF-ACB3-E507-4EF8-D22805CF785A}"/>
          </ac:spMkLst>
        </pc:spChg>
        <pc:spChg chg="del">
          <ac:chgData name="Gill, Gaurav" userId="9da6cf44-1ce0-4d5b-ac6f-9ec5e003c700" providerId="ADAL" clId="{3F83E967-8960-417D-BEF1-ECA81DB7EC79}" dt="2026-09-21T13:22:41.759" v="312" actId="478"/>
          <ac:spMkLst>
            <pc:docMk/>
            <pc:sldMk cId="2973076065" sldId="424"/>
            <ac:spMk id="61" creationId="{A26CC6B5-9538-F77F-BB45-E27168358834}"/>
          </ac:spMkLst>
        </pc:spChg>
        <pc:spChg chg="add mod">
          <ac:chgData name="Gill, Gaurav" userId="9da6cf44-1ce0-4d5b-ac6f-9ec5e003c700" providerId="ADAL" clId="{3F83E967-8960-417D-BEF1-ECA81DB7EC79}" dt="2026-09-21T13:23:17.281" v="406" actId="1036"/>
          <ac:spMkLst>
            <pc:docMk/>
            <pc:sldMk cId="2973076065" sldId="424"/>
            <ac:spMk id="64" creationId="{BC154C65-927C-BA54-123F-D6F2036728B8}"/>
          </ac:spMkLst>
        </pc:spChg>
        <pc:spChg chg="add mod">
          <ac:chgData name="Gill, Gaurav" userId="9da6cf44-1ce0-4d5b-ac6f-9ec5e003c700" providerId="ADAL" clId="{3F83E967-8960-417D-BEF1-ECA81DB7EC79}" dt="2026-09-21T13:23:17.281" v="406" actId="1036"/>
          <ac:spMkLst>
            <pc:docMk/>
            <pc:sldMk cId="2973076065" sldId="424"/>
            <ac:spMk id="68" creationId="{D83AC17B-7F93-FAE8-D8BC-081B17EDDAC4}"/>
          </ac:spMkLst>
        </pc:spChg>
        <pc:spChg chg="add mod">
          <ac:chgData name="Gill, Gaurav" userId="9da6cf44-1ce0-4d5b-ac6f-9ec5e003c700" providerId="ADAL" clId="{3F83E967-8960-417D-BEF1-ECA81DB7EC79}" dt="2026-09-21T13:23:17.281" v="406" actId="1036"/>
          <ac:spMkLst>
            <pc:docMk/>
            <pc:sldMk cId="2973076065" sldId="424"/>
            <ac:spMk id="73" creationId="{682658FC-2E2F-7CAD-5C93-1A35AB866BB2}"/>
          </ac:spMkLst>
        </pc:spChg>
        <pc:spChg chg="del">
          <ac:chgData name="Gill, Gaurav" userId="9da6cf44-1ce0-4d5b-ac6f-9ec5e003c700" providerId="ADAL" clId="{3F83E967-8960-417D-BEF1-ECA81DB7EC79}" dt="2026-09-21T13:22:41.759" v="312" actId="478"/>
          <ac:spMkLst>
            <pc:docMk/>
            <pc:sldMk cId="2973076065" sldId="424"/>
            <ac:spMk id="82" creationId="{84747CF0-8335-BCB4-E4C5-0B597FFCFBB2}"/>
          </ac:spMkLst>
        </pc:spChg>
        <pc:spChg chg="del">
          <ac:chgData name="Gill, Gaurav" userId="9da6cf44-1ce0-4d5b-ac6f-9ec5e003c700" providerId="ADAL" clId="{3F83E967-8960-417D-BEF1-ECA81DB7EC79}" dt="2026-09-21T13:22:41.759" v="312" actId="478"/>
          <ac:spMkLst>
            <pc:docMk/>
            <pc:sldMk cId="2973076065" sldId="424"/>
            <ac:spMk id="83" creationId="{FDAB32B0-239A-BE19-152E-0C9CF14E47A9}"/>
          </ac:spMkLst>
        </pc:spChg>
        <pc:spChg chg="del">
          <ac:chgData name="Gill, Gaurav" userId="9da6cf44-1ce0-4d5b-ac6f-9ec5e003c700" providerId="ADAL" clId="{3F83E967-8960-417D-BEF1-ECA81DB7EC79}" dt="2026-09-21T13:22:41.759" v="312" actId="478"/>
          <ac:spMkLst>
            <pc:docMk/>
            <pc:sldMk cId="2973076065" sldId="424"/>
            <ac:spMk id="88" creationId="{C7578679-C6F6-5740-2D80-899424899F9B}"/>
          </ac:spMkLst>
        </pc:spChg>
        <pc:spChg chg="del">
          <ac:chgData name="Gill, Gaurav" userId="9da6cf44-1ce0-4d5b-ac6f-9ec5e003c700" providerId="ADAL" clId="{3F83E967-8960-417D-BEF1-ECA81DB7EC79}" dt="2026-09-21T13:22:41.759" v="312" actId="478"/>
          <ac:spMkLst>
            <pc:docMk/>
            <pc:sldMk cId="2973076065" sldId="424"/>
            <ac:spMk id="95" creationId="{A8E8C2EE-6178-F233-C05A-32DA57CF735D}"/>
          </ac:spMkLst>
        </pc:spChg>
        <pc:spChg chg="add mod">
          <ac:chgData name="Gill, Gaurav" userId="9da6cf44-1ce0-4d5b-ac6f-9ec5e003c700" providerId="ADAL" clId="{3F83E967-8960-417D-BEF1-ECA81DB7EC79}" dt="2026-09-21T13:23:17.281" v="406" actId="1036"/>
          <ac:spMkLst>
            <pc:docMk/>
            <pc:sldMk cId="2973076065" sldId="424"/>
            <ac:spMk id="96" creationId="{92328AEE-8688-FDBF-D758-2A9F0D26D6A5}"/>
          </ac:spMkLst>
        </pc:spChg>
        <pc:spChg chg="add mod">
          <ac:chgData name="Gill, Gaurav" userId="9da6cf44-1ce0-4d5b-ac6f-9ec5e003c700" providerId="ADAL" clId="{3F83E967-8960-417D-BEF1-ECA81DB7EC79}" dt="2026-09-21T13:23:17.281" v="406" actId="1036"/>
          <ac:spMkLst>
            <pc:docMk/>
            <pc:sldMk cId="2973076065" sldId="424"/>
            <ac:spMk id="99" creationId="{16AFF5E9-8835-D904-357A-32BB0311C704}"/>
          </ac:spMkLst>
        </pc:spChg>
        <pc:spChg chg="mod">
          <ac:chgData name="Gill, Gaurav" userId="9da6cf44-1ce0-4d5b-ac6f-9ec5e003c700" providerId="ADAL" clId="{3F83E967-8960-417D-BEF1-ECA81DB7EC79}" dt="2026-09-21T13:23:23.347" v="452" actId="1036"/>
          <ac:spMkLst>
            <pc:docMk/>
            <pc:sldMk cId="2973076065" sldId="424"/>
            <ac:spMk id="103" creationId="{133F25F3-EB0F-6DB0-3C4C-4BBB9A75C87B}"/>
          </ac:spMkLst>
        </pc:spChg>
        <pc:spChg chg="del mod">
          <ac:chgData name="Gill, Gaurav" userId="9da6cf44-1ce0-4d5b-ac6f-9ec5e003c700" providerId="ADAL" clId="{3F83E967-8960-417D-BEF1-ECA81DB7EC79}" dt="2026-09-21T13:22:58.710" v="367" actId="478"/>
          <ac:spMkLst>
            <pc:docMk/>
            <pc:sldMk cId="2973076065" sldId="424"/>
            <ac:spMk id="104" creationId="{3895ED4F-738C-2F18-CD42-7B3808EBE2D0}"/>
          </ac:spMkLst>
        </pc:spChg>
        <pc:spChg chg="mod">
          <ac:chgData name="Gill, Gaurav" userId="9da6cf44-1ce0-4d5b-ac6f-9ec5e003c700" providerId="ADAL" clId="{3F83E967-8960-417D-BEF1-ECA81DB7EC79}" dt="2026-09-21T13:23:28.994" v="472" actId="1036"/>
          <ac:spMkLst>
            <pc:docMk/>
            <pc:sldMk cId="2973076065" sldId="424"/>
            <ac:spMk id="105" creationId="{ABC53A42-F134-751B-F591-2A70FC8002A9}"/>
          </ac:spMkLst>
        </pc:spChg>
      </pc:sldChg>
      <pc:sldChg chg="addSp delSp modSp add del mod ord">
        <pc:chgData name="Gill, Gaurav" userId="9da6cf44-1ce0-4d5b-ac6f-9ec5e003c700" providerId="ADAL" clId="{3F83E967-8960-417D-BEF1-ECA81DB7EC79}" dt="2026-09-21T13:48:23.391" v="890"/>
        <pc:sldMkLst>
          <pc:docMk/>
          <pc:sldMk cId="742292334" sldId="425"/>
        </pc:sldMkLst>
        <pc:spChg chg="add del mod">
          <ac:chgData name="Gill, Gaurav" userId="9da6cf44-1ce0-4d5b-ac6f-9ec5e003c700" providerId="ADAL" clId="{3F83E967-8960-417D-BEF1-ECA81DB7EC79}" dt="2026-09-21T13:43:32.737" v="843" actId="478"/>
          <ac:spMkLst>
            <pc:docMk/>
            <pc:sldMk cId="742292334" sldId="425"/>
            <ac:spMk id="2" creationId="{EAA87C97-214A-D668-D64D-97B90B129A37}"/>
          </ac:spMkLst>
        </pc:spChg>
        <pc:spChg chg="add del mod">
          <ac:chgData name="Gill, Gaurav" userId="9da6cf44-1ce0-4d5b-ac6f-9ec5e003c700" providerId="ADAL" clId="{3F83E967-8960-417D-BEF1-ECA81DB7EC79}" dt="2026-09-21T13:43:32.737" v="843" actId="478"/>
          <ac:spMkLst>
            <pc:docMk/>
            <pc:sldMk cId="742292334" sldId="425"/>
            <ac:spMk id="3" creationId="{761935FE-1569-4410-91D5-E328452F3AA7}"/>
          </ac:spMkLst>
        </pc:spChg>
        <pc:spChg chg="add del mod">
          <ac:chgData name="Gill, Gaurav" userId="9da6cf44-1ce0-4d5b-ac6f-9ec5e003c700" providerId="ADAL" clId="{3F83E967-8960-417D-BEF1-ECA81DB7EC79}" dt="2026-09-21T13:43:32.737" v="843" actId="478"/>
          <ac:spMkLst>
            <pc:docMk/>
            <pc:sldMk cId="742292334" sldId="425"/>
            <ac:spMk id="8" creationId="{E4A3CF60-2A96-8ADD-6F6B-ED932CDF7A56}"/>
          </ac:spMkLst>
        </pc:spChg>
        <pc:spChg chg="mod">
          <ac:chgData name="Gill, Gaurav" userId="9da6cf44-1ce0-4d5b-ac6f-9ec5e003c700" providerId="ADAL" clId="{3F83E967-8960-417D-BEF1-ECA81DB7EC79}" dt="2026-09-21T13:24:18.775" v="504" actId="1076"/>
          <ac:spMkLst>
            <pc:docMk/>
            <pc:sldMk cId="742292334" sldId="425"/>
            <ac:spMk id="10" creationId="{1019BE4D-6977-4538-348C-3131ED6E857B}"/>
          </ac:spMkLst>
        </pc:spChg>
        <pc:spChg chg="add del mod">
          <ac:chgData name="Gill, Gaurav" userId="9da6cf44-1ce0-4d5b-ac6f-9ec5e003c700" providerId="ADAL" clId="{3F83E967-8960-417D-BEF1-ECA81DB7EC79}" dt="2026-09-21T13:43:32.737" v="843" actId="478"/>
          <ac:spMkLst>
            <pc:docMk/>
            <pc:sldMk cId="742292334" sldId="425"/>
            <ac:spMk id="14" creationId="{4D8078AA-F177-C509-FB4F-D763A26E5DB4}"/>
          </ac:spMkLst>
        </pc:spChg>
        <pc:spChg chg="add del mod">
          <ac:chgData name="Gill, Gaurav" userId="9da6cf44-1ce0-4d5b-ac6f-9ec5e003c700" providerId="ADAL" clId="{3F83E967-8960-417D-BEF1-ECA81DB7EC79}" dt="2026-09-21T13:43:32.737" v="843" actId="478"/>
          <ac:spMkLst>
            <pc:docMk/>
            <pc:sldMk cId="742292334" sldId="425"/>
            <ac:spMk id="16" creationId="{A91B0F90-58C5-BBD4-715D-785337D86746}"/>
          </ac:spMkLst>
        </pc:spChg>
        <pc:spChg chg="del">
          <ac:chgData name="Gill, Gaurav" userId="9da6cf44-1ce0-4d5b-ac6f-9ec5e003c700" providerId="ADAL" clId="{3F83E967-8960-417D-BEF1-ECA81DB7EC79}" dt="2026-09-21T13:24:00.947" v="477" actId="478"/>
          <ac:spMkLst>
            <pc:docMk/>
            <pc:sldMk cId="742292334" sldId="425"/>
            <ac:spMk id="19" creationId="{7105ACBF-D123-2835-D924-81251570334A}"/>
          </ac:spMkLst>
        </pc:spChg>
        <pc:spChg chg="add del mod">
          <ac:chgData name="Gill, Gaurav" userId="9da6cf44-1ce0-4d5b-ac6f-9ec5e003c700" providerId="ADAL" clId="{3F83E967-8960-417D-BEF1-ECA81DB7EC79}" dt="2026-09-21T13:43:32.737" v="843" actId="478"/>
          <ac:spMkLst>
            <pc:docMk/>
            <pc:sldMk cId="742292334" sldId="425"/>
            <ac:spMk id="26" creationId="{F46223CD-ED63-9A2B-E9DD-4D579E251C01}"/>
          </ac:spMkLst>
        </pc:spChg>
        <pc:spChg chg="add del mod">
          <ac:chgData name="Gill, Gaurav" userId="9da6cf44-1ce0-4d5b-ac6f-9ec5e003c700" providerId="ADAL" clId="{3F83E967-8960-417D-BEF1-ECA81DB7EC79}" dt="2026-09-21T13:43:32.737" v="843" actId="478"/>
          <ac:spMkLst>
            <pc:docMk/>
            <pc:sldMk cId="742292334" sldId="425"/>
            <ac:spMk id="28" creationId="{F2A692CA-1AD3-10DA-F7A0-488A5DB35792}"/>
          </ac:spMkLst>
        </pc:spChg>
        <pc:spChg chg="add del mod">
          <ac:chgData name="Gill, Gaurav" userId="9da6cf44-1ce0-4d5b-ac6f-9ec5e003c700" providerId="ADAL" clId="{3F83E967-8960-417D-BEF1-ECA81DB7EC79}" dt="2026-09-21T13:43:32.737" v="843" actId="478"/>
          <ac:spMkLst>
            <pc:docMk/>
            <pc:sldMk cId="742292334" sldId="425"/>
            <ac:spMk id="30" creationId="{DCCCD711-167B-F261-2416-EC5A7B14379E}"/>
          </ac:spMkLst>
        </pc:spChg>
        <pc:spChg chg="add del mod">
          <ac:chgData name="Gill, Gaurav" userId="9da6cf44-1ce0-4d5b-ac6f-9ec5e003c700" providerId="ADAL" clId="{3F83E967-8960-417D-BEF1-ECA81DB7EC79}" dt="2026-09-21T13:43:32.737" v="843" actId="478"/>
          <ac:spMkLst>
            <pc:docMk/>
            <pc:sldMk cId="742292334" sldId="425"/>
            <ac:spMk id="32" creationId="{8293D3B3-0F3E-F8A6-50AB-311BA2270AA9}"/>
          </ac:spMkLst>
        </pc:spChg>
        <pc:spChg chg="add del mod">
          <ac:chgData name="Gill, Gaurav" userId="9da6cf44-1ce0-4d5b-ac6f-9ec5e003c700" providerId="ADAL" clId="{3F83E967-8960-417D-BEF1-ECA81DB7EC79}" dt="2026-09-21T13:43:32.737" v="843" actId="478"/>
          <ac:spMkLst>
            <pc:docMk/>
            <pc:sldMk cId="742292334" sldId="425"/>
            <ac:spMk id="34" creationId="{9F79C922-EC44-B4A5-80B2-C24D92D51FC6}"/>
          </ac:spMkLst>
        </pc:spChg>
        <pc:spChg chg="del">
          <ac:chgData name="Gill, Gaurav" userId="9da6cf44-1ce0-4d5b-ac6f-9ec5e003c700" providerId="ADAL" clId="{3F83E967-8960-417D-BEF1-ECA81DB7EC79}" dt="2026-09-21T13:24:00.947" v="477" actId="478"/>
          <ac:spMkLst>
            <pc:docMk/>
            <pc:sldMk cId="742292334" sldId="425"/>
            <ac:spMk id="35" creationId="{F2F04B45-3C78-33F0-FAEA-D35654907D0B}"/>
          </ac:spMkLst>
        </pc:spChg>
        <pc:spChg chg="del">
          <ac:chgData name="Gill, Gaurav" userId="9da6cf44-1ce0-4d5b-ac6f-9ec5e003c700" providerId="ADAL" clId="{3F83E967-8960-417D-BEF1-ECA81DB7EC79}" dt="2026-09-21T13:24:00.947" v="477" actId="478"/>
          <ac:spMkLst>
            <pc:docMk/>
            <pc:sldMk cId="742292334" sldId="425"/>
            <ac:spMk id="37" creationId="{9CDAD531-3AE7-D5AD-0354-9CBA3C39F5A7}"/>
          </ac:spMkLst>
        </pc:spChg>
        <pc:spChg chg="del">
          <ac:chgData name="Gill, Gaurav" userId="9da6cf44-1ce0-4d5b-ac6f-9ec5e003c700" providerId="ADAL" clId="{3F83E967-8960-417D-BEF1-ECA81DB7EC79}" dt="2026-09-21T13:24:00.947" v="477" actId="478"/>
          <ac:spMkLst>
            <pc:docMk/>
            <pc:sldMk cId="742292334" sldId="425"/>
            <ac:spMk id="39" creationId="{CB31B0F5-53C9-F1D9-D0AE-349E2E7FDFC2}"/>
          </ac:spMkLst>
        </pc:spChg>
        <pc:spChg chg="del">
          <ac:chgData name="Gill, Gaurav" userId="9da6cf44-1ce0-4d5b-ac6f-9ec5e003c700" providerId="ADAL" clId="{3F83E967-8960-417D-BEF1-ECA81DB7EC79}" dt="2026-09-21T13:24:00.947" v="477" actId="478"/>
          <ac:spMkLst>
            <pc:docMk/>
            <pc:sldMk cId="742292334" sldId="425"/>
            <ac:spMk id="43" creationId="{79946109-D136-F8A0-59FB-FDE5EEED15EC}"/>
          </ac:spMkLst>
        </pc:spChg>
        <pc:spChg chg="add del mod">
          <ac:chgData name="Gill, Gaurav" userId="9da6cf44-1ce0-4d5b-ac6f-9ec5e003c700" providerId="ADAL" clId="{3F83E967-8960-417D-BEF1-ECA81DB7EC79}" dt="2026-09-21T13:45:38.335" v="860" actId="478"/>
          <ac:spMkLst>
            <pc:docMk/>
            <pc:sldMk cId="742292334" sldId="425"/>
            <ac:spMk id="44" creationId="{8BEEF7FC-2857-328A-BCDD-5BDE5F715FD0}"/>
          </ac:spMkLst>
        </pc:spChg>
        <pc:spChg chg="mod">
          <ac:chgData name="Gill, Gaurav" userId="9da6cf44-1ce0-4d5b-ac6f-9ec5e003c700" providerId="ADAL" clId="{3F83E967-8960-417D-BEF1-ECA81DB7EC79}" dt="2026-09-21T13:25:23.897" v="515"/>
          <ac:spMkLst>
            <pc:docMk/>
            <pc:sldMk cId="742292334" sldId="425"/>
            <ac:spMk id="48" creationId="{E28478F2-1B60-4FF7-AA1D-710A05B1DE81}"/>
          </ac:spMkLst>
        </pc:spChg>
        <pc:spChg chg="mod">
          <ac:chgData name="Gill, Gaurav" userId="9da6cf44-1ce0-4d5b-ac6f-9ec5e003c700" providerId="ADAL" clId="{3F83E967-8960-417D-BEF1-ECA81DB7EC79}" dt="2026-09-21T13:25:09.074" v="514"/>
          <ac:spMkLst>
            <pc:docMk/>
            <pc:sldMk cId="742292334" sldId="425"/>
            <ac:spMk id="49" creationId="{7FDF3F91-977A-6FA6-4813-1A3BCA9C20B5}"/>
          </ac:spMkLst>
        </pc:spChg>
        <pc:spChg chg="del">
          <ac:chgData name="Gill, Gaurav" userId="9da6cf44-1ce0-4d5b-ac6f-9ec5e003c700" providerId="ADAL" clId="{3F83E967-8960-417D-BEF1-ECA81DB7EC79}" dt="2026-09-21T13:24:00.947" v="477" actId="478"/>
          <ac:spMkLst>
            <pc:docMk/>
            <pc:sldMk cId="742292334" sldId="425"/>
            <ac:spMk id="58" creationId="{B060B983-45A4-4C69-BC42-A38B8C270B1D}"/>
          </ac:spMkLst>
        </pc:spChg>
        <pc:spChg chg="del">
          <ac:chgData name="Gill, Gaurav" userId="9da6cf44-1ce0-4d5b-ac6f-9ec5e003c700" providerId="ADAL" clId="{3F83E967-8960-417D-BEF1-ECA81DB7EC79}" dt="2026-09-21T13:24:00.947" v="477" actId="478"/>
          <ac:spMkLst>
            <pc:docMk/>
            <pc:sldMk cId="742292334" sldId="425"/>
            <ac:spMk id="62" creationId="{A754C7D2-1562-D6A4-E68B-604F88E4C41F}"/>
          </ac:spMkLst>
        </pc:spChg>
        <pc:spChg chg="add del mod">
          <ac:chgData name="Gill, Gaurav" userId="9da6cf44-1ce0-4d5b-ac6f-9ec5e003c700" providerId="ADAL" clId="{3F83E967-8960-417D-BEF1-ECA81DB7EC79}" dt="2026-09-21T13:45:38.335" v="860" actId="478"/>
          <ac:spMkLst>
            <pc:docMk/>
            <pc:sldMk cId="742292334" sldId="425"/>
            <ac:spMk id="63" creationId="{03A644CF-6BDC-2425-9F23-8F40EB03C1ED}"/>
          </ac:spMkLst>
        </pc:spChg>
        <pc:spChg chg="add del mod">
          <ac:chgData name="Gill, Gaurav" userId="9da6cf44-1ce0-4d5b-ac6f-9ec5e003c700" providerId="ADAL" clId="{3F83E967-8960-417D-BEF1-ECA81DB7EC79}" dt="2026-09-21T13:45:38.335" v="860" actId="478"/>
          <ac:spMkLst>
            <pc:docMk/>
            <pc:sldMk cId="742292334" sldId="425"/>
            <ac:spMk id="64" creationId="{F047E8F8-4603-219D-DA87-BD4A47997179}"/>
          </ac:spMkLst>
        </pc:spChg>
        <pc:spChg chg="add del mod">
          <ac:chgData name="Gill, Gaurav" userId="9da6cf44-1ce0-4d5b-ac6f-9ec5e003c700" providerId="ADAL" clId="{3F83E967-8960-417D-BEF1-ECA81DB7EC79}" dt="2026-09-21T13:45:38.335" v="860" actId="478"/>
          <ac:spMkLst>
            <pc:docMk/>
            <pc:sldMk cId="742292334" sldId="425"/>
            <ac:spMk id="65" creationId="{6445BB9C-B77E-D68D-3E28-E035AFCE86B7}"/>
          </ac:spMkLst>
        </pc:spChg>
        <pc:spChg chg="add del mod">
          <ac:chgData name="Gill, Gaurav" userId="9da6cf44-1ce0-4d5b-ac6f-9ec5e003c700" providerId="ADAL" clId="{3F83E967-8960-417D-BEF1-ECA81DB7EC79}" dt="2026-09-21T13:45:38.335" v="860" actId="478"/>
          <ac:spMkLst>
            <pc:docMk/>
            <pc:sldMk cId="742292334" sldId="425"/>
            <ac:spMk id="66" creationId="{744A0BFC-CB96-B767-CA1D-0B20BBC5917C}"/>
          </ac:spMkLst>
        </pc:spChg>
        <pc:spChg chg="add del mod">
          <ac:chgData name="Gill, Gaurav" userId="9da6cf44-1ce0-4d5b-ac6f-9ec5e003c700" providerId="ADAL" clId="{3F83E967-8960-417D-BEF1-ECA81DB7EC79}" dt="2026-09-21T13:46:03.896" v="865" actId="478"/>
          <ac:spMkLst>
            <pc:docMk/>
            <pc:sldMk cId="742292334" sldId="425"/>
            <ac:spMk id="68" creationId="{C6342030-F6E2-8694-F845-54E783D54EFB}"/>
          </ac:spMkLst>
        </pc:spChg>
        <pc:spChg chg="del">
          <ac:chgData name="Gill, Gaurav" userId="9da6cf44-1ce0-4d5b-ac6f-9ec5e003c700" providerId="ADAL" clId="{3F83E967-8960-417D-BEF1-ECA81DB7EC79}" dt="2026-09-21T13:24:00.947" v="477" actId="478"/>
          <ac:spMkLst>
            <pc:docMk/>
            <pc:sldMk cId="742292334" sldId="425"/>
            <ac:spMk id="75" creationId="{5C868866-8CBC-A248-DF04-5CA9FD888662}"/>
          </ac:spMkLst>
        </pc:spChg>
        <pc:spChg chg="del">
          <ac:chgData name="Gill, Gaurav" userId="9da6cf44-1ce0-4d5b-ac6f-9ec5e003c700" providerId="ADAL" clId="{3F83E967-8960-417D-BEF1-ECA81DB7EC79}" dt="2026-09-21T13:24:00.947" v="477" actId="478"/>
          <ac:spMkLst>
            <pc:docMk/>
            <pc:sldMk cId="742292334" sldId="425"/>
            <ac:spMk id="80" creationId="{E5C23B67-04BE-6C94-EC12-8A2C140BB9AB}"/>
          </ac:spMkLst>
        </pc:spChg>
        <pc:spChg chg="del">
          <ac:chgData name="Gill, Gaurav" userId="9da6cf44-1ce0-4d5b-ac6f-9ec5e003c700" providerId="ADAL" clId="{3F83E967-8960-417D-BEF1-ECA81DB7EC79}" dt="2026-09-21T13:24:00.947" v="477" actId="478"/>
          <ac:spMkLst>
            <pc:docMk/>
            <pc:sldMk cId="742292334" sldId="425"/>
            <ac:spMk id="87" creationId="{7883F767-278F-FD7F-3121-1E7E063D1D71}"/>
          </ac:spMkLst>
        </pc:spChg>
        <pc:spChg chg="mod">
          <ac:chgData name="Gill, Gaurav" userId="9da6cf44-1ce0-4d5b-ac6f-9ec5e003c700" providerId="ADAL" clId="{3F83E967-8960-417D-BEF1-ECA81DB7EC79}" dt="2026-09-21T13:24:55.173" v="513"/>
          <ac:spMkLst>
            <pc:docMk/>
            <pc:sldMk cId="742292334" sldId="425"/>
            <ac:spMk id="92" creationId="{CD8D6C31-90C5-0349-5F29-B891AD360D7B}"/>
          </ac:spMkLst>
        </pc:spChg>
        <pc:graphicFrameChg chg="add mod modGraphic">
          <ac:chgData name="Gill, Gaurav" userId="9da6cf44-1ce0-4d5b-ac6f-9ec5e003c700" providerId="ADAL" clId="{3F83E967-8960-417D-BEF1-ECA81DB7EC79}" dt="2026-09-21T13:46:30.559" v="868" actId="207"/>
          <ac:graphicFrameMkLst>
            <pc:docMk/>
            <pc:sldMk cId="742292334" sldId="425"/>
            <ac:graphicFrameMk id="42" creationId="{50616EC6-7DDF-34A1-AE32-6832399EB56D}"/>
          </ac:graphicFrameMkLst>
        </pc:graphicFrameChg>
      </pc:sldChg>
      <pc:sldChg chg="addSp delSp modSp add del mod ord">
        <pc:chgData name="Gill, Gaurav" userId="9da6cf44-1ce0-4d5b-ac6f-9ec5e003c700" providerId="ADAL" clId="{3F83E967-8960-417D-BEF1-ECA81DB7EC79}" dt="2026-09-22T05:41:18.466" v="1496" actId="47"/>
        <pc:sldMkLst>
          <pc:docMk/>
          <pc:sldMk cId="3250519667" sldId="426"/>
        </pc:sldMkLst>
        <pc:spChg chg="mod">
          <ac:chgData name="Gill, Gaurav" userId="9da6cf44-1ce0-4d5b-ac6f-9ec5e003c700" providerId="ADAL" clId="{3F83E967-8960-417D-BEF1-ECA81DB7EC79}" dt="2026-09-21T13:26:29.544" v="526" actId="113"/>
          <ac:spMkLst>
            <pc:docMk/>
            <pc:sldMk cId="3250519667" sldId="426"/>
            <ac:spMk id="4" creationId="{DA4121EF-D40F-D921-5445-37BF6835E5E8}"/>
          </ac:spMkLst>
        </pc:spChg>
        <pc:spChg chg="add del mod">
          <ac:chgData name="Gill, Gaurav" userId="9da6cf44-1ce0-4d5b-ac6f-9ec5e003c700" providerId="ADAL" clId="{3F83E967-8960-417D-BEF1-ECA81DB7EC79}" dt="2026-09-22T05:20:40.317" v="1465" actId="478"/>
          <ac:spMkLst>
            <pc:docMk/>
            <pc:sldMk cId="3250519667" sldId="426"/>
            <ac:spMk id="5" creationId="{F31B84AE-3AC0-BD41-8011-DFD69A3ABDC0}"/>
          </ac:spMkLst>
        </pc:spChg>
        <pc:spChg chg="add del mod">
          <ac:chgData name="Gill, Gaurav" userId="9da6cf44-1ce0-4d5b-ac6f-9ec5e003c700" providerId="ADAL" clId="{3F83E967-8960-417D-BEF1-ECA81DB7EC79}" dt="2026-09-22T05:20:40.317" v="1465" actId="478"/>
          <ac:spMkLst>
            <pc:docMk/>
            <pc:sldMk cId="3250519667" sldId="426"/>
            <ac:spMk id="10" creationId="{9281CEC7-4D9E-076F-3A6A-5754986E3C18}"/>
          </ac:spMkLst>
        </pc:spChg>
        <pc:spChg chg="del">
          <ac:chgData name="Gill, Gaurav" userId="9da6cf44-1ce0-4d5b-ac6f-9ec5e003c700" providerId="ADAL" clId="{3F83E967-8960-417D-BEF1-ECA81DB7EC79}" dt="2026-09-21T13:26:49.170" v="527" actId="478"/>
          <ac:spMkLst>
            <pc:docMk/>
            <pc:sldMk cId="3250519667" sldId="426"/>
            <ac:spMk id="13" creationId="{F65F19F5-1DAF-1C72-583D-BF4E41FBC25C}"/>
          </ac:spMkLst>
        </pc:spChg>
        <pc:spChg chg="add del mod">
          <ac:chgData name="Gill, Gaurav" userId="9da6cf44-1ce0-4d5b-ac6f-9ec5e003c700" providerId="ADAL" clId="{3F83E967-8960-417D-BEF1-ECA81DB7EC79}" dt="2026-09-22T05:20:40.317" v="1465" actId="478"/>
          <ac:spMkLst>
            <pc:docMk/>
            <pc:sldMk cId="3250519667" sldId="426"/>
            <ac:spMk id="22" creationId="{9B91B518-0704-83B9-3E6B-26FE069B6819}"/>
          </ac:spMkLst>
        </pc:spChg>
        <pc:spChg chg="del">
          <ac:chgData name="Gill, Gaurav" userId="9da6cf44-1ce0-4d5b-ac6f-9ec5e003c700" providerId="ADAL" clId="{3F83E967-8960-417D-BEF1-ECA81DB7EC79}" dt="2026-09-21T13:26:49.170" v="527" actId="478"/>
          <ac:spMkLst>
            <pc:docMk/>
            <pc:sldMk cId="3250519667" sldId="426"/>
            <ac:spMk id="25" creationId="{796409C8-3D77-FF6F-F03E-C7663B26434A}"/>
          </ac:spMkLst>
        </pc:spChg>
        <pc:spChg chg="del">
          <ac:chgData name="Gill, Gaurav" userId="9da6cf44-1ce0-4d5b-ac6f-9ec5e003c700" providerId="ADAL" clId="{3F83E967-8960-417D-BEF1-ECA81DB7EC79}" dt="2026-09-21T13:26:49.170" v="527" actId="478"/>
          <ac:spMkLst>
            <pc:docMk/>
            <pc:sldMk cId="3250519667" sldId="426"/>
            <ac:spMk id="29" creationId="{E038BD8F-DE97-A4C6-9678-B630A885FE40}"/>
          </ac:spMkLst>
        </pc:spChg>
        <pc:spChg chg="add del mod">
          <ac:chgData name="Gill, Gaurav" userId="9da6cf44-1ce0-4d5b-ac6f-9ec5e003c700" providerId="ADAL" clId="{3F83E967-8960-417D-BEF1-ECA81DB7EC79}" dt="2026-09-22T05:20:40.317" v="1465" actId="478"/>
          <ac:spMkLst>
            <pc:docMk/>
            <pc:sldMk cId="3250519667" sldId="426"/>
            <ac:spMk id="30" creationId="{BD12C5EC-A8F8-17E3-90D1-632323A0EA72}"/>
          </ac:spMkLst>
        </pc:spChg>
        <pc:spChg chg="mod">
          <ac:chgData name="Gill, Gaurav" userId="9da6cf44-1ce0-4d5b-ac6f-9ec5e003c700" providerId="ADAL" clId="{3F83E967-8960-417D-BEF1-ECA81DB7EC79}" dt="2026-09-21T13:28:31.364" v="571" actId="1036"/>
          <ac:spMkLst>
            <pc:docMk/>
            <pc:sldMk cId="3250519667" sldId="426"/>
            <ac:spMk id="34" creationId="{AB5DD6A3-3094-DC72-49C0-5426F91B184D}"/>
          </ac:spMkLst>
        </pc:spChg>
        <pc:spChg chg="del">
          <ac:chgData name="Gill, Gaurav" userId="9da6cf44-1ce0-4d5b-ac6f-9ec5e003c700" providerId="ADAL" clId="{3F83E967-8960-417D-BEF1-ECA81DB7EC79}" dt="2026-09-21T13:26:49.170" v="527" actId="478"/>
          <ac:spMkLst>
            <pc:docMk/>
            <pc:sldMk cId="3250519667" sldId="426"/>
            <ac:spMk id="35" creationId="{36BAE377-E4DA-1C6E-0004-C98DB59218E5}"/>
          </ac:spMkLst>
        </pc:spChg>
        <pc:spChg chg="mod">
          <ac:chgData name="Gill, Gaurav" userId="9da6cf44-1ce0-4d5b-ac6f-9ec5e003c700" providerId="ADAL" clId="{3F83E967-8960-417D-BEF1-ECA81DB7EC79}" dt="2026-09-21T13:28:31.364" v="571" actId="1036"/>
          <ac:spMkLst>
            <pc:docMk/>
            <pc:sldMk cId="3250519667" sldId="426"/>
            <ac:spMk id="36" creationId="{0C1EABB1-F018-DBA4-0D21-DC3D028A2F7D}"/>
          </ac:spMkLst>
        </pc:spChg>
        <pc:spChg chg="mod">
          <ac:chgData name="Gill, Gaurav" userId="9da6cf44-1ce0-4d5b-ac6f-9ec5e003c700" providerId="ADAL" clId="{3F83E967-8960-417D-BEF1-ECA81DB7EC79}" dt="2026-09-21T13:28:31.364" v="571" actId="1036"/>
          <ac:spMkLst>
            <pc:docMk/>
            <pc:sldMk cId="3250519667" sldId="426"/>
            <ac:spMk id="38" creationId="{824CDD22-ADBE-79E7-92A5-177E8EA2C97D}"/>
          </ac:spMkLst>
        </pc:spChg>
        <pc:spChg chg="add del mod">
          <ac:chgData name="Gill, Gaurav" userId="9da6cf44-1ce0-4d5b-ac6f-9ec5e003c700" providerId="ADAL" clId="{3F83E967-8960-417D-BEF1-ECA81DB7EC79}" dt="2026-09-22T05:20:40.317" v="1465" actId="478"/>
          <ac:spMkLst>
            <pc:docMk/>
            <pc:sldMk cId="3250519667" sldId="426"/>
            <ac:spMk id="44" creationId="{79F4290E-4EC7-4BF0-E304-18423B2EF5B4}"/>
          </ac:spMkLst>
        </pc:spChg>
        <pc:spChg chg="mod">
          <ac:chgData name="Gill, Gaurav" userId="9da6cf44-1ce0-4d5b-ac6f-9ec5e003c700" providerId="ADAL" clId="{3F83E967-8960-417D-BEF1-ECA81DB7EC79}" dt="2026-09-21T13:25:55.225" v="522"/>
          <ac:spMkLst>
            <pc:docMk/>
            <pc:sldMk cId="3250519667" sldId="426"/>
            <ac:spMk id="48" creationId="{3C9E6EF1-AD40-88F2-0A7F-2328AE5D53C9}"/>
          </ac:spMkLst>
        </pc:spChg>
        <pc:spChg chg="mod">
          <ac:chgData name="Gill, Gaurav" userId="9da6cf44-1ce0-4d5b-ac6f-9ec5e003c700" providerId="ADAL" clId="{3F83E967-8960-417D-BEF1-ECA81DB7EC79}" dt="2026-09-21T14:39:45.101" v="1451"/>
          <ac:spMkLst>
            <pc:docMk/>
            <pc:sldMk cId="3250519667" sldId="426"/>
            <ac:spMk id="49" creationId="{A8537329-E295-C746-8A50-A8F12E57A397}"/>
          </ac:spMkLst>
        </pc:spChg>
        <pc:spChg chg="del">
          <ac:chgData name="Gill, Gaurav" userId="9da6cf44-1ce0-4d5b-ac6f-9ec5e003c700" providerId="ADAL" clId="{3F83E967-8960-417D-BEF1-ECA81DB7EC79}" dt="2026-09-21T13:26:49.170" v="527" actId="478"/>
          <ac:spMkLst>
            <pc:docMk/>
            <pc:sldMk cId="3250519667" sldId="426"/>
            <ac:spMk id="58" creationId="{25A65C01-9A4F-9DA2-5AF0-885A76EA5FD5}"/>
          </ac:spMkLst>
        </pc:spChg>
        <pc:spChg chg="del">
          <ac:chgData name="Gill, Gaurav" userId="9da6cf44-1ce0-4d5b-ac6f-9ec5e003c700" providerId="ADAL" clId="{3F83E967-8960-417D-BEF1-ECA81DB7EC79}" dt="2026-09-21T13:26:49.170" v="527" actId="478"/>
          <ac:spMkLst>
            <pc:docMk/>
            <pc:sldMk cId="3250519667" sldId="426"/>
            <ac:spMk id="60" creationId="{86BE611B-A0CF-CA85-9D2E-DB8C22CF1BFF}"/>
          </ac:spMkLst>
        </pc:spChg>
        <pc:spChg chg="add del mod">
          <ac:chgData name="Gill, Gaurav" userId="9da6cf44-1ce0-4d5b-ac6f-9ec5e003c700" providerId="ADAL" clId="{3F83E967-8960-417D-BEF1-ECA81DB7EC79}" dt="2026-09-22T05:20:40.317" v="1465" actId="478"/>
          <ac:spMkLst>
            <pc:docMk/>
            <pc:sldMk cId="3250519667" sldId="426"/>
            <ac:spMk id="67" creationId="{5FC76E96-CB45-FBC6-2FD8-C2620F3A25F0}"/>
          </ac:spMkLst>
        </pc:spChg>
        <pc:spChg chg="mod">
          <ac:chgData name="Gill, Gaurav" userId="9da6cf44-1ce0-4d5b-ac6f-9ec5e003c700" providerId="ADAL" clId="{3F83E967-8960-417D-BEF1-ECA81DB7EC79}" dt="2026-09-21T13:28:14.759" v="553" actId="207"/>
          <ac:spMkLst>
            <pc:docMk/>
            <pc:sldMk cId="3250519667" sldId="426"/>
            <ac:spMk id="68" creationId="{9A0CC5ED-DA53-8958-D2FF-E73EA873145D}"/>
          </ac:spMkLst>
        </pc:spChg>
        <pc:spChg chg="del">
          <ac:chgData name="Gill, Gaurav" userId="9da6cf44-1ce0-4d5b-ac6f-9ec5e003c700" providerId="ADAL" clId="{3F83E967-8960-417D-BEF1-ECA81DB7EC79}" dt="2026-09-21T13:26:49.170" v="527" actId="478"/>
          <ac:spMkLst>
            <pc:docMk/>
            <pc:sldMk cId="3250519667" sldId="426"/>
            <ac:spMk id="81" creationId="{F09B7703-484E-9131-CA9D-DB8B27AA34E6}"/>
          </ac:spMkLst>
        </pc:spChg>
        <pc:spChg chg="del">
          <ac:chgData name="Gill, Gaurav" userId="9da6cf44-1ce0-4d5b-ac6f-9ec5e003c700" providerId="ADAL" clId="{3F83E967-8960-417D-BEF1-ECA81DB7EC79}" dt="2026-09-21T13:26:49.170" v="527" actId="478"/>
          <ac:spMkLst>
            <pc:docMk/>
            <pc:sldMk cId="3250519667" sldId="426"/>
            <ac:spMk id="83" creationId="{891A29F5-3985-7AB9-273F-00DE572377EA}"/>
          </ac:spMkLst>
        </pc:spChg>
        <pc:spChg chg="del">
          <ac:chgData name="Gill, Gaurav" userId="9da6cf44-1ce0-4d5b-ac6f-9ec5e003c700" providerId="ADAL" clId="{3F83E967-8960-417D-BEF1-ECA81DB7EC79}" dt="2026-09-21T13:26:49.170" v="527" actId="478"/>
          <ac:spMkLst>
            <pc:docMk/>
            <pc:sldMk cId="3250519667" sldId="426"/>
            <ac:spMk id="90" creationId="{B81CB4A9-569B-9849-E81A-56899384F36F}"/>
          </ac:spMkLst>
        </pc:spChg>
        <pc:spChg chg="del">
          <ac:chgData name="Gill, Gaurav" userId="9da6cf44-1ce0-4d5b-ac6f-9ec5e003c700" providerId="ADAL" clId="{3F83E967-8960-417D-BEF1-ECA81DB7EC79}" dt="2026-09-21T13:26:49.170" v="527" actId="478"/>
          <ac:spMkLst>
            <pc:docMk/>
            <pc:sldMk cId="3250519667" sldId="426"/>
            <ac:spMk id="91" creationId="{0A266224-CDCB-EF1D-C92F-0D9D02C079E5}"/>
          </ac:spMkLst>
        </pc:spChg>
        <pc:spChg chg="mod">
          <ac:chgData name="Gill, Gaurav" userId="9da6cf44-1ce0-4d5b-ac6f-9ec5e003c700" providerId="ADAL" clId="{3F83E967-8960-417D-BEF1-ECA81DB7EC79}" dt="2026-09-21T13:27:10.199" v="544"/>
          <ac:spMkLst>
            <pc:docMk/>
            <pc:sldMk cId="3250519667" sldId="426"/>
            <ac:spMk id="92" creationId="{790877BE-FBBE-5CF0-C63E-07C11C5FB3AE}"/>
          </ac:spMkLst>
        </pc:spChg>
        <pc:spChg chg="mod">
          <ac:chgData name="Gill, Gaurav" userId="9da6cf44-1ce0-4d5b-ac6f-9ec5e003c700" providerId="ADAL" clId="{3F83E967-8960-417D-BEF1-ECA81DB7EC79}" dt="2026-09-21T13:28:14.759" v="553" actId="207"/>
          <ac:spMkLst>
            <pc:docMk/>
            <pc:sldMk cId="3250519667" sldId="426"/>
            <ac:spMk id="101" creationId="{487FAA78-A69E-5CD3-5440-38697CB392B7}"/>
          </ac:spMkLst>
        </pc:spChg>
        <pc:spChg chg="mod">
          <ac:chgData name="Gill, Gaurav" userId="9da6cf44-1ce0-4d5b-ac6f-9ec5e003c700" providerId="ADAL" clId="{3F83E967-8960-417D-BEF1-ECA81DB7EC79}" dt="2026-09-21T13:28:27.408" v="564" actId="1036"/>
          <ac:spMkLst>
            <pc:docMk/>
            <pc:sldMk cId="3250519667" sldId="426"/>
            <ac:spMk id="103" creationId="{7414AFC2-CC32-7F84-28B2-25B2EBF110C6}"/>
          </ac:spMkLst>
        </pc:spChg>
        <pc:spChg chg="mod">
          <ac:chgData name="Gill, Gaurav" userId="9da6cf44-1ce0-4d5b-ac6f-9ec5e003c700" providerId="ADAL" clId="{3F83E967-8960-417D-BEF1-ECA81DB7EC79}" dt="2026-09-21T13:28:27.408" v="564" actId="1036"/>
          <ac:spMkLst>
            <pc:docMk/>
            <pc:sldMk cId="3250519667" sldId="426"/>
            <ac:spMk id="104" creationId="{610956EF-A2DE-5D6A-263B-88280733B6EE}"/>
          </ac:spMkLst>
        </pc:spChg>
        <pc:spChg chg="mod">
          <ac:chgData name="Gill, Gaurav" userId="9da6cf44-1ce0-4d5b-ac6f-9ec5e003c700" providerId="ADAL" clId="{3F83E967-8960-417D-BEF1-ECA81DB7EC79}" dt="2026-09-21T13:28:27.408" v="564" actId="1036"/>
          <ac:spMkLst>
            <pc:docMk/>
            <pc:sldMk cId="3250519667" sldId="426"/>
            <ac:spMk id="105" creationId="{4178363E-A19E-DE9B-4868-3D9645EA6AF1}"/>
          </ac:spMkLst>
        </pc:spChg>
        <pc:spChg chg="add del mod">
          <ac:chgData name="Gill, Gaurav" userId="9da6cf44-1ce0-4d5b-ac6f-9ec5e003c700" providerId="ADAL" clId="{3F83E967-8960-417D-BEF1-ECA81DB7EC79}" dt="2026-09-22T05:20:40.317" v="1465" actId="478"/>
          <ac:spMkLst>
            <pc:docMk/>
            <pc:sldMk cId="3250519667" sldId="426"/>
            <ac:spMk id="109" creationId="{8457C819-DE1D-F73C-4358-290C33B89B36}"/>
          </ac:spMkLst>
        </pc:spChg>
        <pc:spChg chg="add del mod">
          <ac:chgData name="Gill, Gaurav" userId="9da6cf44-1ce0-4d5b-ac6f-9ec5e003c700" providerId="ADAL" clId="{3F83E967-8960-417D-BEF1-ECA81DB7EC79}" dt="2026-09-22T05:20:40.317" v="1465" actId="478"/>
          <ac:spMkLst>
            <pc:docMk/>
            <pc:sldMk cId="3250519667" sldId="426"/>
            <ac:spMk id="113" creationId="{9166C0EA-941B-709E-8FF2-363D3D1182F5}"/>
          </ac:spMkLst>
        </pc:spChg>
        <pc:spChg chg="add del mod">
          <ac:chgData name="Gill, Gaurav" userId="9da6cf44-1ce0-4d5b-ac6f-9ec5e003c700" providerId="ADAL" clId="{3F83E967-8960-417D-BEF1-ECA81DB7EC79}" dt="2026-09-22T05:20:40.317" v="1465" actId="478"/>
          <ac:spMkLst>
            <pc:docMk/>
            <pc:sldMk cId="3250519667" sldId="426"/>
            <ac:spMk id="115" creationId="{A1BEED7E-3F34-835C-34A5-B0908F51D26F}"/>
          </ac:spMkLst>
        </pc:spChg>
        <pc:spChg chg="add del mod">
          <ac:chgData name="Gill, Gaurav" userId="9da6cf44-1ce0-4d5b-ac6f-9ec5e003c700" providerId="ADAL" clId="{3F83E967-8960-417D-BEF1-ECA81DB7EC79}" dt="2026-09-22T05:20:40.317" v="1465" actId="478"/>
          <ac:spMkLst>
            <pc:docMk/>
            <pc:sldMk cId="3250519667" sldId="426"/>
            <ac:spMk id="119" creationId="{E5592EA7-FB9B-19CA-5BFF-3C39FDC91E08}"/>
          </ac:spMkLst>
        </pc:spChg>
        <pc:spChg chg="mod">
          <ac:chgData name="Gill, Gaurav" userId="9da6cf44-1ce0-4d5b-ac6f-9ec5e003c700" providerId="ADAL" clId="{3F83E967-8960-417D-BEF1-ECA81DB7EC79}" dt="2026-09-21T13:28:39.792" v="579" actId="1036"/>
          <ac:spMkLst>
            <pc:docMk/>
            <pc:sldMk cId="3250519667" sldId="426"/>
            <ac:spMk id="120" creationId="{7A814B57-7067-587A-F5B7-0F308BD81250}"/>
          </ac:spMkLst>
        </pc:spChg>
        <pc:spChg chg="mod">
          <ac:chgData name="Gill, Gaurav" userId="9da6cf44-1ce0-4d5b-ac6f-9ec5e003c700" providerId="ADAL" clId="{3F83E967-8960-417D-BEF1-ECA81DB7EC79}" dt="2026-09-21T13:28:14.759" v="553" actId="207"/>
          <ac:spMkLst>
            <pc:docMk/>
            <pc:sldMk cId="3250519667" sldId="426"/>
            <ac:spMk id="125" creationId="{FFB9B89A-F58F-0D18-B91F-DE6878C08FC7}"/>
          </ac:spMkLst>
        </pc:spChg>
        <pc:spChg chg="add mod">
          <ac:chgData name="Gill, Gaurav" userId="9da6cf44-1ce0-4d5b-ac6f-9ec5e003c700" providerId="ADAL" clId="{3F83E967-8960-417D-BEF1-ECA81DB7EC79}" dt="2026-09-21T13:27:31.387" v="547" actId="403"/>
          <ac:spMkLst>
            <pc:docMk/>
            <pc:sldMk cId="3250519667" sldId="426"/>
            <ac:spMk id="131" creationId="{7E7B3CF1-ABC9-B597-5E53-8B022179798B}"/>
          </ac:spMkLst>
        </pc:spChg>
        <pc:graphicFrameChg chg="add mod modGraphic">
          <ac:chgData name="Gill, Gaurav" userId="9da6cf44-1ce0-4d5b-ac6f-9ec5e003c700" providerId="ADAL" clId="{3F83E967-8960-417D-BEF1-ECA81DB7EC79}" dt="2026-09-22T05:26:00.816" v="1473" actId="14100"/>
          <ac:graphicFrameMkLst>
            <pc:docMk/>
            <pc:sldMk cId="3250519667" sldId="426"/>
            <ac:graphicFrameMk id="133" creationId="{3677879D-BA78-C9FF-3045-5EDD78B3BC64}"/>
          </ac:graphicFrameMkLst>
        </pc:graphicFrameChg>
      </pc:sldChg>
      <pc:sldChg chg="addSp delSp modSp add mod">
        <pc:chgData name="Gill, Gaurav" userId="9da6cf44-1ce0-4d5b-ac6f-9ec5e003c700" providerId="ADAL" clId="{3F83E967-8960-417D-BEF1-ECA81DB7EC79}" dt="2026-09-22T05:20:14.450" v="1463" actId="1076"/>
        <pc:sldMkLst>
          <pc:docMk/>
          <pc:sldMk cId="2073134993" sldId="427"/>
        </pc:sldMkLst>
        <pc:spChg chg="del">
          <ac:chgData name="Gill, Gaurav" userId="9da6cf44-1ce0-4d5b-ac6f-9ec5e003c700" providerId="ADAL" clId="{3F83E967-8960-417D-BEF1-ECA81DB7EC79}" dt="2026-09-21T13:29:24.592" v="586" actId="478"/>
          <ac:spMkLst>
            <pc:docMk/>
            <pc:sldMk cId="2073134993" sldId="427"/>
            <ac:spMk id="3" creationId="{81749442-A9EC-D786-EB04-C116644CBCE3}"/>
          </ac:spMkLst>
        </pc:spChg>
        <pc:spChg chg="del">
          <ac:chgData name="Gill, Gaurav" userId="9da6cf44-1ce0-4d5b-ac6f-9ec5e003c700" providerId="ADAL" clId="{3F83E967-8960-417D-BEF1-ECA81DB7EC79}" dt="2026-09-21T13:30:02.551" v="590" actId="478"/>
          <ac:spMkLst>
            <pc:docMk/>
            <pc:sldMk cId="2073134993" sldId="427"/>
            <ac:spMk id="4" creationId="{5EB8E469-F0DD-7669-0C52-9215209573CD}"/>
          </ac:spMkLst>
        </pc:spChg>
        <pc:spChg chg="del">
          <ac:chgData name="Gill, Gaurav" userId="9da6cf44-1ce0-4d5b-ac6f-9ec5e003c700" providerId="ADAL" clId="{3F83E967-8960-417D-BEF1-ECA81DB7EC79}" dt="2026-09-21T13:29:24.592" v="586" actId="478"/>
          <ac:spMkLst>
            <pc:docMk/>
            <pc:sldMk cId="2073134993" sldId="427"/>
            <ac:spMk id="22" creationId="{A459DCC7-32FD-AF4C-4CB3-8AF895BA97B8}"/>
          </ac:spMkLst>
        </pc:spChg>
        <pc:spChg chg="del">
          <ac:chgData name="Gill, Gaurav" userId="9da6cf44-1ce0-4d5b-ac6f-9ec5e003c700" providerId="ADAL" clId="{3F83E967-8960-417D-BEF1-ECA81DB7EC79}" dt="2026-09-21T13:29:24.592" v="586" actId="478"/>
          <ac:spMkLst>
            <pc:docMk/>
            <pc:sldMk cId="2073134993" sldId="427"/>
            <ac:spMk id="44" creationId="{989BB8ED-B752-613C-9233-65E1E064E20C}"/>
          </ac:spMkLst>
        </pc:spChg>
        <pc:spChg chg="mod">
          <ac:chgData name="Gill, Gaurav" userId="9da6cf44-1ce0-4d5b-ac6f-9ec5e003c700" providerId="ADAL" clId="{3F83E967-8960-417D-BEF1-ECA81DB7EC79}" dt="2026-09-21T13:29:00.810" v="582"/>
          <ac:spMkLst>
            <pc:docMk/>
            <pc:sldMk cId="2073134993" sldId="427"/>
            <ac:spMk id="48" creationId="{040243FF-8F9E-86E6-3243-093C030519A0}"/>
          </ac:spMkLst>
        </pc:spChg>
        <pc:spChg chg="mod">
          <ac:chgData name="Gill, Gaurav" userId="9da6cf44-1ce0-4d5b-ac6f-9ec5e003c700" providerId="ADAL" clId="{3F83E967-8960-417D-BEF1-ECA81DB7EC79}" dt="2026-09-21T14:39:50.819" v="1452"/>
          <ac:spMkLst>
            <pc:docMk/>
            <pc:sldMk cId="2073134993" sldId="427"/>
            <ac:spMk id="49" creationId="{60D740EB-918E-3364-DD5D-528BBDF42891}"/>
          </ac:spMkLst>
        </pc:spChg>
        <pc:spChg chg="add mod">
          <ac:chgData name="Gill, Gaurav" userId="9da6cf44-1ce0-4d5b-ac6f-9ec5e003c700" providerId="ADAL" clId="{3F83E967-8960-417D-BEF1-ECA81DB7EC79}" dt="2026-09-21T13:30:16.141" v="602" actId="1035"/>
          <ac:spMkLst>
            <pc:docMk/>
            <pc:sldMk cId="2073134993" sldId="427"/>
            <ac:spMk id="56" creationId="{BD93D895-6B85-2523-332E-0C63917D6A3B}"/>
          </ac:spMkLst>
        </pc:spChg>
        <pc:spChg chg="add mod">
          <ac:chgData name="Gill, Gaurav" userId="9da6cf44-1ce0-4d5b-ac6f-9ec5e003c700" providerId="ADAL" clId="{3F83E967-8960-417D-BEF1-ECA81DB7EC79}" dt="2026-09-21T13:30:16.141" v="602" actId="1035"/>
          <ac:spMkLst>
            <pc:docMk/>
            <pc:sldMk cId="2073134993" sldId="427"/>
            <ac:spMk id="61" creationId="{803C76A0-AC26-D9A7-BE8C-8F518D422B82}"/>
          </ac:spMkLst>
        </pc:spChg>
        <pc:spChg chg="del">
          <ac:chgData name="Gill, Gaurav" userId="9da6cf44-1ce0-4d5b-ac6f-9ec5e003c700" providerId="ADAL" clId="{3F83E967-8960-417D-BEF1-ECA81DB7EC79}" dt="2026-09-21T13:29:24.592" v="586" actId="478"/>
          <ac:spMkLst>
            <pc:docMk/>
            <pc:sldMk cId="2073134993" sldId="427"/>
            <ac:spMk id="64" creationId="{24FF7843-E702-7F7A-5E3E-FF52980F4E63}"/>
          </ac:spMkLst>
        </pc:spChg>
        <pc:spChg chg="del">
          <ac:chgData name="Gill, Gaurav" userId="9da6cf44-1ce0-4d5b-ac6f-9ec5e003c700" providerId="ADAL" clId="{3F83E967-8960-417D-BEF1-ECA81DB7EC79}" dt="2026-09-21T13:29:24.592" v="586" actId="478"/>
          <ac:spMkLst>
            <pc:docMk/>
            <pc:sldMk cId="2073134993" sldId="427"/>
            <ac:spMk id="73" creationId="{D3D73B69-A5B2-AAE4-8BC8-D6F9033D407A}"/>
          </ac:spMkLst>
        </pc:spChg>
        <pc:spChg chg="add mod">
          <ac:chgData name="Gill, Gaurav" userId="9da6cf44-1ce0-4d5b-ac6f-9ec5e003c700" providerId="ADAL" clId="{3F83E967-8960-417D-BEF1-ECA81DB7EC79}" dt="2026-09-21T13:30:16.141" v="602" actId="1035"/>
          <ac:spMkLst>
            <pc:docMk/>
            <pc:sldMk cId="2073134993" sldId="427"/>
            <ac:spMk id="87" creationId="{FF44A3DB-09F3-50A5-33E3-DCCD970A0F64}"/>
          </ac:spMkLst>
        </pc:spChg>
        <pc:spChg chg="mod">
          <ac:chgData name="Gill, Gaurav" userId="9da6cf44-1ce0-4d5b-ac6f-9ec5e003c700" providerId="ADAL" clId="{3F83E967-8960-417D-BEF1-ECA81DB7EC79}" dt="2026-09-21T13:29:46.320" v="589"/>
          <ac:spMkLst>
            <pc:docMk/>
            <pc:sldMk cId="2073134993" sldId="427"/>
            <ac:spMk id="92" creationId="{16CBF219-97CB-606B-D6FF-DDA6E65EB445}"/>
          </ac:spMkLst>
        </pc:spChg>
        <pc:spChg chg="del">
          <ac:chgData name="Gill, Gaurav" userId="9da6cf44-1ce0-4d5b-ac6f-9ec5e003c700" providerId="ADAL" clId="{3F83E967-8960-417D-BEF1-ECA81DB7EC79}" dt="2026-09-21T13:29:24.592" v="586" actId="478"/>
          <ac:spMkLst>
            <pc:docMk/>
            <pc:sldMk cId="2073134993" sldId="427"/>
            <ac:spMk id="101" creationId="{E92AF593-D48E-C1A1-B871-D34379079162}"/>
          </ac:spMkLst>
        </pc:spChg>
        <pc:spChg chg="del">
          <ac:chgData name="Gill, Gaurav" userId="9da6cf44-1ce0-4d5b-ac6f-9ec5e003c700" providerId="ADAL" clId="{3F83E967-8960-417D-BEF1-ECA81DB7EC79}" dt="2026-09-21T13:29:24.592" v="586" actId="478"/>
          <ac:spMkLst>
            <pc:docMk/>
            <pc:sldMk cId="2073134993" sldId="427"/>
            <ac:spMk id="105" creationId="{FDA8BE8C-8234-3C9B-4852-602D2D16750E}"/>
          </ac:spMkLst>
        </pc:spChg>
        <pc:spChg chg="del">
          <ac:chgData name="Gill, Gaurav" userId="9da6cf44-1ce0-4d5b-ac6f-9ec5e003c700" providerId="ADAL" clId="{3F83E967-8960-417D-BEF1-ECA81DB7EC79}" dt="2026-09-21T13:29:24.592" v="586" actId="478"/>
          <ac:spMkLst>
            <pc:docMk/>
            <pc:sldMk cId="2073134993" sldId="427"/>
            <ac:spMk id="107" creationId="{3C5592D8-C2A2-BD59-A9C7-1DC8EF2BD762}"/>
          </ac:spMkLst>
        </pc:spChg>
        <pc:spChg chg="del">
          <ac:chgData name="Gill, Gaurav" userId="9da6cf44-1ce0-4d5b-ac6f-9ec5e003c700" providerId="ADAL" clId="{3F83E967-8960-417D-BEF1-ECA81DB7EC79}" dt="2026-09-21T13:29:24.592" v="586" actId="478"/>
          <ac:spMkLst>
            <pc:docMk/>
            <pc:sldMk cId="2073134993" sldId="427"/>
            <ac:spMk id="116" creationId="{8E7E7EA4-D983-337E-578D-ED769C95FB19}"/>
          </ac:spMkLst>
        </pc:spChg>
        <pc:spChg chg="del">
          <ac:chgData name="Gill, Gaurav" userId="9da6cf44-1ce0-4d5b-ac6f-9ec5e003c700" providerId="ADAL" clId="{3F83E967-8960-417D-BEF1-ECA81DB7EC79}" dt="2026-09-21T13:29:24.592" v="586" actId="478"/>
          <ac:spMkLst>
            <pc:docMk/>
            <pc:sldMk cId="2073134993" sldId="427"/>
            <ac:spMk id="124" creationId="{17C4AA7E-59BA-D974-653E-D87815FCCF9B}"/>
          </ac:spMkLst>
        </pc:spChg>
        <pc:spChg chg="add mod">
          <ac:chgData name="Gill, Gaurav" userId="9da6cf44-1ce0-4d5b-ac6f-9ec5e003c700" providerId="ADAL" clId="{3F83E967-8960-417D-BEF1-ECA81DB7EC79}" dt="2026-09-21T13:30:16.141" v="602" actId="1035"/>
          <ac:spMkLst>
            <pc:docMk/>
            <pc:sldMk cId="2073134993" sldId="427"/>
            <ac:spMk id="144" creationId="{BBEF8707-BB63-4B35-FAA3-AEABBDE569AB}"/>
          </ac:spMkLst>
        </pc:spChg>
        <pc:spChg chg="add mod">
          <ac:chgData name="Gill, Gaurav" userId="9da6cf44-1ce0-4d5b-ac6f-9ec5e003c700" providerId="ADAL" clId="{3F83E967-8960-417D-BEF1-ECA81DB7EC79}" dt="2026-09-21T13:30:16.141" v="602" actId="1035"/>
          <ac:spMkLst>
            <pc:docMk/>
            <pc:sldMk cId="2073134993" sldId="427"/>
            <ac:spMk id="163" creationId="{4D463EFA-F296-3B05-02A1-8D09890F7F8A}"/>
          </ac:spMkLst>
        </pc:spChg>
        <pc:spChg chg="add mod">
          <ac:chgData name="Gill, Gaurav" userId="9da6cf44-1ce0-4d5b-ac6f-9ec5e003c700" providerId="ADAL" clId="{3F83E967-8960-417D-BEF1-ECA81DB7EC79}" dt="2026-09-21T13:30:16.141" v="602" actId="1035"/>
          <ac:spMkLst>
            <pc:docMk/>
            <pc:sldMk cId="2073134993" sldId="427"/>
            <ac:spMk id="165" creationId="{1D2A5238-7A5F-D4F2-795F-D27B5955CA8D}"/>
          </ac:spMkLst>
        </pc:spChg>
        <pc:spChg chg="add mod">
          <ac:chgData name="Gill, Gaurav" userId="9da6cf44-1ce0-4d5b-ac6f-9ec5e003c700" providerId="ADAL" clId="{3F83E967-8960-417D-BEF1-ECA81DB7EC79}" dt="2026-09-21T13:30:16.141" v="602" actId="1035"/>
          <ac:spMkLst>
            <pc:docMk/>
            <pc:sldMk cId="2073134993" sldId="427"/>
            <ac:spMk id="183" creationId="{BF95D7D8-1B42-44FD-984C-1DEBDCA91907}"/>
          </ac:spMkLst>
        </pc:spChg>
        <pc:spChg chg="add mod">
          <ac:chgData name="Gill, Gaurav" userId="9da6cf44-1ce0-4d5b-ac6f-9ec5e003c700" providerId="ADAL" clId="{3F83E967-8960-417D-BEF1-ECA81DB7EC79}" dt="2026-09-21T13:30:16.141" v="602" actId="1035"/>
          <ac:spMkLst>
            <pc:docMk/>
            <pc:sldMk cId="2073134993" sldId="427"/>
            <ac:spMk id="196" creationId="{7D956694-F4B9-B14C-653B-3FE239DFBD5C}"/>
          </ac:spMkLst>
        </pc:spChg>
        <pc:spChg chg="add mod">
          <ac:chgData name="Gill, Gaurav" userId="9da6cf44-1ce0-4d5b-ac6f-9ec5e003c700" providerId="ADAL" clId="{3F83E967-8960-417D-BEF1-ECA81DB7EC79}" dt="2026-09-21T13:30:16.141" v="602" actId="1035"/>
          <ac:spMkLst>
            <pc:docMk/>
            <pc:sldMk cId="2073134993" sldId="427"/>
            <ac:spMk id="198" creationId="{ED27A1CD-96D3-0EAE-1902-5F98E633BA16}"/>
          </ac:spMkLst>
        </pc:spChg>
        <pc:spChg chg="mod">
          <ac:chgData name="Gill, Gaurav" userId="9da6cf44-1ce0-4d5b-ac6f-9ec5e003c700" providerId="ADAL" clId="{3F83E967-8960-417D-BEF1-ECA81DB7EC79}" dt="2026-09-22T05:20:14.450" v="1463" actId="1076"/>
          <ac:spMkLst>
            <pc:docMk/>
            <pc:sldMk cId="2073134993" sldId="427"/>
            <ac:spMk id="210" creationId="{EA56218A-A2AD-9FDD-83EB-69EFF8347CEE}"/>
          </ac:spMkLst>
        </pc:spChg>
        <pc:spChg chg="add mod">
          <ac:chgData name="Gill, Gaurav" userId="9da6cf44-1ce0-4d5b-ac6f-9ec5e003c700" providerId="ADAL" clId="{3F83E967-8960-417D-BEF1-ECA81DB7EC79}" dt="2026-09-21T13:30:16.141" v="602" actId="1035"/>
          <ac:spMkLst>
            <pc:docMk/>
            <pc:sldMk cId="2073134993" sldId="427"/>
            <ac:spMk id="214" creationId="{CC7AB63F-6B8D-8A60-9ECA-0C377DED6E8B}"/>
          </ac:spMkLst>
        </pc:spChg>
        <pc:spChg chg="add mod">
          <ac:chgData name="Gill, Gaurav" userId="9da6cf44-1ce0-4d5b-ac6f-9ec5e003c700" providerId="ADAL" clId="{3F83E967-8960-417D-BEF1-ECA81DB7EC79}" dt="2026-09-21T13:30:02.551" v="590" actId="478"/>
          <ac:spMkLst>
            <pc:docMk/>
            <pc:sldMk cId="2073134993" sldId="427"/>
            <ac:spMk id="223" creationId="{3D61DFB4-3CA2-7B2F-BC89-53535F120534}"/>
          </ac:spMkLst>
        </pc:spChg>
        <pc:spChg chg="add mod">
          <ac:chgData name="Gill, Gaurav" userId="9da6cf44-1ce0-4d5b-ac6f-9ec5e003c700" providerId="ADAL" clId="{3F83E967-8960-417D-BEF1-ECA81DB7EC79}" dt="2026-09-21T13:30:10.234" v="592" actId="1076"/>
          <ac:spMkLst>
            <pc:docMk/>
            <pc:sldMk cId="2073134993" sldId="427"/>
            <ac:spMk id="225" creationId="{FE75FEF9-FAD4-392B-6B34-61B740F0D0BB}"/>
          </ac:spMkLst>
        </pc:spChg>
      </pc:sldChg>
      <pc:sldChg chg="addSp delSp modSp add mod">
        <pc:chgData name="Gill, Gaurav" userId="9da6cf44-1ce0-4d5b-ac6f-9ec5e003c700" providerId="ADAL" clId="{3F83E967-8960-417D-BEF1-ECA81DB7EC79}" dt="2026-09-21T13:31:50.593" v="683" actId="20577"/>
        <pc:sldMkLst>
          <pc:docMk/>
          <pc:sldMk cId="771681522" sldId="428"/>
        </pc:sldMkLst>
        <pc:spChg chg="add mod">
          <ac:chgData name="Gill, Gaurav" userId="9da6cf44-1ce0-4d5b-ac6f-9ec5e003c700" providerId="ADAL" clId="{3F83E967-8960-417D-BEF1-ECA81DB7EC79}" dt="2026-09-21T13:31:37.197" v="681" actId="1036"/>
          <ac:spMkLst>
            <pc:docMk/>
            <pc:sldMk cId="771681522" sldId="428"/>
            <ac:spMk id="3" creationId="{B2644372-94BC-92F0-6DAB-D87A8B89DE9E}"/>
          </ac:spMkLst>
        </pc:spChg>
        <pc:spChg chg="add mod">
          <ac:chgData name="Gill, Gaurav" userId="9da6cf44-1ce0-4d5b-ac6f-9ec5e003c700" providerId="ADAL" clId="{3F83E967-8960-417D-BEF1-ECA81DB7EC79}" dt="2026-09-21T13:31:37.197" v="681" actId="1036"/>
          <ac:spMkLst>
            <pc:docMk/>
            <pc:sldMk cId="771681522" sldId="428"/>
            <ac:spMk id="8" creationId="{53B14E90-62A9-5D87-FC14-218AB3EB3997}"/>
          </ac:spMkLst>
        </pc:spChg>
        <pc:spChg chg="mod">
          <ac:chgData name="Gill, Gaurav" userId="9da6cf44-1ce0-4d5b-ac6f-9ec5e003c700" providerId="ADAL" clId="{3F83E967-8960-417D-BEF1-ECA81DB7EC79}" dt="2026-09-21T13:31:37.197" v="681" actId="1036"/>
          <ac:spMkLst>
            <pc:docMk/>
            <pc:sldMk cId="771681522" sldId="428"/>
            <ac:spMk id="10" creationId="{6B1FB2EF-F868-CDC8-A93A-5A39CAF0CC8C}"/>
          </ac:spMkLst>
        </pc:spChg>
        <pc:spChg chg="add mod">
          <ac:chgData name="Gill, Gaurav" userId="9da6cf44-1ce0-4d5b-ac6f-9ec5e003c700" providerId="ADAL" clId="{3F83E967-8960-417D-BEF1-ECA81DB7EC79}" dt="2026-09-21T13:31:37.197" v="681" actId="1036"/>
          <ac:spMkLst>
            <pc:docMk/>
            <pc:sldMk cId="771681522" sldId="428"/>
            <ac:spMk id="14" creationId="{03DCE42C-2655-007D-B0ED-AF08688586D2}"/>
          </ac:spMkLst>
        </pc:spChg>
        <pc:spChg chg="add mod">
          <ac:chgData name="Gill, Gaurav" userId="9da6cf44-1ce0-4d5b-ac6f-9ec5e003c700" providerId="ADAL" clId="{3F83E967-8960-417D-BEF1-ECA81DB7EC79}" dt="2026-09-21T13:31:37.197" v="681" actId="1036"/>
          <ac:spMkLst>
            <pc:docMk/>
            <pc:sldMk cId="771681522" sldId="428"/>
            <ac:spMk id="16" creationId="{0C792506-FE03-7DE1-C299-D827C791F46D}"/>
          </ac:spMkLst>
        </pc:spChg>
        <pc:spChg chg="add mod">
          <ac:chgData name="Gill, Gaurav" userId="9da6cf44-1ce0-4d5b-ac6f-9ec5e003c700" providerId="ADAL" clId="{3F83E967-8960-417D-BEF1-ECA81DB7EC79}" dt="2026-09-21T13:31:37.197" v="681" actId="1036"/>
          <ac:spMkLst>
            <pc:docMk/>
            <pc:sldMk cId="771681522" sldId="428"/>
            <ac:spMk id="20" creationId="{B613BE04-37A9-CFB3-75FB-7AFCB6234028}"/>
          </ac:spMkLst>
        </pc:spChg>
        <pc:spChg chg="add mod">
          <ac:chgData name="Gill, Gaurav" userId="9da6cf44-1ce0-4d5b-ac6f-9ec5e003c700" providerId="ADAL" clId="{3F83E967-8960-417D-BEF1-ECA81DB7EC79}" dt="2026-09-21T13:31:37.197" v="681" actId="1036"/>
          <ac:spMkLst>
            <pc:docMk/>
            <pc:sldMk cId="771681522" sldId="428"/>
            <ac:spMk id="22" creationId="{11036B88-0608-2E37-FF1D-D57AAA2A4BB9}"/>
          </ac:spMkLst>
        </pc:spChg>
        <pc:spChg chg="add mod">
          <ac:chgData name="Gill, Gaurav" userId="9da6cf44-1ce0-4d5b-ac6f-9ec5e003c700" providerId="ADAL" clId="{3F83E967-8960-417D-BEF1-ECA81DB7EC79}" dt="2026-09-21T13:31:37.197" v="681" actId="1036"/>
          <ac:spMkLst>
            <pc:docMk/>
            <pc:sldMk cId="771681522" sldId="428"/>
            <ac:spMk id="28" creationId="{E06043A0-120D-BD1E-578E-590A20FB4167}"/>
          </ac:spMkLst>
        </pc:spChg>
        <pc:spChg chg="add mod">
          <ac:chgData name="Gill, Gaurav" userId="9da6cf44-1ce0-4d5b-ac6f-9ec5e003c700" providerId="ADAL" clId="{3F83E967-8960-417D-BEF1-ECA81DB7EC79}" dt="2026-09-21T13:31:37.197" v="681" actId="1036"/>
          <ac:spMkLst>
            <pc:docMk/>
            <pc:sldMk cId="771681522" sldId="428"/>
            <ac:spMk id="32" creationId="{2566FC05-E3EB-1A10-BECB-B3E474B233C1}"/>
          </ac:spMkLst>
        </pc:spChg>
        <pc:spChg chg="add mod">
          <ac:chgData name="Gill, Gaurav" userId="9da6cf44-1ce0-4d5b-ac6f-9ec5e003c700" providerId="ADAL" clId="{3F83E967-8960-417D-BEF1-ECA81DB7EC79}" dt="2026-09-21T13:31:37.197" v="681" actId="1036"/>
          <ac:spMkLst>
            <pc:docMk/>
            <pc:sldMk cId="771681522" sldId="428"/>
            <ac:spMk id="34" creationId="{E45A6DD0-51F9-E109-60BC-14E635CC0FFA}"/>
          </ac:spMkLst>
        </pc:spChg>
        <pc:spChg chg="mod">
          <ac:chgData name="Gill, Gaurav" userId="9da6cf44-1ce0-4d5b-ac6f-9ec5e003c700" providerId="ADAL" clId="{3F83E967-8960-417D-BEF1-ECA81DB7EC79}" dt="2026-09-21T13:31:31.478" v="664" actId="113"/>
          <ac:spMkLst>
            <pc:docMk/>
            <pc:sldMk cId="771681522" sldId="428"/>
            <ac:spMk id="40" creationId="{61C2486D-D547-1576-4CC8-47C71473567B}"/>
          </ac:spMkLst>
        </pc:spChg>
        <pc:spChg chg="add del mod">
          <ac:chgData name="Gill, Gaurav" userId="9da6cf44-1ce0-4d5b-ac6f-9ec5e003c700" providerId="ADAL" clId="{3F83E967-8960-417D-BEF1-ECA81DB7EC79}" dt="2026-09-21T13:31:25.220" v="660" actId="478"/>
          <ac:spMkLst>
            <pc:docMk/>
            <pc:sldMk cId="771681522" sldId="428"/>
            <ac:spMk id="42" creationId="{DF63ACC6-BA26-0ECE-986B-F39B9DB3158D}"/>
          </ac:spMkLst>
        </pc:spChg>
        <pc:spChg chg="mod">
          <ac:chgData name="Gill, Gaurav" userId="9da6cf44-1ce0-4d5b-ac6f-9ec5e003c700" providerId="ADAL" clId="{3F83E967-8960-417D-BEF1-ECA81DB7EC79}" dt="2026-09-21T13:30:53.093" v="654"/>
          <ac:spMkLst>
            <pc:docMk/>
            <pc:sldMk cId="771681522" sldId="428"/>
            <ac:spMk id="48" creationId="{D928928B-1EDF-F0DA-191E-C07E2D585EC2}"/>
          </ac:spMkLst>
        </pc:spChg>
        <pc:spChg chg="mod">
          <ac:chgData name="Gill, Gaurav" userId="9da6cf44-1ce0-4d5b-ac6f-9ec5e003c700" providerId="ADAL" clId="{3F83E967-8960-417D-BEF1-ECA81DB7EC79}" dt="2026-09-21T13:31:04.451" v="655"/>
          <ac:spMkLst>
            <pc:docMk/>
            <pc:sldMk cId="771681522" sldId="428"/>
            <ac:spMk id="49" creationId="{C77705B4-0DC1-4DC9-3019-5DAEEB3C7AEC}"/>
          </ac:spMkLst>
        </pc:spChg>
        <pc:spChg chg="del">
          <ac:chgData name="Gill, Gaurav" userId="9da6cf44-1ce0-4d5b-ac6f-9ec5e003c700" providerId="ADAL" clId="{3F83E967-8960-417D-BEF1-ECA81DB7EC79}" dt="2026-09-21T13:30:36.030" v="605" actId="478"/>
          <ac:spMkLst>
            <pc:docMk/>
            <pc:sldMk cId="771681522" sldId="428"/>
            <ac:spMk id="61" creationId="{05010C1C-262C-B860-CF1F-C2889AAFC084}"/>
          </ac:spMkLst>
        </pc:spChg>
        <pc:spChg chg="mod">
          <ac:chgData name="Gill, Gaurav" userId="9da6cf44-1ce0-4d5b-ac6f-9ec5e003c700" providerId="ADAL" clId="{3F83E967-8960-417D-BEF1-ECA81DB7EC79}" dt="2026-09-21T13:31:14.416" v="656"/>
          <ac:spMkLst>
            <pc:docMk/>
            <pc:sldMk cId="771681522" sldId="428"/>
            <ac:spMk id="92" creationId="{7A3980BC-D089-E90D-3898-550086AF335D}"/>
          </ac:spMkLst>
        </pc:spChg>
        <pc:spChg chg="del">
          <ac:chgData name="Gill, Gaurav" userId="9da6cf44-1ce0-4d5b-ac6f-9ec5e003c700" providerId="ADAL" clId="{3F83E967-8960-417D-BEF1-ECA81DB7EC79}" dt="2026-09-21T13:30:36.030" v="605" actId="478"/>
          <ac:spMkLst>
            <pc:docMk/>
            <pc:sldMk cId="771681522" sldId="428"/>
            <ac:spMk id="130" creationId="{C7FF842E-8843-F26E-E78E-8B93AD068212}"/>
          </ac:spMkLst>
        </pc:spChg>
        <pc:spChg chg="del">
          <ac:chgData name="Gill, Gaurav" userId="9da6cf44-1ce0-4d5b-ac6f-9ec5e003c700" providerId="ADAL" clId="{3F83E967-8960-417D-BEF1-ECA81DB7EC79}" dt="2026-09-21T13:30:36.030" v="605" actId="478"/>
          <ac:spMkLst>
            <pc:docMk/>
            <pc:sldMk cId="771681522" sldId="428"/>
            <ac:spMk id="145" creationId="{D55EB0AE-4120-FE10-B8A9-2DA572F9D4EB}"/>
          </ac:spMkLst>
        </pc:spChg>
        <pc:spChg chg="del">
          <ac:chgData name="Gill, Gaurav" userId="9da6cf44-1ce0-4d5b-ac6f-9ec5e003c700" providerId="ADAL" clId="{3F83E967-8960-417D-BEF1-ECA81DB7EC79}" dt="2026-09-21T13:30:36.030" v="605" actId="478"/>
          <ac:spMkLst>
            <pc:docMk/>
            <pc:sldMk cId="771681522" sldId="428"/>
            <ac:spMk id="150" creationId="{A32B3E14-D4CB-F4C9-E0FC-CB5CE3905877}"/>
          </ac:spMkLst>
        </pc:spChg>
        <pc:spChg chg="del">
          <ac:chgData name="Gill, Gaurav" userId="9da6cf44-1ce0-4d5b-ac6f-9ec5e003c700" providerId="ADAL" clId="{3F83E967-8960-417D-BEF1-ECA81DB7EC79}" dt="2026-09-21T13:30:36.030" v="605" actId="478"/>
          <ac:spMkLst>
            <pc:docMk/>
            <pc:sldMk cId="771681522" sldId="428"/>
            <ac:spMk id="171" creationId="{04699116-36BD-56BC-A2AE-77122A9E49EA}"/>
          </ac:spMkLst>
        </pc:spChg>
        <pc:spChg chg="del">
          <ac:chgData name="Gill, Gaurav" userId="9da6cf44-1ce0-4d5b-ac6f-9ec5e003c700" providerId="ADAL" clId="{3F83E967-8960-417D-BEF1-ECA81DB7EC79}" dt="2026-09-21T13:30:36.030" v="605" actId="478"/>
          <ac:spMkLst>
            <pc:docMk/>
            <pc:sldMk cId="771681522" sldId="428"/>
            <ac:spMk id="173" creationId="{38138A33-5D5E-D549-6698-67274A7970CC}"/>
          </ac:spMkLst>
        </pc:spChg>
        <pc:spChg chg="del">
          <ac:chgData name="Gill, Gaurav" userId="9da6cf44-1ce0-4d5b-ac6f-9ec5e003c700" providerId="ADAL" clId="{3F83E967-8960-417D-BEF1-ECA81DB7EC79}" dt="2026-09-21T13:30:36.030" v="605" actId="478"/>
          <ac:spMkLst>
            <pc:docMk/>
            <pc:sldMk cId="771681522" sldId="428"/>
            <ac:spMk id="179" creationId="{337B5AAD-1412-C408-F7F3-4279FA1D1382}"/>
          </ac:spMkLst>
        </pc:spChg>
        <pc:spChg chg="del">
          <ac:chgData name="Gill, Gaurav" userId="9da6cf44-1ce0-4d5b-ac6f-9ec5e003c700" providerId="ADAL" clId="{3F83E967-8960-417D-BEF1-ECA81DB7EC79}" dt="2026-09-21T13:30:36.030" v="605" actId="478"/>
          <ac:spMkLst>
            <pc:docMk/>
            <pc:sldMk cId="771681522" sldId="428"/>
            <ac:spMk id="197" creationId="{FBFB9056-5303-B138-5BC8-FAFAAAF1BBE6}"/>
          </ac:spMkLst>
        </pc:spChg>
        <pc:spChg chg="del">
          <ac:chgData name="Gill, Gaurav" userId="9da6cf44-1ce0-4d5b-ac6f-9ec5e003c700" providerId="ADAL" clId="{3F83E967-8960-417D-BEF1-ECA81DB7EC79}" dt="2026-09-21T13:30:36.030" v="605" actId="478"/>
          <ac:spMkLst>
            <pc:docMk/>
            <pc:sldMk cId="771681522" sldId="428"/>
            <ac:spMk id="210" creationId="{2B9B0217-02AF-51F3-AE63-8A4AE93274D4}"/>
          </ac:spMkLst>
        </pc:spChg>
        <pc:spChg chg="del">
          <ac:chgData name="Gill, Gaurav" userId="9da6cf44-1ce0-4d5b-ac6f-9ec5e003c700" providerId="ADAL" clId="{3F83E967-8960-417D-BEF1-ECA81DB7EC79}" dt="2026-09-21T13:30:36.030" v="605" actId="478"/>
          <ac:spMkLst>
            <pc:docMk/>
            <pc:sldMk cId="771681522" sldId="428"/>
            <ac:spMk id="213" creationId="{969E4C1F-3F24-F7A5-C121-A3CFC8AD5F7B}"/>
          </ac:spMkLst>
        </pc:spChg>
        <pc:spChg chg="mod">
          <ac:chgData name="Gill, Gaurav" userId="9da6cf44-1ce0-4d5b-ac6f-9ec5e003c700" providerId="ADAL" clId="{3F83E967-8960-417D-BEF1-ECA81DB7EC79}" dt="2026-09-21T13:31:50.593" v="683" actId="20577"/>
          <ac:spMkLst>
            <pc:docMk/>
            <pc:sldMk cId="771681522" sldId="428"/>
            <ac:spMk id="223" creationId="{E8FD7B44-FC0E-FA53-7ED0-E8C4CDBDC11C}"/>
          </ac:spMkLst>
        </pc:spChg>
      </pc:sldChg>
      <pc:sldChg chg="addSp delSp modSp add mod">
        <pc:chgData name="Gill, Gaurav" userId="9da6cf44-1ce0-4d5b-ac6f-9ec5e003c700" providerId="ADAL" clId="{3F83E967-8960-417D-BEF1-ECA81DB7EC79}" dt="2026-09-21T13:51:10.782" v="935" actId="14100"/>
        <pc:sldMkLst>
          <pc:docMk/>
          <pc:sldMk cId="1133158615" sldId="429"/>
        </pc:sldMkLst>
        <pc:spChg chg="del">
          <ac:chgData name="Gill, Gaurav" userId="9da6cf44-1ce0-4d5b-ac6f-9ec5e003c700" providerId="ADAL" clId="{3F83E967-8960-417D-BEF1-ECA81DB7EC79}" dt="2026-09-21T13:32:08.097" v="686" actId="478"/>
          <ac:spMkLst>
            <pc:docMk/>
            <pc:sldMk cId="1133158615" sldId="429"/>
            <ac:spMk id="3" creationId="{F8F6F120-24BE-AC79-02FB-C19D6A213590}"/>
          </ac:spMkLst>
        </pc:spChg>
        <pc:spChg chg="del">
          <ac:chgData name="Gill, Gaurav" userId="9da6cf44-1ce0-4d5b-ac6f-9ec5e003c700" providerId="ADAL" clId="{3F83E967-8960-417D-BEF1-ECA81DB7EC79}" dt="2026-09-21T13:32:08.097" v="686" actId="478"/>
          <ac:spMkLst>
            <pc:docMk/>
            <pc:sldMk cId="1133158615" sldId="429"/>
            <ac:spMk id="4" creationId="{95745731-A95A-F22C-117E-041E2CECDCCA}"/>
          </ac:spMkLst>
        </pc:spChg>
        <pc:spChg chg="del">
          <ac:chgData name="Gill, Gaurav" userId="9da6cf44-1ce0-4d5b-ac6f-9ec5e003c700" providerId="ADAL" clId="{3F83E967-8960-417D-BEF1-ECA81DB7EC79}" dt="2026-09-21T13:32:08.097" v="686" actId="478"/>
          <ac:spMkLst>
            <pc:docMk/>
            <pc:sldMk cId="1133158615" sldId="429"/>
            <ac:spMk id="5" creationId="{341E7216-2058-AA78-082B-BDAC83D683F3}"/>
          </ac:spMkLst>
        </pc:spChg>
        <pc:spChg chg="del">
          <ac:chgData name="Gill, Gaurav" userId="9da6cf44-1ce0-4d5b-ac6f-9ec5e003c700" providerId="ADAL" clId="{3F83E967-8960-417D-BEF1-ECA81DB7EC79}" dt="2026-09-21T13:32:08.097" v="686" actId="478"/>
          <ac:spMkLst>
            <pc:docMk/>
            <pc:sldMk cId="1133158615" sldId="429"/>
            <ac:spMk id="6" creationId="{0D0C8C28-38EE-5A80-8237-D7D265471421}"/>
          </ac:spMkLst>
        </pc:spChg>
        <pc:spChg chg="del">
          <ac:chgData name="Gill, Gaurav" userId="9da6cf44-1ce0-4d5b-ac6f-9ec5e003c700" providerId="ADAL" clId="{3F83E967-8960-417D-BEF1-ECA81DB7EC79}" dt="2026-09-21T13:32:08.097" v="686" actId="478"/>
          <ac:spMkLst>
            <pc:docMk/>
            <pc:sldMk cId="1133158615" sldId="429"/>
            <ac:spMk id="16" creationId="{AFAFE9F8-2738-27E6-2D82-045C28ACABFE}"/>
          </ac:spMkLst>
        </pc:spChg>
        <pc:spChg chg="del">
          <ac:chgData name="Gill, Gaurav" userId="9da6cf44-1ce0-4d5b-ac6f-9ec5e003c700" providerId="ADAL" clId="{3F83E967-8960-417D-BEF1-ECA81DB7EC79}" dt="2026-09-21T13:32:08.097" v="686" actId="478"/>
          <ac:spMkLst>
            <pc:docMk/>
            <pc:sldMk cId="1133158615" sldId="429"/>
            <ac:spMk id="18" creationId="{CEA4271B-B919-7586-CBEF-02C89DF16E07}"/>
          </ac:spMkLst>
        </pc:spChg>
        <pc:spChg chg="mod">
          <ac:chgData name="Gill, Gaurav" userId="9da6cf44-1ce0-4d5b-ac6f-9ec5e003c700" providerId="ADAL" clId="{3F83E967-8960-417D-BEF1-ECA81DB7EC79}" dt="2026-09-21T13:47:54.582" v="887" actId="688"/>
          <ac:spMkLst>
            <pc:docMk/>
            <pc:sldMk cId="1133158615" sldId="429"/>
            <ac:spMk id="19" creationId="{1D4F5F86-288A-92E0-6F30-E27E91CF022A}"/>
          </ac:spMkLst>
        </pc:spChg>
        <pc:spChg chg="mod">
          <ac:chgData name="Gill, Gaurav" userId="9da6cf44-1ce0-4d5b-ac6f-9ec5e003c700" providerId="ADAL" clId="{3F83E967-8960-417D-BEF1-ECA81DB7EC79}" dt="2026-09-21T13:47:37.591" v="872" actId="688"/>
          <ac:spMkLst>
            <pc:docMk/>
            <pc:sldMk cId="1133158615" sldId="429"/>
            <ac:spMk id="23" creationId="{82BFA9B7-C16B-8B65-ED10-E2CA0DC9B3FE}"/>
          </ac:spMkLst>
        </pc:spChg>
        <pc:spChg chg="del">
          <ac:chgData name="Gill, Gaurav" userId="9da6cf44-1ce0-4d5b-ac6f-9ec5e003c700" providerId="ADAL" clId="{3F83E967-8960-417D-BEF1-ECA81DB7EC79}" dt="2026-09-21T13:32:08.097" v="686" actId="478"/>
          <ac:spMkLst>
            <pc:docMk/>
            <pc:sldMk cId="1133158615" sldId="429"/>
            <ac:spMk id="28" creationId="{2662FDF7-E27E-99FB-B927-7AA373538722}"/>
          </ac:spMkLst>
        </pc:spChg>
        <pc:spChg chg="del">
          <ac:chgData name="Gill, Gaurav" userId="9da6cf44-1ce0-4d5b-ac6f-9ec5e003c700" providerId="ADAL" clId="{3F83E967-8960-417D-BEF1-ECA81DB7EC79}" dt="2026-09-21T13:32:08.097" v="686" actId="478"/>
          <ac:spMkLst>
            <pc:docMk/>
            <pc:sldMk cId="1133158615" sldId="429"/>
            <ac:spMk id="30" creationId="{81CCBDAA-2778-5046-3EC8-4B4E1347F2E0}"/>
          </ac:spMkLst>
        </pc:spChg>
        <pc:spChg chg="del">
          <ac:chgData name="Gill, Gaurav" userId="9da6cf44-1ce0-4d5b-ac6f-9ec5e003c700" providerId="ADAL" clId="{3F83E967-8960-417D-BEF1-ECA81DB7EC79}" dt="2026-09-21T13:32:08.097" v="686" actId="478"/>
          <ac:spMkLst>
            <pc:docMk/>
            <pc:sldMk cId="1133158615" sldId="429"/>
            <ac:spMk id="32" creationId="{42AD580F-1E62-5796-85CB-DA2C3D9BB095}"/>
          </ac:spMkLst>
        </pc:spChg>
        <pc:spChg chg="mod">
          <ac:chgData name="Gill, Gaurav" userId="9da6cf44-1ce0-4d5b-ac6f-9ec5e003c700" providerId="ADAL" clId="{3F83E967-8960-417D-BEF1-ECA81DB7EC79}" dt="2026-09-21T13:50:17.335" v="919" actId="688"/>
          <ac:spMkLst>
            <pc:docMk/>
            <pc:sldMk cId="1133158615" sldId="429"/>
            <ac:spMk id="33" creationId="{3BC662DF-4D0A-2E6F-5B2D-B8A6E26CCE3E}"/>
          </ac:spMkLst>
        </pc:spChg>
        <pc:spChg chg="del">
          <ac:chgData name="Gill, Gaurav" userId="9da6cf44-1ce0-4d5b-ac6f-9ec5e003c700" providerId="ADAL" clId="{3F83E967-8960-417D-BEF1-ECA81DB7EC79}" dt="2026-09-21T13:32:08.097" v="686" actId="478"/>
          <ac:spMkLst>
            <pc:docMk/>
            <pc:sldMk cId="1133158615" sldId="429"/>
            <ac:spMk id="34" creationId="{9D789EA3-6A28-8E41-F370-ADCCFD1E4F1D}"/>
          </ac:spMkLst>
        </pc:spChg>
        <pc:spChg chg="add del mod">
          <ac:chgData name="Gill, Gaurav" userId="9da6cf44-1ce0-4d5b-ac6f-9ec5e003c700" providerId="ADAL" clId="{3F83E967-8960-417D-BEF1-ECA81DB7EC79}" dt="2026-09-21T13:50:36.687" v="922" actId="1076"/>
          <ac:spMkLst>
            <pc:docMk/>
            <pc:sldMk cId="1133158615" sldId="429"/>
            <ac:spMk id="37" creationId="{024D3201-32BA-548D-AF50-46295BCA12E6}"/>
          </ac:spMkLst>
        </pc:spChg>
        <pc:spChg chg="add mod">
          <ac:chgData name="Gill, Gaurav" userId="9da6cf44-1ce0-4d5b-ac6f-9ec5e003c700" providerId="ADAL" clId="{3F83E967-8960-417D-BEF1-ECA81DB7EC79}" dt="2026-09-21T13:32:08.962" v="687"/>
          <ac:spMkLst>
            <pc:docMk/>
            <pc:sldMk cId="1133158615" sldId="429"/>
            <ac:spMk id="39" creationId="{86D440AA-6BDF-0A67-B322-B304A0918E9C}"/>
          </ac:spMkLst>
        </pc:spChg>
        <pc:spChg chg="add mod">
          <ac:chgData name="Gill, Gaurav" userId="9da6cf44-1ce0-4d5b-ac6f-9ec5e003c700" providerId="ADAL" clId="{3F83E967-8960-417D-BEF1-ECA81DB7EC79}" dt="2026-09-21T13:32:08.962" v="687"/>
          <ac:spMkLst>
            <pc:docMk/>
            <pc:sldMk cId="1133158615" sldId="429"/>
            <ac:spMk id="43" creationId="{10E77089-2A3C-3681-583B-AA1ADA1B3B0E}"/>
          </ac:spMkLst>
        </pc:spChg>
        <pc:spChg chg="add mod">
          <ac:chgData name="Gill, Gaurav" userId="9da6cf44-1ce0-4d5b-ac6f-9ec5e003c700" providerId="ADAL" clId="{3F83E967-8960-417D-BEF1-ECA81DB7EC79}" dt="2026-09-21T13:32:08.962" v="687"/>
          <ac:spMkLst>
            <pc:docMk/>
            <pc:sldMk cId="1133158615" sldId="429"/>
            <ac:spMk id="46" creationId="{0ABFDA6E-BBE5-2110-D24B-1A41C490A015}"/>
          </ac:spMkLst>
        </pc:spChg>
        <pc:spChg chg="mod">
          <ac:chgData name="Gill, Gaurav" userId="9da6cf44-1ce0-4d5b-ac6f-9ec5e003c700" providerId="ADAL" clId="{3F83E967-8960-417D-BEF1-ECA81DB7EC79}" dt="2026-09-21T13:33:59.107" v="697" actId="20577"/>
          <ac:spMkLst>
            <pc:docMk/>
            <pc:sldMk cId="1133158615" sldId="429"/>
            <ac:spMk id="48" creationId="{3472C017-CBAE-DA16-E2A6-7B897E5AB947}"/>
          </ac:spMkLst>
        </pc:spChg>
        <pc:spChg chg="mod">
          <ac:chgData name="Gill, Gaurav" userId="9da6cf44-1ce0-4d5b-ac6f-9ec5e003c700" providerId="ADAL" clId="{3F83E967-8960-417D-BEF1-ECA81DB7EC79}" dt="2026-09-21T13:34:44.648" v="705"/>
          <ac:spMkLst>
            <pc:docMk/>
            <pc:sldMk cId="1133158615" sldId="429"/>
            <ac:spMk id="49" creationId="{ED9CCE49-05E1-EE2B-33D1-1500A2D664FB}"/>
          </ac:spMkLst>
        </pc:spChg>
        <pc:spChg chg="add mod">
          <ac:chgData name="Gill, Gaurav" userId="9da6cf44-1ce0-4d5b-ac6f-9ec5e003c700" providerId="ADAL" clId="{3F83E967-8960-417D-BEF1-ECA81DB7EC79}" dt="2026-09-21T13:32:08.962" v="687"/>
          <ac:spMkLst>
            <pc:docMk/>
            <pc:sldMk cId="1133158615" sldId="429"/>
            <ac:spMk id="52" creationId="{E0B35D6D-3406-A22C-5323-80C1C2BD160F}"/>
          </ac:spMkLst>
        </pc:spChg>
        <pc:spChg chg="add mod">
          <ac:chgData name="Gill, Gaurav" userId="9da6cf44-1ce0-4d5b-ac6f-9ec5e003c700" providerId="ADAL" clId="{3F83E967-8960-417D-BEF1-ECA81DB7EC79}" dt="2026-09-21T13:32:08.962" v="687"/>
          <ac:spMkLst>
            <pc:docMk/>
            <pc:sldMk cId="1133158615" sldId="429"/>
            <ac:spMk id="56" creationId="{9D344A16-0E79-5412-4849-3759FB0232B1}"/>
          </ac:spMkLst>
        </pc:spChg>
        <pc:spChg chg="add mod">
          <ac:chgData name="Gill, Gaurav" userId="9da6cf44-1ce0-4d5b-ac6f-9ec5e003c700" providerId="ADAL" clId="{3F83E967-8960-417D-BEF1-ECA81DB7EC79}" dt="2026-09-21T13:32:08.962" v="687"/>
          <ac:spMkLst>
            <pc:docMk/>
            <pc:sldMk cId="1133158615" sldId="429"/>
            <ac:spMk id="58" creationId="{4C66C167-5577-5C45-1813-922A9F497C4E}"/>
          </ac:spMkLst>
        </pc:spChg>
        <pc:spChg chg="mod">
          <ac:chgData name="Gill, Gaurav" userId="9da6cf44-1ce0-4d5b-ac6f-9ec5e003c700" providerId="ADAL" clId="{3F83E967-8960-417D-BEF1-ECA81DB7EC79}" dt="2026-09-21T13:51:06.442" v="934" actId="1076"/>
          <ac:spMkLst>
            <pc:docMk/>
            <pc:sldMk cId="1133158615" sldId="429"/>
            <ac:spMk id="61" creationId="{DF8D3A6A-386C-0D80-B315-131F58874B66}"/>
          </ac:spMkLst>
        </pc:spChg>
        <pc:spChg chg="mod">
          <ac:chgData name="Gill, Gaurav" userId="9da6cf44-1ce0-4d5b-ac6f-9ec5e003c700" providerId="ADAL" clId="{3F83E967-8960-417D-BEF1-ECA81DB7EC79}" dt="2026-09-21T13:51:06.442" v="934" actId="1076"/>
          <ac:spMkLst>
            <pc:docMk/>
            <pc:sldMk cId="1133158615" sldId="429"/>
            <ac:spMk id="62" creationId="{4BFF9C29-AAB2-E167-E0F2-24AAD23C59CA}"/>
          </ac:spMkLst>
        </pc:spChg>
        <pc:spChg chg="mod">
          <ac:chgData name="Gill, Gaurav" userId="9da6cf44-1ce0-4d5b-ac6f-9ec5e003c700" providerId="ADAL" clId="{3F83E967-8960-417D-BEF1-ECA81DB7EC79}" dt="2026-09-21T13:51:06.442" v="934" actId="1076"/>
          <ac:spMkLst>
            <pc:docMk/>
            <pc:sldMk cId="1133158615" sldId="429"/>
            <ac:spMk id="63" creationId="{DE412207-19D3-0BE5-7BAC-BE9433EEFF61}"/>
          </ac:spMkLst>
        </pc:spChg>
        <pc:spChg chg="mod">
          <ac:chgData name="Gill, Gaurav" userId="9da6cf44-1ce0-4d5b-ac6f-9ec5e003c700" providerId="ADAL" clId="{3F83E967-8960-417D-BEF1-ECA81DB7EC79}" dt="2026-09-21T13:51:06.442" v="934" actId="1076"/>
          <ac:spMkLst>
            <pc:docMk/>
            <pc:sldMk cId="1133158615" sldId="429"/>
            <ac:spMk id="64" creationId="{C3313833-6934-4614-C61C-2709BEC7B428}"/>
          </ac:spMkLst>
        </pc:spChg>
        <pc:spChg chg="add mod">
          <ac:chgData name="Gill, Gaurav" userId="9da6cf44-1ce0-4d5b-ac6f-9ec5e003c700" providerId="ADAL" clId="{3F83E967-8960-417D-BEF1-ECA81DB7EC79}" dt="2026-09-21T13:50:47.403" v="933" actId="1038"/>
          <ac:spMkLst>
            <pc:docMk/>
            <pc:sldMk cId="1133158615" sldId="429"/>
            <ac:spMk id="65" creationId="{7EDE2B3A-4A10-46C1-3F26-B875A77042AE}"/>
          </ac:spMkLst>
        </pc:spChg>
        <pc:spChg chg="mod">
          <ac:chgData name="Gill, Gaurav" userId="9da6cf44-1ce0-4d5b-ac6f-9ec5e003c700" providerId="ADAL" clId="{3F83E967-8960-417D-BEF1-ECA81DB7EC79}" dt="2026-09-21T13:50:47.403" v="933" actId="1038"/>
          <ac:spMkLst>
            <pc:docMk/>
            <pc:sldMk cId="1133158615" sldId="429"/>
            <ac:spMk id="66" creationId="{D594ECC0-339D-3E46-90C1-11E8D72F7B6D}"/>
          </ac:spMkLst>
        </pc:spChg>
        <pc:spChg chg="mod">
          <ac:chgData name="Gill, Gaurav" userId="9da6cf44-1ce0-4d5b-ac6f-9ec5e003c700" providerId="ADAL" clId="{3F83E967-8960-417D-BEF1-ECA81DB7EC79}" dt="2026-09-21T13:50:47.403" v="933" actId="1038"/>
          <ac:spMkLst>
            <pc:docMk/>
            <pc:sldMk cId="1133158615" sldId="429"/>
            <ac:spMk id="67" creationId="{A7939DFA-589D-C809-52C6-3E805E588351}"/>
          </ac:spMkLst>
        </pc:spChg>
        <pc:spChg chg="mod">
          <ac:chgData name="Gill, Gaurav" userId="9da6cf44-1ce0-4d5b-ac6f-9ec5e003c700" providerId="ADAL" clId="{3F83E967-8960-417D-BEF1-ECA81DB7EC79}" dt="2026-09-21T13:50:47.403" v="933" actId="1038"/>
          <ac:spMkLst>
            <pc:docMk/>
            <pc:sldMk cId="1133158615" sldId="429"/>
            <ac:spMk id="68" creationId="{C084215B-E916-E21F-3317-7F36EFE93766}"/>
          </ac:spMkLst>
        </pc:spChg>
        <pc:spChg chg="add mod">
          <ac:chgData name="Gill, Gaurav" userId="9da6cf44-1ce0-4d5b-ac6f-9ec5e003c700" providerId="ADAL" clId="{3F83E967-8960-417D-BEF1-ECA81DB7EC79}" dt="2026-09-21T13:50:47.403" v="933" actId="1038"/>
          <ac:spMkLst>
            <pc:docMk/>
            <pc:sldMk cId="1133158615" sldId="429"/>
            <ac:spMk id="69" creationId="{061834F8-E937-E3FF-999C-0D64E345F110}"/>
          </ac:spMkLst>
        </pc:spChg>
        <pc:spChg chg="add mod">
          <ac:chgData name="Gill, Gaurav" userId="9da6cf44-1ce0-4d5b-ac6f-9ec5e003c700" providerId="ADAL" clId="{3F83E967-8960-417D-BEF1-ECA81DB7EC79}" dt="2026-09-21T13:32:08.962" v="687"/>
          <ac:spMkLst>
            <pc:docMk/>
            <pc:sldMk cId="1133158615" sldId="429"/>
            <ac:spMk id="73" creationId="{F6086096-5D67-F02F-C3E3-9F4D8EC412C0}"/>
          </ac:spMkLst>
        </pc:spChg>
        <pc:spChg chg="del">
          <ac:chgData name="Gill, Gaurav" userId="9da6cf44-1ce0-4d5b-ac6f-9ec5e003c700" providerId="ADAL" clId="{3F83E967-8960-417D-BEF1-ECA81DB7EC79}" dt="2026-09-21T13:34:32.336" v="704" actId="478"/>
          <ac:spMkLst>
            <pc:docMk/>
            <pc:sldMk cId="1133158615" sldId="429"/>
            <ac:spMk id="79" creationId="{E136A4D4-C3B8-7CA8-2AE1-DAC15638EE78}"/>
          </ac:spMkLst>
        </pc:spChg>
        <pc:spChg chg="mod">
          <ac:chgData name="Gill, Gaurav" userId="9da6cf44-1ce0-4d5b-ac6f-9ec5e003c700" providerId="ADAL" clId="{3F83E967-8960-417D-BEF1-ECA81DB7EC79}" dt="2026-09-21T13:34:20.877" v="703" actId="20577"/>
          <ac:spMkLst>
            <pc:docMk/>
            <pc:sldMk cId="1133158615" sldId="429"/>
            <ac:spMk id="223" creationId="{6DA32A0E-C6CD-F871-611A-C5C1161BA1B9}"/>
          </ac:spMkLst>
        </pc:spChg>
        <pc:cxnChg chg="del mod">
          <ac:chgData name="Gill, Gaurav" userId="9da6cf44-1ce0-4d5b-ac6f-9ec5e003c700" providerId="ADAL" clId="{3F83E967-8960-417D-BEF1-ECA81DB7EC79}" dt="2026-09-21T13:49:24.755" v="903" actId="478"/>
          <ac:cxnSpMkLst>
            <pc:docMk/>
            <pc:sldMk cId="1133158615" sldId="429"/>
            <ac:cxnSpMk id="21" creationId="{EE06DAB6-A074-E745-3879-FFCE0276AC0A}"/>
          </ac:cxnSpMkLst>
        </pc:cxnChg>
        <pc:cxnChg chg="mod">
          <ac:chgData name="Gill, Gaurav" userId="9da6cf44-1ce0-4d5b-ac6f-9ec5e003c700" providerId="ADAL" clId="{3F83E967-8960-417D-BEF1-ECA81DB7EC79}" dt="2026-09-21T13:51:10.782" v="935" actId="14100"/>
          <ac:cxnSpMkLst>
            <pc:docMk/>
            <pc:sldMk cId="1133158615" sldId="429"/>
            <ac:cxnSpMk id="27" creationId="{F4EFF467-FD08-8B34-BB85-360D90FEBE81}"/>
          </ac:cxnSpMkLst>
        </pc:cxnChg>
        <pc:cxnChg chg="del mod">
          <ac:chgData name="Gill, Gaurav" userId="9da6cf44-1ce0-4d5b-ac6f-9ec5e003c700" providerId="ADAL" clId="{3F83E967-8960-417D-BEF1-ECA81DB7EC79}" dt="2026-09-21T13:49:59.857" v="916" actId="478"/>
          <ac:cxnSpMkLst>
            <pc:docMk/>
            <pc:sldMk cId="1133158615" sldId="429"/>
            <ac:cxnSpMk id="31" creationId="{0D7088B1-D5DE-099E-CAE1-44F7F2961C7E}"/>
          </ac:cxnSpMkLst>
        </pc:cxnChg>
        <pc:cxnChg chg="del">
          <ac:chgData name="Gill, Gaurav" userId="9da6cf44-1ce0-4d5b-ac6f-9ec5e003c700" providerId="ADAL" clId="{3F83E967-8960-417D-BEF1-ECA81DB7EC79}" dt="2026-09-21T13:49:44.981" v="911" actId="478"/>
          <ac:cxnSpMkLst>
            <pc:docMk/>
            <pc:sldMk cId="1133158615" sldId="429"/>
            <ac:cxnSpMk id="35" creationId="{C8E54E20-1406-9007-C90F-206EEA640685}"/>
          </ac:cxnSpMkLst>
        </pc:cxnChg>
        <pc:cxnChg chg="add mod">
          <ac:chgData name="Gill, Gaurav" userId="9da6cf44-1ce0-4d5b-ac6f-9ec5e003c700" providerId="ADAL" clId="{3F83E967-8960-417D-BEF1-ECA81DB7EC79}" dt="2026-09-21T13:49:33.382" v="906" actId="1076"/>
          <ac:cxnSpMkLst>
            <pc:docMk/>
            <pc:sldMk cId="1133158615" sldId="429"/>
            <ac:cxnSpMk id="83" creationId="{C4D1A46A-3AB6-C74C-3F96-B1353E7BBD47}"/>
          </ac:cxnSpMkLst>
        </pc:cxnChg>
        <pc:cxnChg chg="add mod">
          <ac:chgData name="Gill, Gaurav" userId="9da6cf44-1ce0-4d5b-ac6f-9ec5e003c700" providerId="ADAL" clId="{3F83E967-8960-417D-BEF1-ECA81DB7EC79}" dt="2026-09-21T13:49:50.727" v="913" actId="14100"/>
          <ac:cxnSpMkLst>
            <pc:docMk/>
            <pc:sldMk cId="1133158615" sldId="429"/>
            <ac:cxnSpMk id="87" creationId="{C3D0DCE1-D22A-7563-6973-80EFA1228022}"/>
          </ac:cxnSpMkLst>
        </pc:cxnChg>
        <pc:cxnChg chg="add mod">
          <ac:chgData name="Gill, Gaurav" userId="9da6cf44-1ce0-4d5b-ac6f-9ec5e003c700" providerId="ADAL" clId="{3F83E967-8960-417D-BEF1-ECA81DB7EC79}" dt="2026-09-21T13:50:08.358" v="918" actId="14100"/>
          <ac:cxnSpMkLst>
            <pc:docMk/>
            <pc:sldMk cId="1133158615" sldId="429"/>
            <ac:cxnSpMk id="89" creationId="{B9D58B62-2B00-683E-E76B-BF82A6328E31}"/>
          </ac:cxnSpMkLst>
        </pc:cxnChg>
      </pc:sldChg>
      <pc:sldChg chg="addSp delSp modSp add mod ord">
        <pc:chgData name="Gill, Gaurav" userId="9da6cf44-1ce0-4d5b-ac6f-9ec5e003c700" providerId="ADAL" clId="{3F83E967-8960-417D-BEF1-ECA81DB7EC79}" dt="2026-09-21T13:36:17.391" v="732" actId="478"/>
        <pc:sldMkLst>
          <pc:docMk/>
          <pc:sldMk cId="676712649" sldId="430"/>
        </pc:sldMkLst>
        <pc:spChg chg="del">
          <ac:chgData name="Gill, Gaurav" userId="9da6cf44-1ce0-4d5b-ac6f-9ec5e003c700" providerId="ADAL" clId="{3F83E967-8960-417D-BEF1-ECA81DB7EC79}" dt="2026-09-21T13:35:19.901" v="712" actId="478"/>
          <ac:spMkLst>
            <pc:docMk/>
            <pc:sldMk cId="676712649" sldId="430"/>
            <ac:spMk id="4" creationId="{00CD3001-888A-D257-121A-E5733BB2CA99}"/>
          </ac:spMkLst>
        </pc:spChg>
        <pc:spChg chg="del">
          <ac:chgData name="Gill, Gaurav" userId="9da6cf44-1ce0-4d5b-ac6f-9ec5e003c700" providerId="ADAL" clId="{3F83E967-8960-417D-BEF1-ECA81DB7EC79}" dt="2026-09-21T13:35:19.901" v="712" actId="478"/>
          <ac:spMkLst>
            <pc:docMk/>
            <pc:sldMk cId="676712649" sldId="430"/>
            <ac:spMk id="6" creationId="{8AF889F0-B7C0-6C60-FBFE-D466D19281C2}"/>
          </ac:spMkLst>
        </pc:spChg>
        <pc:spChg chg="add mod">
          <ac:chgData name="Gill, Gaurav" userId="9da6cf44-1ce0-4d5b-ac6f-9ec5e003c700" providerId="ADAL" clId="{3F83E967-8960-417D-BEF1-ECA81DB7EC79}" dt="2026-09-21T13:35:56.030" v="730" actId="1076"/>
          <ac:spMkLst>
            <pc:docMk/>
            <pc:sldMk cId="676712649" sldId="430"/>
            <ac:spMk id="7" creationId="{C2749DC0-387F-7BE1-790C-DF2F91369BC0}"/>
          </ac:spMkLst>
        </pc:spChg>
        <pc:spChg chg="del">
          <ac:chgData name="Gill, Gaurav" userId="9da6cf44-1ce0-4d5b-ac6f-9ec5e003c700" providerId="ADAL" clId="{3F83E967-8960-417D-BEF1-ECA81DB7EC79}" dt="2026-09-21T13:35:19.901" v="712" actId="478"/>
          <ac:spMkLst>
            <pc:docMk/>
            <pc:sldMk cId="676712649" sldId="430"/>
            <ac:spMk id="8" creationId="{549123F6-3295-FCB7-B118-27060957F3FE}"/>
          </ac:spMkLst>
        </pc:spChg>
        <pc:spChg chg="del">
          <ac:chgData name="Gill, Gaurav" userId="9da6cf44-1ce0-4d5b-ac6f-9ec5e003c700" providerId="ADAL" clId="{3F83E967-8960-417D-BEF1-ECA81DB7EC79}" dt="2026-09-21T13:35:19.901" v="712" actId="478"/>
          <ac:spMkLst>
            <pc:docMk/>
            <pc:sldMk cId="676712649" sldId="430"/>
            <ac:spMk id="10" creationId="{47A84711-116C-29CA-7BEA-099AA0144A81}"/>
          </ac:spMkLst>
        </pc:spChg>
        <pc:spChg chg="add mod">
          <ac:chgData name="Gill, Gaurav" userId="9da6cf44-1ce0-4d5b-ac6f-9ec5e003c700" providerId="ADAL" clId="{3F83E967-8960-417D-BEF1-ECA81DB7EC79}" dt="2026-09-21T13:35:56.030" v="730" actId="1076"/>
          <ac:spMkLst>
            <pc:docMk/>
            <pc:sldMk cId="676712649" sldId="430"/>
            <ac:spMk id="15" creationId="{27E0AF93-8B4D-E837-88FA-DAB5F1982F46}"/>
          </ac:spMkLst>
        </pc:spChg>
        <pc:spChg chg="del">
          <ac:chgData name="Gill, Gaurav" userId="9da6cf44-1ce0-4d5b-ac6f-9ec5e003c700" providerId="ADAL" clId="{3F83E967-8960-417D-BEF1-ECA81DB7EC79}" dt="2026-09-21T13:35:19.901" v="712" actId="478"/>
          <ac:spMkLst>
            <pc:docMk/>
            <pc:sldMk cId="676712649" sldId="430"/>
            <ac:spMk id="16" creationId="{9AD09F80-BB30-34D8-A42F-B3907D41D81F}"/>
          </ac:spMkLst>
        </pc:spChg>
        <pc:spChg chg="add mod">
          <ac:chgData name="Gill, Gaurav" userId="9da6cf44-1ce0-4d5b-ac6f-9ec5e003c700" providerId="ADAL" clId="{3F83E967-8960-417D-BEF1-ECA81DB7EC79}" dt="2026-09-21T13:35:56.030" v="730" actId="1076"/>
          <ac:spMkLst>
            <pc:docMk/>
            <pc:sldMk cId="676712649" sldId="430"/>
            <ac:spMk id="17" creationId="{94B7F92F-FDE8-10BA-F31A-805879609385}"/>
          </ac:spMkLst>
        </pc:spChg>
        <pc:spChg chg="add mod">
          <ac:chgData name="Gill, Gaurav" userId="9da6cf44-1ce0-4d5b-ac6f-9ec5e003c700" providerId="ADAL" clId="{3F83E967-8960-417D-BEF1-ECA81DB7EC79}" dt="2026-09-21T13:35:22.895" v="726" actId="1036"/>
          <ac:spMkLst>
            <pc:docMk/>
            <pc:sldMk cId="676712649" sldId="430"/>
            <ac:spMk id="19" creationId="{54E46E92-DDE0-0CD3-BE94-909F66F65571}"/>
          </ac:spMkLst>
        </pc:spChg>
        <pc:spChg chg="del">
          <ac:chgData name="Gill, Gaurav" userId="9da6cf44-1ce0-4d5b-ac6f-9ec5e003c700" providerId="ADAL" clId="{3F83E967-8960-417D-BEF1-ECA81DB7EC79}" dt="2026-09-21T13:35:19.901" v="712" actId="478"/>
          <ac:spMkLst>
            <pc:docMk/>
            <pc:sldMk cId="676712649" sldId="430"/>
            <ac:spMk id="20" creationId="{E9A7E66E-BFF8-89C1-70B2-D77D07192AEA}"/>
          </ac:spMkLst>
        </pc:spChg>
        <pc:spChg chg="add mod">
          <ac:chgData name="Gill, Gaurav" userId="9da6cf44-1ce0-4d5b-ac6f-9ec5e003c700" providerId="ADAL" clId="{3F83E967-8960-417D-BEF1-ECA81DB7EC79}" dt="2026-09-21T13:35:56.030" v="730" actId="1076"/>
          <ac:spMkLst>
            <pc:docMk/>
            <pc:sldMk cId="676712649" sldId="430"/>
            <ac:spMk id="23" creationId="{B59E3907-A43B-9F2B-8221-70ACAB4BB41C}"/>
          </ac:spMkLst>
        </pc:spChg>
        <pc:spChg chg="del">
          <ac:chgData name="Gill, Gaurav" userId="9da6cf44-1ce0-4d5b-ac6f-9ec5e003c700" providerId="ADAL" clId="{3F83E967-8960-417D-BEF1-ECA81DB7EC79}" dt="2026-09-21T13:35:19.901" v="712" actId="478"/>
          <ac:spMkLst>
            <pc:docMk/>
            <pc:sldMk cId="676712649" sldId="430"/>
            <ac:spMk id="26" creationId="{D83A8F9C-EBD6-55C8-A44A-C6DD3A23E3EB}"/>
          </ac:spMkLst>
        </pc:spChg>
        <pc:spChg chg="del">
          <ac:chgData name="Gill, Gaurav" userId="9da6cf44-1ce0-4d5b-ac6f-9ec5e003c700" providerId="ADAL" clId="{3F83E967-8960-417D-BEF1-ECA81DB7EC79}" dt="2026-09-21T13:35:19.901" v="712" actId="478"/>
          <ac:spMkLst>
            <pc:docMk/>
            <pc:sldMk cId="676712649" sldId="430"/>
            <ac:spMk id="28" creationId="{F65AB9E8-A7DE-BA53-4D0D-2BB2FEA43A19}"/>
          </ac:spMkLst>
        </pc:spChg>
        <pc:spChg chg="del">
          <ac:chgData name="Gill, Gaurav" userId="9da6cf44-1ce0-4d5b-ac6f-9ec5e003c700" providerId="ADAL" clId="{3F83E967-8960-417D-BEF1-ECA81DB7EC79}" dt="2026-09-21T13:35:19.901" v="712" actId="478"/>
          <ac:spMkLst>
            <pc:docMk/>
            <pc:sldMk cId="676712649" sldId="430"/>
            <ac:spMk id="32" creationId="{1CA668D5-57B1-5DB0-678F-829959DB8B4C}"/>
          </ac:spMkLst>
        </pc:spChg>
        <pc:spChg chg="del">
          <ac:chgData name="Gill, Gaurav" userId="9da6cf44-1ce0-4d5b-ac6f-9ec5e003c700" providerId="ADAL" clId="{3F83E967-8960-417D-BEF1-ECA81DB7EC79}" dt="2026-09-21T13:35:19.901" v="712" actId="478"/>
          <ac:spMkLst>
            <pc:docMk/>
            <pc:sldMk cId="676712649" sldId="430"/>
            <ac:spMk id="34" creationId="{4A04585A-CB4F-DED1-E48F-872639D49C78}"/>
          </ac:spMkLst>
        </pc:spChg>
        <pc:spChg chg="add mod">
          <ac:chgData name="Gill, Gaurav" userId="9da6cf44-1ce0-4d5b-ac6f-9ec5e003c700" providerId="ADAL" clId="{3F83E967-8960-417D-BEF1-ECA81DB7EC79}" dt="2026-09-21T13:35:56.030" v="730" actId="1076"/>
          <ac:spMkLst>
            <pc:docMk/>
            <pc:sldMk cId="676712649" sldId="430"/>
            <ac:spMk id="46" creationId="{B0AC5061-DD47-438B-7529-FD12C34A1616}"/>
          </ac:spMkLst>
        </pc:spChg>
        <pc:spChg chg="mod">
          <ac:chgData name="Gill, Gaurav" userId="9da6cf44-1ce0-4d5b-ac6f-9ec5e003c700" providerId="ADAL" clId="{3F83E967-8960-417D-BEF1-ECA81DB7EC79}" dt="2026-09-21T13:35:33.297" v="727"/>
          <ac:spMkLst>
            <pc:docMk/>
            <pc:sldMk cId="676712649" sldId="430"/>
            <ac:spMk id="48" creationId="{B05436CD-0AB5-B402-A7C7-C711EB181878}"/>
          </ac:spMkLst>
        </pc:spChg>
        <pc:spChg chg="add mod">
          <ac:chgData name="Gill, Gaurav" userId="9da6cf44-1ce0-4d5b-ac6f-9ec5e003c700" providerId="ADAL" clId="{3F83E967-8960-417D-BEF1-ECA81DB7EC79}" dt="2026-09-21T13:35:56.030" v="730" actId="1076"/>
          <ac:spMkLst>
            <pc:docMk/>
            <pc:sldMk cId="676712649" sldId="430"/>
            <ac:spMk id="54" creationId="{FF829919-C98A-3447-74DB-59D23B3C64B4}"/>
          </ac:spMkLst>
        </pc:spChg>
        <pc:spChg chg="add mod">
          <ac:chgData name="Gill, Gaurav" userId="9da6cf44-1ce0-4d5b-ac6f-9ec5e003c700" providerId="ADAL" clId="{3F83E967-8960-417D-BEF1-ECA81DB7EC79}" dt="2026-09-21T13:35:56.030" v="730" actId="1076"/>
          <ac:spMkLst>
            <pc:docMk/>
            <pc:sldMk cId="676712649" sldId="430"/>
            <ac:spMk id="57" creationId="{18160432-6963-7FA1-FFE4-7786F1185423}"/>
          </ac:spMkLst>
        </pc:spChg>
        <pc:spChg chg="add mod">
          <ac:chgData name="Gill, Gaurav" userId="9da6cf44-1ce0-4d5b-ac6f-9ec5e003c700" providerId="ADAL" clId="{3F83E967-8960-417D-BEF1-ECA81DB7EC79}" dt="2026-09-21T13:35:56.030" v="730" actId="1076"/>
          <ac:spMkLst>
            <pc:docMk/>
            <pc:sldMk cId="676712649" sldId="430"/>
            <ac:spMk id="58" creationId="{3EA81065-AE69-D8C4-F428-DDC809BDAC99}"/>
          </ac:spMkLst>
        </pc:spChg>
        <pc:spChg chg="add mod">
          <ac:chgData name="Gill, Gaurav" userId="9da6cf44-1ce0-4d5b-ac6f-9ec5e003c700" providerId="ADAL" clId="{3F83E967-8960-417D-BEF1-ECA81DB7EC79}" dt="2026-09-21T13:35:56.030" v="730" actId="1076"/>
          <ac:spMkLst>
            <pc:docMk/>
            <pc:sldMk cId="676712649" sldId="430"/>
            <ac:spMk id="59" creationId="{3342EEEC-7F57-E5C3-2793-6AEABC16560F}"/>
          </ac:spMkLst>
        </pc:spChg>
        <pc:spChg chg="mod">
          <ac:chgData name="Gill, Gaurav" userId="9da6cf44-1ce0-4d5b-ac6f-9ec5e003c700" providerId="ADAL" clId="{3F83E967-8960-417D-BEF1-ECA81DB7EC79}" dt="2026-09-21T13:36:06.868" v="731" actId="1076"/>
          <ac:spMkLst>
            <pc:docMk/>
            <pc:sldMk cId="676712649" sldId="430"/>
            <ac:spMk id="61" creationId="{62DD455C-6E33-3A1C-97D8-EF774382E6AB}"/>
          </ac:spMkLst>
        </pc:spChg>
        <pc:spChg chg="mod">
          <ac:chgData name="Gill, Gaurav" userId="9da6cf44-1ce0-4d5b-ac6f-9ec5e003c700" providerId="ADAL" clId="{3F83E967-8960-417D-BEF1-ECA81DB7EC79}" dt="2026-09-21T13:35:49.624" v="729"/>
          <ac:spMkLst>
            <pc:docMk/>
            <pc:sldMk cId="676712649" sldId="430"/>
            <ac:spMk id="92" creationId="{646E059F-A579-8A37-08DF-EC3D2146AB2E}"/>
          </ac:spMkLst>
        </pc:spChg>
        <pc:spChg chg="del mod">
          <ac:chgData name="Gill, Gaurav" userId="9da6cf44-1ce0-4d5b-ac6f-9ec5e003c700" providerId="ADAL" clId="{3F83E967-8960-417D-BEF1-ECA81DB7EC79}" dt="2026-09-21T13:36:17.391" v="732" actId="478"/>
          <ac:spMkLst>
            <pc:docMk/>
            <pc:sldMk cId="676712649" sldId="430"/>
            <ac:spMk id="223" creationId="{2611A5F4-697F-2BE4-230B-ABC02D20C410}"/>
          </ac:spMkLst>
        </pc:spChg>
      </pc:sldChg>
      <pc:sldChg chg="addSp delSp modSp add mod chgLayout">
        <pc:chgData name="Gill, Gaurav" userId="9da6cf44-1ce0-4d5b-ac6f-9ec5e003c700" providerId="ADAL" clId="{3F83E967-8960-417D-BEF1-ECA81DB7EC79}" dt="2026-09-22T06:19:47.475" v="2360" actId="1035"/>
        <pc:sldMkLst>
          <pc:docMk/>
          <pc:sldMk cId="234755796" sldId="431"/>
        </pc:sldMkLst>
        <pc:spChg chg="add mod ord">
          <ac:chgData name="Gill, Gaurav" userId="9da6cf44-1ce0-4d5b-ac6f-9ec5e003c700" providerId="ADAL" clId="{3F83E967-8960-417D-BEF1-ECA81DB7EC79}" dt="2026-09-21T13:37:28.883" v="745" actId="20577"/>
          <ac:spMkLst>
            <pc:docMk/>
            <pc:sldMk cId="234755796" sldId="431"/>
            <ac:spMk id="2" creationId="{5C76CB0C-BF86-9906-D2E7-4D7157ECECD2}"/>
          </ac:spMkLst>
        </pc:spChg>
        <pc:spChg chg="add mod">
          <ac:chgData name="Gill, Gaurav" userId="9da6cf44-1ce0-4d5b-ac6f-9ec5e003c700" providerId="ADAL" clId="{3F83E967-8960-417D-BEF1-ECA81DB7EC79}" dt="2026-09-22T05:54:44.354" v="1934" actId="14100"/>
          <ac:spMkLst>
            <pc:docMk/>
            <pc:sldMk cId="234755796" sldId="431"/>
            <ac:spMk id="3" creationId="{91592656-8900-91DC-D782-212D2408DA13}"/>
          </ac:spMkLst>
        </pc:spChg>
        <pc:spChg chg="mod">
          <ac:chgData name="Gill, Gaurav" userId="9da6cf44-1ce0-4d5b-ac6f-9ec5e003c700" providerId="ADAL" clId="{3F83E967-8960-417D-BEF1-ECA81DB7EC79}" dt="2026-09-22T05:54:47.286" v="1944" actId="1038"/>
          <ac:spMkLst>
            <pc:docMk/>
            <pc:sldMk cId="234755796" sldId="431"/>
            <ac:spMk id="4" creationId="{9135E6C2-BCC7-0CCF-E2F0-B06039A6CA38}"/>
          </ac:spMkLst>
        </pc:spChg>
        <pc:spChg chg="mod">
          <ac:chgData name="Gill, Gaurav" userId="9da6cf44-1ce0-4d5b-ac6f-9ec5e003c700" providerId="ADAL" clId="{3F83E967-8960-417D-BEF1-ECA81DB7EC79}" dt="2026-09-22T05:54:54.135" v="1957" actId="1038"/>
          <ac:spMkLst>
            <pc:docMk/>
            <pc:sldMk cId="234755796" sldId="431"/>
            <ac:spMk id="5" creationId="{7AB196FF-EDC7-CC42-1F25-471BBFBD3CB2}"/>
          </ac:spMkLst>
        </pc:spChg>
        <pc:spChg chg="mod">
          <ac:chgData name="Gill, Gaurav" userId="9da6cf44-1ce0-4d5b-ac6f-9ec5e003c700" providerId="ADAL" clId="{3F83E967-8960-417D-BEF1-ECA81DB7EC79}" dt="2026-09-22T05:54:27.348" v="1899" actId="14100"/>
          <ac:spMkLst>
            <pc:docMk/>
            <pc:sldMk cId="234755796" sldId="431"/>
            <ac:spMk id="6" creationId="{50427F2F-EBD0-F5C9-4A17-AD3B35D7CB7C}"/>
          </ac:spMkLst>
        </pc:spChg>
        <pc:spChg chg="mod">
          <ac:chgData name="Gill, Gaurav" userId="9da6cf44-1ce0-4d5b-ac6f-9ec5e003c700" providerId="ADAL" clId="{3F83E967-8960-417D-BEF1-ECA81DB7EC79}" dt="2026-09-22T06:12:50.279" v="2340" actId="1036"/>
          <ac:spMkLst>
            <pc:docMk/>
            <pc:sldMk cId="234755796" sldId="431"/>
            <ac:spMk id="8" creationId="{ADD90F6E-93F1-AFE9-3B33-C24738E692D8}"/>
          </ac:spMkLst>
        </pc:spChg>
        <pc:spChg chg="mod">
          <ac:chgData name="Gill, Gaurav" userId="9da6cf44-1ce0-4d5b-ac6f-9ec5e003c700" providerId="ADAL" clId="{3F83E967-8960-417D-BEF1-ECA81DB7EC79}" dt="2026-09-22T06:19:30.337" v="2342" actId="14100"/>
          <ac:spMkLst>
            <pc:docMk/>
            <pc:sldMk cId="234755796" sldId="431"/>
            <ac:spMk id="12" creationId="{485C4162-EB66-85C1-8420-E8E2023F12A9}"/>
          </ac:spMkLst>
        </pc:spChg>
        <pc:spChg chg="del">
          <ac:chgData name="Gill, Gaurav" userId="9da6cf44-1ce0-4d5b-ac6f-9ec5e003c700" providerId="ADAL" clId="{3F83E967-8960-417D-BEF1-ECA81DB7EC79}" dt="2026-09-21T13:38:10.079" v="763" actId="478"/>
          <ac:spMkLst>
            <pc:docMk/>
            <pc:sldMk cId="234755796" sldId="431"/>
            <ac:spMk id="16" creationId="{1C1A8296-DA8E-442C-E36A-07225B5842BF}"/>
          </ac:spMkLst>
        </pc:spChg>
        <pc:spChg chg="add mod">
          <ac:chgData name="Gill, Gaurav" userId="9da6cf44-1ce0-4d5b-ac6f-9ec5e003c700" providerId="ADAL" clId="{3F83E967-8960-417D-BEF1-ECA81DB7EC79}" dt="2026-09-22T05:55:40.042" v="1971" actId="404"/>
          <ac:spMkLst>
            <pc:docMk/>
            <pc:sldMk cId="234755796" sldId="431"/>
            <ac:spMk id="18" creationId="{0AEB8E67-CE16-1824-0CE8-6BE3A67222A5}"/>
          </ac:spMkLst>
        </pc:spChg>
        <pc:spChg chg="del">
          <ac:chgData name="Gill, Gaurav" userId="9da6cf44-1ce0-4d5b-ac6f-9ec5e003c700" providerId="ADAL" clId="{3F83E967-8960-417D-BEF1-ECA81DB7EC79}" dt="2026-09-21T13:37:12.492" v="742" actId="478"/>
          <ac:spMkLst>
            <pc:docMk/>
            <pc:sldMk cId="234755796" sldId="431"/>
            <ac:spMk id="19" creationId="{ADA0658D-E41B-9DDA-CEBA-F3D5171555A4}"/>
          </ac:spMkLst>
        </pc:spChg>
        <pc:spChg chg="mod">
          <ac:chgData name="Gill, Gaurav" userId="9da6cf44-1ce0-4d5b-ac6f-9ec5e003c700" providerId="ADAL" clId="{3F83E967-8960-417D-BEF1-ECA81DB7EC79}" dt="2026-09-22T06:12:50.279" v="2340" actId="1036"/>
          <ac:spMkLst>
            <pc:docMk/>
            <pc:sldMk cId="234755796" sldId="431"/>
            <ac:spMk id="20" creationId="{36B31402-2EBD-DF0D-21F6-18995BD47746}"/>
          </ac:spMkLst>
        </pc:spChg>
        <pc:spChg chg="del">
          <ac:chgData name="Gill, Gaurav" userId="9da6cf44-1ce0-4d5b-ac6f-9ec5e003c700" providerId="ADAL" clId="{3F83E967-8960-417D-BEF1-ECA81DB7EC79}" dt="2026-09-21T13:37:12.492" v="742" actId="478"/>
          <ac:spMkLst>
            <pc:docMk/>
            <pc:sldMk cId="234755796" sldId="431"/>
            <ac:spMk id="21" creationId="{A6D909D9-3602-6A62-86BD-D7CE05D23993}"/>
          </ac:spMkLst>
        </pc:spChg>
        <pc:spChg chg="mod">
          <ac:chgData name="Gill, Gaurav" userId="9da6cf44-1ce0-4d5b-ac6f-9ec5e003c700" providerId="ADAL" clId="{3F83E967-8960-417D-BEF1-ECA81DB7EC79}" dt="2026-09-22T06:19:30.337" v="2342" actId="14100"/>
          <ac:spMkLst>
            <pc:docMk/>
            <pc:sldMk cId="234755796" sldId="431"/>
            <ac:spMk id="22" creationId="{DA58CB20-1898-7ECD-38E6-F902A8DB45A6}"/>
          </ac:spMkLst>
        </pc:spChg>
        <pc:spChg chg="del">
          <ac:chgData name="Gill, Gaurav" userId="9da6cf44-1ce0-4d5b-ac6f-9ec5e003c700" providerId="ADAL" clId="{3F83E967-8960-417D-BEF1-ECA81DB7EC79}" dt="2026-09-21T13:37:12.492" v="742" actId="478"/>
          <ac:spMkLst>
            <pc:docMk/>
            <pc:sldMk cId="234755796" sldId="431"/>
            <ac:spMk id="23" creationId="{FDD3D979-D484-AA65-0498-9CECA91B59D4}"/>
          </ac:spMkLst>
        </pc:spChg>
        <pc:spChg chg="mod">
          <ac:chgData name="Gill, Gaurav" userId="9da6cf44-1ce0-4d5b-ac6f-9ec5e003c700" providerId="ADAL" clId="{3F83E967-8960-417D-BEF1-ECA81DB7EC79}" dt="2026-09-22T06:12:50.279" v="2340" actId="1036"/>
          <ac:spMkLst>
            <pc:docMk/>
            <pc:sldMk cId="234755796" sldId="431"/>
            <ac:spMk id="24" creationId="{5144F67D-34B3-6BD7-6592-98F34E23080F}"/>
          </ac:spMkLst>
        </pc:spChg>
        <pc:spChg chg="del mod">
          <ac:chgData name="Gill, Gaurav" userId="9da6cf44-1ce0-4d5b-ac6f-9ec5e003c700" providerId="ADAL" clId="{3F83E967-8960-417D-BEF1-ECA81DB7EC79}" dt="2026-09-21T13:38:17.283" v="766" actId="478"/>
          <ac:spMkLst>
            <pc:docMk/>
            <pc:sldMk cId="234755796" sldId="431"/>
            <ac:spMk id="26" creationId="{050069CB-87F1-BBE7-A02A-C5A5D837C953}"/>
          </ac:spMkLst>
        </pc:spChg>
        <pc:spChg chg="mod">
          <ac:chgData name="Gill, Gaurav" userId="9da6cf44-1ce0-4d5b-ac6f-9ec5e003c700" providerId="ADAL" clId="{3F83E967-8960-417D-BEF1-ECA81DB7EC79}" dt="2026-09-22T05:55:40.042" v="1971" actId="404"/>
          <ac:spMkLst>
            <pc:docMk/>
            <pc:sldMk cId="234755796" sldId="431"/>
            <ac:spMk id="28" creationId="{88243F4E-11F9-465F-E9AB-4BF47B8E0641}"/>
          </ac:spMkLst>
        </pc:spChg>
        <pc:spChg chg="del">
          <ac:chgData name="Gill, Gaurav" userId="9da6cf44-1ce0-4d5b-ac6f-9ec5e003c700" providerId="ADAL" clId="{3F83E967-8960-417D-BEF1-ECA81DB7EC79}" dt="2026-09-21T13:37:12.492" v="742" actId="478"/>
          <ac:spMkLst>
            <pc:docMk/>
            <pc:sldMk cId="234755796" sldId="431"/>
            <ac:spMk id="29" creationId="{17BD7D0C-74A1-C3C3-080F-778C6247F8B7}"/>
          </ac:spMkLst>
        </pc:spChg>
        <pc:spChg chg="mod">
          <ac:chgData name="Gill, Gaurav" userId="9da6cf44-1ce0-4d5b-ac6f-9ec5e003c700" providerId="ADAL" clId="{3F83E967-8960-417D-BEF1-ECA81DB7EC79}" dt="2026-09-22T06:07:52.505" v="2194" actId="20577"/>
          <ac:spMkLst>
            <pc:docMk/>
            <pc:sldMk cId="234755796" sldId="431"/>
            <ac:spMk id="30" creationId="{81134C2F-EAD7-204A-3218-974CEF10A0CB}"/>
          </ac:spMkLst>
        </pc:spChg>
        <pc:spChg chg="mod">
          <ac:chgData name="Gill, Gaurav" userId="9da6cf44-1ce0-4d5b-ac6f-9ec5e003c700" providerId="ADAL" clId="{3F83E967-8960-417D-BEF1-ECA81DB7EC79}" dt="2026-09-22T06:19:30.337" v="2342" actId="14100"/>
          <ac:spMkLst>
            <pc:docMk/>
            <pc:sldMk cId="234755796" sldId="431"/>
            <ac:spMk id="32" creationId="{DCFE6616-F2C6-FE33-E360-4251A10C331C}"/>
          </ac:spMkLst>
        </pc:spChg>
        <pc:spChg chg="del">
          <ac:chgData name="Gill, Gaurav" userId="9da6cf44-1ce0-4d5b-ac6f-9ec5e003c700" providerId="ADAL" clId="{3F83E967-8960-417D-BEF1-ECA81DB7EC79}" dt="2026-09-21T13:37:12.492" v="742" actId="478"/>
          <ac:spMkLst>
            <pc:docMk/>
            <pc:sldMk cId="234755796" sldId="431"/>
            <ac:spMk id="33" creationId="{2B49D605-F7E7-8DFF-B6D8-E10ECC2C0F1F}"/>
          </ac:spMkLst>
        </pc:spChg>
        <pc:spChg chg="mod">
          <ac:chgData name="Gill, Gaurav" userId="9da6cf44-1ce0-4d5b-ac6f-9ec5e003c700" providerId="ADAL" clId="{3F83E967-8960-417D-BEF1-ECA81DB7EC79}" dt="2026-09-22T06:12:50.279" v="2340" actId="1036"/>
          <ac:spMkLst>
            <pc:docMk/>
            <pc:sldMk cId="234755796" sldId="431"/>
            <ac:spMk id="34" creationId="{40F9F31C-82AA-72DC-9137-ACFB8970EF67}"/>
          </ac:spMkLst>
        </pc:spChg>
        <pc:spChg chg="del">
          <ac:chgData name="Gill, Gaurav" userId="9da6cf44-1ce0-4d5b-ac6f-9ec5e003c700" providerId="ADAL" clId="{3F83E967-8960-417D-BEF1-ECA81DB7EC79}" dt="2026-09-21T13:38:13.798" v="764" actId="478"/>
          <ac:spMkLst>
            <pc:docMk/>
            <pc:sldMk cId="234755796" sldId="431"/>
            <ac:spMk id="36" creationId="{F60BEBF5-4932-4868-1AEB-7C9284A6FC41}"/>
          </ac:spMkLst>
        </pc:spChg>
        <pc:spChg chg="mod">
          <ac:chgData name="Gill, Gaurav" userId="9da6cf44-1ce0-4d5b-ac6f-9ec5e003c700" providerId="ADAL" clId="{3F83E967-8960-417D-BEF1-ECA81DB7EC79}" dt="2026-09-22T05:55:40.042" v="1971" actId="404"/>
          <ac:spMkLst>
            <pc:docMk/>
            <pc:sldMk cId="234755796" sldId="431"/>
            <ac:spMk id="38" creationId="{FADE2E87-54BF-2B9B-8722-75160899922E}"/>
          </ac:spMkLst>
        </pc:spChg>
        <pc:spChg chg="mod">
          <ac:chgData name="Gill, Gaurav" userId="9da6cf44-1ce0-4d5b-ac6f-9ec5e003c700" providerId="ADAL" clId="{3F83E967-8960-417D-BEF1-ECA81DB7EC79}" dt="2026-09-22T06:12:50.279" v="2340" actId="1036"/>
          <ac:spMkLst>
            <pc:docMk/>
            <pc:sldMk cId="234755796" sldId="431"/>
            <ac:spMk id="40" creationId="{C3B6BFDE-724B-D067-6C8D-D14B75222F64}"/>
          </ac:spMkLst>
        </pc:spChg>
        <pc:spChg chg="del">
          <ac:chgData name="Gill, Gaurav" userId="9da6cf44-1ce0-4d5b-ac6f-9ec5e003c700" providerId="ADAL" clId="{3F83E967-8960-417D-BEF1-ECA81DB7EC79}" dt="2026-09-21T13:37:12.492" v="742" actId="478"/>
          <ac:spMkLst>
            <pc:docMk/>
            <pc:sldMk cId="234755796" sldId="431"/>
            <ac:spMk id="43" creationId="{26F413F5-C5C4-E435-7BA8-9E79650C7169}"/>
          </ac:spMkLst>
        </pc:spChg>
        <pc:spChg chg="mod ord">
          <ac:chgData name="Gill, Gaurav" userId="9da6cf44-1ce0-4d5b-ac6f-9ec5e003c700" providerId="ADAL" clId="{3F83E967-8960-417D-BEF1-ECA81DB7EC79}" dt="2026-09-21T13:37:55.357" v="761" actId="20577"/>
          <ac:spMkLst>
            <pc:docMk/>
            <pc:sldMk cId="234755796" sldId="431"/>
            <ac:spMk id="48" creationId="{D42018BF-4B5E-9B50-276D-A58FD20D6C2D}"/>
          </ac:spMkLst>
        </pc:spChg>
        <pc:spChg chg="mod ord">
          <ac:chgData name="Gill, Gaurav" userId="9da6cf44-1ce0-4d5b-ac6f-9ec5e003c700" providerId="ADAL" clId="{3F83E967-8960-417D-BEF1-ECA81DB7EC79}" dt="2026-09-21T13:39:11.825" v="786"/>
          <ac:spMkLst>
            <pc:docMk/>
            <pc:sldMk cId="234755796" sldId="431"/>
            <ac:spMk id="49" creationId="{AFC0F865-F1A4-5944-236F-C42AC9E3B4CE}"/>
          </ac:spMkLst>
        </pc:spChg>
        <pc:spChg chg="del">
          <ac:chgData name="Gill, Gaurav" userId="9da6cf44-1ce0-4d5b-ac6f-9ec5e003c700" providerId="ADAL" clId="{3F83E967-8960-417D-BEF1-ECA81DB7EC79}" dt="2026-09-21T13:37:12.492" v="742" actId="478"/>
          <ac:spMkLst>
            <pc:docMk/>
            <pc:sldMk cId="234755796" sldId="431"/>
            <ac:spMk id="50" creationId="{7DAFBBDF-0A29-1209-C898-BCBE66AD7496}"/>
          </ac:spMkLst>
        </pc:spChg>
        <pc:spChg chg="del">
          <ac:chgData name="Gill, Gaurav" userId="9da6cf44-1ce0-4d5b-ac6f-9ec5e003c700" providerId="ADAL" clId="{3F83E967-8960-417D-BEF1-ECA81DB7EC79}" dt="2026-09-21T13:37:12.492" v="742" actId="478"/>
          <ac:spMkLst>
            <pc:docMk/>
            <pc:sldMk cId="234755796" sldId="431"/>
            <ac:spMk id="56" creationId="{63C1E5DB-8FA4-1F9D-B637-7294E0D6A860}"/>
          </ac:spMkLst>
        </pc:spChg>
        <pc:spChg chg="del">
          <ac:chgData name="Gill, Gaurav" userId="9da6cf44-1ce0-4d5b-ac6f-9ec5e003c700" providerId="ADAL" clId="{3F83E967-8960-417D-BEF1-ECA81DB7EC79}" dt="2026-09-21T13:37:12.492" v="742" actId="478"/>
          <ac:spMkLst>
            <pc:docMk/>
            <pc:sldMk cId="234755796" sldId="431"/>
            <ac:spMk id="58" creationId="{8FD326DA-D180-D326-C73C-1C4A4337770C}"/>
          </ac:spMkLst>
        </pc:spChg>
        <pc:spChg chg="del">
          <ac:chgData name="Gill, Gaurav" userId="9da6cf44-1ce0-4d5b-ac6f-9ec5e003c700" providerId="ADAL" clId="{3F83E967-8960-417D-BEF1-ECA81DB7EC79}" dt="2026-09-21T13:37:12.492" v="742" actId="478"/>
          <ac:spMkLst>
            <pc:docMk/>
            <pc:sldMk cId="234755796" sldId="431"/>
            <ac:spMk id="61" creationId="{AE5BB412-E596-5CDA-9D14-1CEF84E257EF}"/>
          </ac:spMkLst>
        </pc:spChg>
        <pc:spChg chg="add mod">
          <ac:chgData name="Gill, Gaurav" userId="9da6cf44-1ce0-4d5b-ac6f-9ec5e003c700" providerId="ADAL" clId="{3F83E967-8960-417D-BEF1-ECA81DB7EC79}" dt="2026-09-22T06:19:30.337" v="2342" actId="14100"/>
          <ac:spMkLst>
            <pc:docMk/>
            <pc:sldMk cId="234755796" sldId="431"/>
            <ac:spMk id="62" creationId="{34CECF14-B42D-15BD-B250-220890451FF6}"/>
          </ac:spMkLst>
        </pc:spChg>
        <pc:spChg chg="mod">
          <ac:chgData name="Gill, Gaurav" userId="9da6cf44-1ce0-4d5b-ac6f-9ec5e003c700" providerId="ADAL" clId="{3F83E967-8960-417D-BEF1-ECA81DB7EC79}" dt="2026-09-22T06:12:50.279" v="2340" actId="1036"/>
          <ac:spMkLst>
            <pc:docMk/>
            <pc:sldMk cId="234755796" sldId="431"/>
            <ac:spMk id="63" creationId="{B0036896-0A78-211A-01B0-B552DE01C92B}"/>
          </ac:spMkLst>
        </pc:spChg>
        <pc:spChg chg="add del mod">
          <ac:chgData name="Gill, Gaurav" userId="9da6cf44-1ce0-4d5b-ac6f-9ec5e003c700" providerId="ADAL" clId="{3F83E967-8960-417D-BEF1-ECA81DB7EC79}" dt="2026-09-21T13:38:19.319" v="767" actId="478"/>
          <ac:spMkLst>
            <pc:docMk/>
            <pc:sldMk cId="234755796" sldId="431"/>
            <ac:spMk id="64" creationId="{32346017-B5F4-A9E7-B862-B40AD7053685}"/>
          </ac:spMkLst>
        </pc:spChg>
        <pc:spChg chg="mod">
          <ac:chgData name="Gill, Gaurav" userId="9da6cf44-1ce0-4d5b-ac6f-9ec5e003c700" providerId="ADAL" clId="{3F83E967-8960-417D-BEF1-ECA81DB7EC79}" dt="2026-09-22T06:12:50.279" v="2340" actId="1036"/>
          <ac:spMkLst>
            <pc:docMk/>
            <pc:sldMk cId="234755796" sldId="431"/>
            <ac:spMk id="65" creationId="{FD5189AC-0808-DA38-A508-82B01EB36C35}"/>
          </ac:spMkLst>
        </pc:spChg>
        <pc:spChg chg="mod">
          <ac:chgData name="Gill, Gaurav" userId="9da6cf44-1ce0-4d5b-ac6f-9ec5e003c700" providerId="ADAL" clId="{3F83E967-8960-417D-BEF1-ECA81DB7EC79}" dt="2026-09-22T06:12:50.279" v="2340" actId="1036"/>
          <ac:spMkLst>
            <pc:docMk/>
            <pc:sldMk cId="234755796" sldId="431"/>
            <ac:spMk id="66" creationId="{26986F0D-974D-B749-73A1-E17F7C99D61A}"/>
          </ac:spMkLst>
        </pc:spChg>
        <pc:spChg chg="add mod">
          <ac:chgData name="Gill, Gaurav" userId="9da6cf44-1ce0-4d5b-ac6f-9ec5e003c700" providerId="ADAL" clId="{3F83E967-8960-417D-BEF1-ECA81DB7EC79}" dt="2026-09-22T06:19:30.337" v="2342" actId="14100"/>
          <ac:spMkLst>
            <pc:docMk/>
            <pc:sldMk cId="234755796" sldId="431"/>
            <ac:spMk id="67" creationId="{D215390E-2FF2-843C-E685-DAA2C90E7DB4}"/>
          </ac:spMkLst>
        </pc:spChg>
        <pc:spChg chg="mod">
          <ac:chgData name="Gill, Gaurav" userId="9da6cf44-1ce0-4d5b-ac6f-9ec5e003c700" providerId="ADAL" clId="{3F83E967-8960-417D-BEF1-ECA81DB7EC79}" dt="2026-09-22T06:12:50.279" v="2340" actId="1036"/>
          <ac:spMkLst>
            <pc:docMk/>
            <pc:sldMk cId="234755796" sldId="431"/>
            <ac:spMk id="68" creationId="{CB98997B-1577-5F0B-1B63-6533C7C5585E}"/>
          </ac:spMkLst>
        </pc:spChg>
        <pc:spChg chg="del mod">
          <ac:chgData name="Gill, Gaurav" userId="9da6cf44-1ce0-4d5b-ac6f-9ec5e003c700" providerId="ADAL" clId="{3F83E967-8960-417D-BEF1-ECA81DB7EC79}" dt="2026-09-21T13:38:23.763" v="771" actId="478"/>
          <ac:spMkLst>
            <pc:docMk/>
            <pc:sldMk cId="234755796" sldId="431"/>
            <ac:spMk id="69" creationId="{A2E03D53-D09F-BB2C-80DE-3413AA401B92}"/>
          </ac:spMkLst>
        </pc:spChg>
        <pc:spChg chg="mod">
          <ac:chgData name="Gill, Gaurav" userId="9da6cf44-1ce0-4d5b-ac6f-9ec5e003c700" providerId="ADAL" clId="{3F83E967-8960-417D-BEF1-ECA81DB7EC79}" dt="2026-09-22T05:55:40.042" v="1971" actId="404"/>
          <ac:spMkLst>
            <pc:docMk/>
            <pc:sldMk cId="234755796" sldId="431"/>
            <ac:spMk id="70" creationId="{32A07DFB-7F97-6274-F36B-792B11FD47B7}"/>
          </ac:spMkLst>
        </pc:spChg>
        <pc:spChg chg="mod">
          <ac:chgData name="Gill, Gaurav" userId="9da6cf44-1ce0-4d5b-ac6f-9ec5e003c700" providerId="ADAL" clId="{3F83E967-8960-417D-BEF1-ECA81DB7EC79}" dt="2026-09-22T06:09:13.332" v="2227" actId="14100"/>
          <ac:spMkLst>
            <pc:docMk/>
            <pc:sldMk cId="234755796" sldId="431"/>
            <ac:spMk id="71" creationId="{9665EFB1-F69F-0EE0-506E-C462EA2874E4}"/>
          </ac:spMkLst>
        </pc:spChg>
        <pc:spChg chg="add mod">
          <ac:chgData name="Gill, Gaurav" userId="9da6cf44-1ce0-4d5b-ac6f-9ec5e003c700" providerId="ADAL" clId="{3F83E967-8960-417D-BEF1-ECA81DB7EC79}" dt="2026-09-22T05:55:50.199" v="1978" actId="404"/>
          <ac:spMkLst>
            <pc:docMk/>
            <pc:sldMk cId="234755796" sldId="431"/>
            <ac:spMk id="72" creationId="{305A700C-FC13-FD2C-8E30-70874956DC49}"/>
          </ac:spMkLst>
        </pc:spChg>
        <pc:spChg chg="mod">
          <ac:chgData name="Gill, Gaurav" userId="9da6cf44-1ce0-4d5b-ac6f-9ec5e003c700" providerId="ADAL" clId="{3F83E967-8960-417D-BEF1-ECA81DB7EC79}" dt="2026-09-22T06:19:37.357" v="2352" actId="1036"/>
          <ac:spMkLst>
            <pc:docMk/>
            <pc:sldMk cId="234755796" sldId="431"/>
            <ac:spMk id="74" creationId="{B4E4C7AC-7209-2A49-F149-7C3E1B6E2A25}"/>
          </ac:spMkLst>
        </pc:spChg>
        <pc:spChg chg="mod">
          <ac:chgData name="Gill, Gaurav" userId="9da6cf44-1ce0-4d5b-ac6f-9ec5e003c700" providerId="ADAL" clId="{3F83E967-8960-417D-BEF1-ECA81DB7EC79}" dt="2026-09-22T06:19:37.357" v="2352" actId="1036"/>
          <ac:spMkLst>
            <pc:docMk/>
            <pc:sldMk cId="234755796" sldId="431"/>
            <ac:spMk id="75" creationId="{938E7C57-B515-2E36-99BB-B10924CA76AE}"/>
          </ac:spMkLst>
        </pc:spChg>
        <pc:spChg chg="del">
          <ac:chgData name="Gill, Gaurav" userId="9da6cf44-1ce0-4d5b-ac6f-9ec5e003c700" providerId="ADAL" clId="{3F83E967-8960-417D-BEF1-ECA81DB7EC79}" dt="2026-09-21T13:38:34.098" v="777" actId="478"/>
          <ac:spMkLst>
            <pc:docMk/>
            <pc:sldMk cId="234755796" sldId="431"/>
            <ac:spMk id="76" creationId="{4C2284DC-5F52-BE01-E5B5-8BB7BED067F8}"/>
          </ac:spMkLst>
        </pc:spChg>
        <pc:spChg chg="mod">
          <ac:chgData name="Gill, Gaurav" userId="9da6cf44-1ce0-4d5b-ac6f-9ec5e003c700" providerId="ADAL" clId="{3F83E967-8960-417D-BEF1-ECA81DB7EC79}" dt="2026-09-22T06:19:37.357" v="2352" actId="1036"/>
          <ac:spMkLst>
            <pc:docMk/>
            <pc:sldMk cId="234755796" sldId="431"/>
            <ac:spMk id="77" creationId="{CFBBBF0B-5360-191D-D90A-4353E4D7F7B0}"/>
          </ac:spMkLst>
        </pc:spChg>
        <pc:spChg chg="mod">
          <ac:chgData name="Gill, Gaurav" userId="9da6cf44-1ce0-4d5b-ac6f-9ec5e003c700" providerId="ADAL" clId="{3F83E967-8960-417D-BEF1-ECA81DB7EC79}" dt="2026-09-22T05:56:13.632" v="1986" actId="403"/>
          <ac:spMkLst>
            <pc:docMk/>
            <pc:sldMk cId="234755796" sldId="431"/>
            <ac:spMk id="78" creationId="{6012D51D-6BA0-1671-6B53-8D722E672831}"/>
          </ac:spMkLst>
        </pc:spChg>
        <pc:spChg chg="mod">
          <ac:chgData name="Gill, Gaurav" userId="9da6cf44-1ce0-4d5b-ac6f-9ec5e003c700" providerId="ADAL" clId="{3F83E967-8960-417D-BEF1-ECA81DB7EC79}" dt="2026-09-22T06:19:37.357" v="2352" actId="1036"/>
          <ac:spMkLst>
            <pc:docMk/>
            <pc:sldMk cId="234755796" sldId="431"/>
            <ac:spMk id="79" creationId="{BF3FF650-BE42-50EE-1537-39090E8745A7}"/>
          </ac:spMkLst>
        </pc:spChg>
        <pc:spChg chg="mod">
          <ac:chgData name="Gill, Gaurav" userId="9da6cf44-1ce0-4d5b-ac6f-9ec5e003c700" providerId="ADAL" clId="{3F83E967-8960-417D-BEF1-ECA81DB7EC79}" dt="2026-09-22T06:19:37.357" v="2352" actId="1036"/>
          <ac:spMkLst>
            <pc:docMk/>
            <pc:sldMk cId="234755796" sldId="431"/>
            <ac:spMk id="80" creationId="{8A34A8A6-E774-B329-999B-3AA5C90A5BE0}"/>
          </ac:spMkLst>
        </pc:spChg>
        <pc:spChg chg="del">
          <ac:chgData name="Gill, Gaurav" userId="9da6cf44-1ce0-4d5b-ac6f-9ec5e003c700" providerId="ADAL" clId="{3F83E967-8960-417D-BEF1-ECA81DB7EC79}" dt="2026-09-21T13:38:32.399" v="776" actId="478"/>
          <ac:spMkLst>
            <pc:docMk/>
            <pc:sldMk cId="234755796" sldId="431"/>
            <ac:spMk id="81" creationId="{6809558E-FABC-EF95-0876-AD8AF194D246}"/>
          </ac:spMkLst>
        </pc:spChg>
        <pc:spChg chg="mod">
          <ac:chgData name="Gill, Gaurav" userId="9da6cf44-1ce0-4d5b-ac6f-9ec5e003c700" providerId="ADAL" clId="{3F83E967-8960-417D-BEF1-ECA81DB7EC79}" dt="2026-09-22T05:56:30.175" v="1989" actId="404"/>
          <ac:spMkLst>
            <pc:docMk/>
            <pc:sldMk cId="234755796" sldId="431"/>
            <ac:spMk id="82" creationId="{E03D0836-738B-E9D6-A045-DD8591E63A67}"/>
          </ac:spMkLst>
        </pc:spChg>
        <pc:spChg chg="mod">
          <ac:chgData name="Gill, Gaurav" userId="9da6cf44-1ce0-4d5b-ac6f-9ec5e003c700" providerId="ADAL" clId="{3F83E967-8960-417D-BEF1-ECA81DB7EC79}" dt="2026-09-22T06:19:37.357" v="2352" actId="1036"/>
          <ac:spMkLst>
            <pc:docMk/>
            <pc:sldMk cId="234755796" sldId="431"/>
            <ac:spMk id="83" creationId="{A461898E-1036-3737-872C-6A4EAD1FDC61}"/>
          </ac:spMkLst>
        </pc:spChg>
        <pc:spChg chg="mod">
          <ac:chgData name="Gill, Gaurav" userId="9da6cf44-1ce0-4d5b-ac6f-9ec5e003c700" providerId="ADAL" clId="{3F83E967-8960-417D-BEF1-ECA81DB7EC79}" dt="2026-09-22T06:19:37.357" v="2352" actId="1036"/>
          <ac:spMkLst>
            <pc:docMk/>
            <pc:sldMk cId="234755796" sldId="431"/>
            <ac:spMk id="84" creationId="{38652D19-EF18-397D-426F-90BFC844DEA4}"/>
          </ac:spMkLst>
        </pc:spChg>
        <pc:spChg chg="mod">
          <ac:chgData name="Gill, Gaurav" userId="9da6cf44-1ce0-4d5b-ac6f-9ec5e003c700" providerId="ADAL" clId="{3F83E967-8960-417D-BEF1-ECA81DB7EC79}" dt="2026-09-22T05:56:39.262" v="1994" actId="404"/>
          <ac:spMkLst>
            <pc:docMk/>
            <pc:sldMk cId="234755796" sldId="431"/>
            <ac:spMk id="85" creationId="{7DFB0E4F-596B-DD15-967F-2BB362CE545A}"/>
          </ac:spMkLst>
        </pc:spChg>
        <pc:spChg chg="del">
          <ac:chgData name="Gill, Gaurav" userId="9da6cf44-1ce0-4d5b-ac6f-9ec5e003c700" providerId="ADAL" clId="{3F83E967-8960-417D-BEF1-ECA81DB7EC79}" dt="2026-09-21T13:38:30.954" v="775" actId="478"/>
          <ac:spMkLst>
            <pc:docMk/>
            <pc:sldMk cId="234755796" sldId="431"/>
            <ac:spMk id="86" creationId="{EA618DB6-D7E9-AC7A-1549-B97B139715F9}"/>
          </ac:spMkLst>
        </pc:spChg>
        <pc:spChg chg="mod">
          <ac:chgData name="Gill, Gaurav" userId="9da6cf44-1ce0-4d5b-ac6f-9ec5e003c700" providerId="ADAL" clId="{3F83E967-8960-417D-BEF1-ECA81DB7EC79}" dt="2026-09-22T05:56:30.175" v="1989" actId="404"/>
          <ac:spMkLst>
            <pc:docMk/>
            <pc:sldMk cId="234755796" sldId="431"/>
            <ac:spMk id="87" creationId="{F46D04D3-29BA-9BCF-0876-CBFDF2C941B3}"/>
          </ac:spMkLst>
        </pc:spChg>
        <pc:spChg chg="mod">
          <ac:chgData name="Gill, Gaurav" userId="9da6cf44-1ce0-4d5b-ac6f-9ec5e003c700" providerId="ADAL" clId="{3F83E967-8960-417D-BEF1-ECA81DB7EC79}" dt="2026-09-22T06:19:37.357" v="2352" actId="1036"/>
          <ac:spMkLst>
            <pc:docMk/>
            <pc:sldMk cId="234755796" sldId="431"/>
            <ac:spMk id="88" creationId="{0B682941-1A1C-D8C4-CA2A-FEAC9D5CBCFF}"/>
          </ac:spMkLst>
        </pc:spChg>
        <pc:spChg chg="mod">
          <ac:chgData name="Gill, Gaurav" userId="9da6cf44-1ce0-4d5b-ac6f-9ec5e003c700" providerId="ADAL" clId="{3F83E967-8960-417D-BEF1-ECA81DB7EC79}" dt="2026-09-22T06:19:37.357" v="2352" actId="1036"/>
          <ac:spMkLst>
            <pc:docMk/>
            <pc:sldMk cId="234755796" sldId="431"/>
            <ac:spMk id="89" creationId="{2BE9DF81-6388-B837-26F5-3B3E062DDF51}"/>
          </ac:spMkLst>
        </pc:spChg>
        <pc:spChg chg="mod">
          <ac:chgData name="Gill, Gaurav" userId="9da6cf44-1ce0-4d5b-ac6f-9ec5e003c700" providerId="ADAL" clId="{3F83E967-8960-417D-BEF1-ECA81DB7EC79}" dt="2026-09-22T05:56:39.262" v="1994" actId="404"/>
          <ac:spMkLst>
            <pc:docMk/>
            <pc:sldMk cId="234755796" sldId="431"/>
            <ac:spMk id="90" creationId="{68E1B355-BDD7-6245-2EDD-938C77A53657}"/>
          </ac:spMkLst>
        </pc:spChg>
        <pc:spChg chg="del mod">
          <ac:chgData name="Gill, Gaurav" userId="9da6cf44-1ce0-4d5b-ac6f-9ec5e003c700" providerId="ADAL" clId="{3F83E967-8960-417D-BEF1-ECA81DB7EC79}" dt="2026-09-21T13:38:26.646" v="773" actId="478"/>
          <ac:spMkLst>
            <pc:docMk/>
            <pc:sldMk cId="234755796" sldId="431"/>
            <ac:spMk id="91" creationId="{6FC06931-DA5E-018E-2DE2-2AEBC4143CB2}"/>
          </ac:spMkLst>
        </pc:spChg>
        <pc:spChg chg="mod">
          <ac:chgData name="Gill, Gaurav" userId="9da6cf44-1ce0-4d5b-ac6f-9ec5e003c700" providerId="ADAL" clId="{3F83E967-8960-417D-BEF1-ECA81DB7EC79}" dt="2026-09-22T06:12:22.058" v="2285" actId="14100"/>
          <ac:spMkLst>
            <pc:docMk/>
            <pc:sldMk cId="234755796" sldId="431"/>
            <ac:spMk id="92" creationId="{C2DA6B89-26EE-39A2-ACF1-6D7975CD0C0E}"/>
          </ac:spMkLst>
        </pc:spChg>
        <pc:spChg chg="mod">
          <ac:chgData name="Gill, Gaurav" userId="9da6cf44-1ce0-4d5b-ac6f-9ec5e003c700" providerId="ADAL" clId="{3F83E967-8960-417D-BEF1-ECA81DB7EC79}" dt="2026-09-22T06:19:37.357" v="2352" actId="1036"/>
          <ac:spMkLst>
            <pc:docMk/>
            <pc:sldMk cId="234755796" sldId="431"/>
            <ac:spMk id="93" creationId="{C010AB5C-92DA-34CC-BC14-589D17C673BE}"/>
          </ac:spMkLst>
        </pc:spChg>
        <pc:spChg chg="mod">
          <ac:chgData name="Gill, Gaurav" userId="9da6cf44-1ce0-4d5b-ac6f-9ec5e003c700" providerId="ADAL" clId="{3F83E967-8960-417D-BEF1-ECA81DB7EC79}" dt="2026-09-22T05:56:13.632" v="1986" actId="403"/>
          <ac:spMkLst>
            <pc:docMk/>
            <pc:sldMk cId="234755796" sldId="431"/>
            <ac:spMk id="94" creationId="{8EC9D273-3B30-7535-486E-861D1BD8A52F}"/>
          </ac:spMkLst>
        </pc:spChg>
        <pc:spChg chg="mod">
          <ac:chgData name="Gill, Gaurav" userId="9da6cf44-1ce0-4d5b-ac6f-9ec5e003c700" providerId="ADAL" clId="{3F83E967-8960-417D-BEF1-ECA81DB7EC79}" dt="2026-09-22T06:19:43.073" v="2357" actId="1036"/>
          <ac:spMkLst>
            <pc:docMk/>
            <pc:sldMk cId="234755796" sldId="431"/>
            <ac:spMk id="95" creationId="{D034E3F1-5AE9-39ED-9887-103565FFC17B}"/>
          </ac:spMkLst>
        </pc:spChg>
        <pc:spChg chg="add mod">
          <ac:chgData name="Gill, Gaurav" userId="9da6cf44-1ce0-4d5b-ac6f-9ec5e003c700" providerId="ADAL" clId="{3F83E967-8960-417D-BEF1-ECA81DB7EC79}" dt="2026-09-22T06:19:43.073" v="2357" actId="1036"/>
          <ac:spMkLst>
            <pc:docMk/>
            <pc:sldMk cId="234755796" sldId="431"/>
            <ac:spMk id="97" creationId="{1FB2AC70-0FC7-B0C8-3F46-978AD403F6F4}"/>
          </ac:spMkLst>
        </pc:spChg>
        <pc:spChg chg="del mod">
          <ac:chgData name="Gill, Gaurav" userId="9da6cf44-1ce0-4d5b-ac6f-9ec5e003c700" providerId="ADAL" clId="{3F83E967-8960-417D-BEF1-ECA81DB7EC79}" dt="2026-09-22T06:10:10.728" v="2231" actId="478"/>
          <ac:spMkLst>
            <pc:docMk/>
            <pc:sldMk cId="234755796" sldId="431"/>
            <ac:spMk id="98" creationId="{C2723D27-EDE9-BD8B-9D37-D1498CCF2F9F}"/>
          </ac:spMkLst>
        </pc:spChg>
        <pc:spChg chg="mod">
          <ac:chgData name="Gill, Gaurav" userId="9da6cf44-1ce0-4d5b-ac6f-9ec5e003c700" providerId="ADAL" clId="{3F83E967-8960-417D-BEF1-ECA81DB7EC79}" dt="2026-09-22T06:19:43.073" v="2357" actId="1036"/>
          <ac:spMkLst>
            <pc:docMk/>
            <pc:sldMk cId="234755796" sldId="431"/>
            <ac:spMk id="99" creationId="{39A6B79D-DF99-5C8A-B40D-8C0632DC7EB3}"/>
          </ac:spMkLst>
        </pc:spChg>
        <pc:spChg chg="del mod">
          <ac:chgData name="Gill, Gaurav" userId="9da6cf44-1ce0-4d5b-ac6f-9ec5e003c700" providerId="ADAL" clId="{3F83E967-8960-417D-BEF1-ECA81DB7EC79}" dt="2026-09-22T06:10:17.544" v="2234" actId="478"/>
          <ac:spMkLst>
            <pc:docMk/>
            <pc:sldMk cId="234755796" sldId="431"/>
            <ac:spMk id="100" creationId="{56285A78-89D7-5703-87B5-C41DD9AEBF5A}"/>
          </ac:spMkLst>
        </pc:spChg>
        <pc:spChg chg="mod">
          <ac:chgData name="Gill, Gaurav" userId="9da6cf44-1ce0-4d5b-ac6f-9ec5e003c700" providerId="ADAL" clId="{3F83E967-8960-417D-BEF1-ECA81DB7EC79}" dt="2026-09-22T06:19:43.073" v="2357" actId="1036"/>
          <ac:spMkLst>
            <pc:docMk/>
            <pc:sldMk cId="234755796" sldId="431"/>
            <ac:spMk id="101" creationId="{C3E78BDA-F321-2AC7-E01D-D002D0724C92}"/>
          </ac:spMkLst>
        </pc:spChg>
        <pc:spChg chg="del mod">
          <ac:chgData name="Gill, Gaurav" userId="9da6cf44-1ce0-4d5b-ac6f-9ec5e003c700" providerId="ADAL" clId="{3F83E967-8960-417D-BEF1-ECA81DB7EC79}" dt="2026-09-22T06:10:23.741" v="2238" actId="478"/>
          <ac:spMkLst>
            <pc:docMk/>
            <pc:sldMk cId="234755796" sldId="431"/>
            <ac:spMk id="102" creationId="{65862B72-BE78-A166-F14B-A491B83E8565}"/>
          </ac:spMkLst>
        </pc:spChg>
        <pc:spChg chg="mod">
          <ac:chgData name="Gill, Gaurav" userId="9da6cf44-1ce0-4d5b-ac6f-9ec5e003c700" providerId="ADAL" clId="{3F83E967-8960-417D-BEF1-ECA81DB7EC79}" dt="2026-09-22T06:19:43.073" v="2357" actId="1036"/>
          <ac:spMkLst>
            <pc:docMk/>
            <pc:sldMk cId="234755796" sldId="431"/>
            <ac:spMk id="103" creationId="{C093CFB0-C1D2-FC42-AEA1-D3ECB653270A}"/>
          </ac:spMkLst>
        </pc:spChg>
        <pc:spChg chg="del mod">
          <ac:chgData name="Gill, Gaurav" userId="9da6cf44-1ce0-4d5b-ac6f-9ec5e003c700" providerId="ADAL" clId="{3F83E967-8960-417D-BEF1-ECA81DB7EC79}" dt="2026-09-22T06:10:30.983" v="2242" actId="478"/>
          <ac:spMkLst>
            <pc:docMk/>
            <pc:sldMk cId="234755796" sldId="431"/>
            <ac:spMk id="104" creationId="{54969111-E49C-DAEE-38C8-E74BD1DD9DC0}"/>
          </ac:spMkLst>
        </pc:spChg>
        <pc:spChg chg="mod">
          <ac:chgData name="Gill, Gaurav" userId="9da6cf44-1ce0-4d5b-ac6f-9ec5e003c700" providerId="ADAL" clId="{3F83E967-8960-417D-BEF1-ECA81DB7EC79}" dt="2026-09-22T06:19:43.073" v="2357" actId="1036"/>
          <ac:spMkLst>
            <pc:docMk/>
            <pc:sldMk cId="234755796" sldId="431"/>
            <ac:spMk id="105" creationId="{A7BB910C-013A-D85B-B521-A98E2B5B8409}"/>
          </ac:spMkLst>
        </pc:spChg>
        <pc:spChg chg="del mod">
          <ac:chgData name="Gill, Gaurav" userId="9da6cf44-1ce0-4d5b-ac6f-9ec5e003c700" providerId="ADAL" clId="{3F83E967-8960-417D-BEF1-ECA81DB7EC79}" dt="2026-09-22T06:10:39.236" v="2246" actId="478"/>
          <ac:spMkLst>
            <pc:docMk/>
            <pc:sldMk cId="234755796" sldId="431"/>
            <ac:spMk id="106" creationId="{BF429C2E-B75B-4E9C-296B-994DCD4A9FCD}"/>
          </ac:spMkLst>
        </pc:spChg>
        <pc:spChg chg="mod">
          <ac:chgData name="Gill, Gaurav" userId="9da6cf44-1ce0-4d5b-ac6f-9ec5e003c700" providerId="ADAL" clId="{3F83E967-8960-417D-BEF1-ECA81DB7EC79}" dt="2026-09-22T06:19:47.475" v="2360" actId="1035"/>
          <ac:spMkLst>
            <pc:docMk/>
            <pc:sldMk cId="234755796" sldId="431"/>
            <ac:spMk id="107" creationId="{2C28933D-D478-1C66-79C6-E7A6C0B757E3}"/>
          </ac:spMkLst>
        </pc:spChg>
        <pc:spChg chg="mod">
          <ac:chgData name="Gill, Gaurav" userId="9da6cf44-1ce0-4d5b-ac6f-9ec5e003c700" providerId="ADAL" clId="{3F83E967-8960-417D-BEF1-ECA81DB7EC79}" dt="2026-09-22T06:19:47.475" v="2360" actId="1035"/>
          <ac:spMkLst>
            <pc:docMk/>
            <pc:sldMk cId="234755796" sldId="431"/>
            <ac:spMk id="109" creationId="{DEF1B64C-4F27-CD8C-0AD3-51D44CD5BA46}"/>
          </ac:spMkLst>
        </pc:spChg>
        <pc:spChg chg="mod">
          <ac:chgData name="Gill, Gaurav" userId="9da6cf44-1ce0-4d5b-ac6f-9ec5e003c700" providerId="ADAL" clId="{3F83E967-8960-417D-BEF1-ECA81DB7EC79}" dt="2026-09-22T06:19:47.475" v="2360" actId="1035"/>
          <ac:spMkLst>
            <pc:docMk/>
            <pc:sldMk cId="234755796" sldId="431"/>
            <ac:spMk id="110" creationId="{089D5B75-2ACE-251A-8144-C334C2964D94}"/>
          </ac:spMkLst>
        </pc:spChg>
        <pc:spChg chg="del">
          <ac:chgData name="Gill, Gaurav" userId="9da6cf44-1ce0-4d5b-ac6f-9ec5e003c700" providerId="ADAL" clId="{3F83E967-8960-417D-BEF1-ECA81DB7EC79}" dt="2026-09-21T13:38:35.832" v="778" actId="478"/>
          <ac:spMkLst>
            <pc:docMk/>
            <pc:sldMk cId="234755796" sldId="431"/>
            <ac:spMk id="111" creationId="{B620098A-D29E-8573-8E79-4F7558EB33C8}"/>
          </ac:spMkLst>
        </pc:spChg>
        <pc:spChg chg="add mod">
          <ac:chgData name="Gill, Gaurav" userId="9da6cf44-1ce0-4d5b-ac6f-9ec5e003c700" providerId="ADAL" clId="{3F83E967-8960-417D-BEF1-ECA81DB7EC79}" dt="2026-09-22T05:57:37.094" v="2032" actId="403"/>
          <ac:spMkLst>
            <pc:docMk/>
            <pc:sldMk cId="234755796" sldId="431"/>
            <ac:spMk id="112" creationId="{53CFD36B-DABF-C974-E0F5-C1474AB42F01}"/>
          </ac:spMkLst>
        </pc:spChg>
        <pc:spChg chg="mod">
          <ac:chgData name="Gill, Gaurav" userId="9da6cf44-1ce0-4d5b-ac6f-9ec5e003c700" providerId="ADAL" clId="{3F83E967-8960-417D-BEF1-ECA81DB7EC79}" dt="2026-09-22T06:19:47.475" v="2360" actId="1035"/>
          <ac:spMkLst>
            <pc:docMk/>
            <pc:sldMk cId="234755796" sldId="431"/>
            <ac:spMk id="113" creationId="{96C04045-618D-A9BB-6DE9-AAE3AFFF00FF}"/>
          </ac:spMkLst>
        </pc:spChg>
        <pc:spChg chg="add del mod">
          <ac:chgData name="Gill, Gaurav" userId="9da6cf44-1ce0-4d5b-ac6f-9ec5e003c700" providerId="ADAL" clId="{3F83E967-8960-417D-BEF1-ECA81DB7EC79}" dt="2026-09-21T13:38:38.557" v="780" actId="478"/>
          <ac:spMkLst>
            <pc:docMk/>
            <pc:sldMk cId="234755796" sldId="431"/>
            <ac:spMk id="115" creationId="{A3A7750F-BF1A-678B-9158-6E5EB3257792}"/>
          </ac:spMkLst>
        </pc:spChg>
        <pc:spChg chg="mod">
          <ac:chgData name="Gill, Gaurav" userId="9da6cf44-1ce0-4d5b-ac6f-9ec5e003c700" providerId="ADAL" clId="{3F83E967-8960-417D-BEF1-ECA81DB7EC79}" dt="2026-09-22T05:57:48.518" v="2046" actId="1035"/>
          <ac:spMkLst>
            <pc:docMk/>
            <pc:sldMk cId="234755796" sldId="431"/>
            <ac:spMk id="116" creationId="{DD67DE19-B9DA-E337-F844-A2A39074FD04}"/>
          </ac:spMkLst>
        </pc:spChg>
        <pc:spChg chg="mod">
          <ac:chgData name="Gill, Gaurav" userId="9da6cf44-1ce0-4d5b-ac6f-9ec5e003c700" providerId="ADAL" clId="{3F83E967-8960-417D-BEF1-ECA81DB7EC79}" dt="2026-09-22T06:19:47.475" v="2360" actId="1035"/>
          <ac:spMkLst>
            <pc:docMk/>
            <pc:sldMk cId="234755796" sldId="431"/>
            <ac:spMk id="117" creationId="{14E0F575-4CC1-67D0-48D3-337577815AD8}"/>
          </ac:spMkLst>
        </pc:spChg>
        <pc:spChg chg="mod">
          <ac:chgData name="Gill, Gaurav" userId="9da6cf44-1ce0-4d5b-ac6f-9ec5e003c700" providerId="ADAL" clId="{3F83E967-8960-417D-BEF1-ECA81DB7EC79}" dt="2026-09-22T06:19:47.475" v="2360" actId="1035"/>
          <ac:spMkLst>
            <pc:docMk/>
            <pc:sldMk cId="234755796" sldId="431"/>
            <ac:spMk id="118" creationId="{F14AF751-A730-12FF-9372-CB93BD2A39A7}"/>
          </ac:spMkLst>
        </pc:spChg>
        <pc:spChg chg="del">
          <ac:chgData name="Gill, Gaurav" userId="9da6cf44-1ce0-4d5b-ac6f-9ec5e003c700" providerId="ADAL" clId="{3F83E967-8960-417D-BEF1-ECA81DB7EC79}" dt="2026-09-21T13:38:40.654" v="781" actId="478"/>
          <ac:spMkLst>
            <pc:docMk/>
            <pc:sldMk cId="234755796" sldId="431"/>
            <ac:spMk id="119" creationId="{D1086424-BE1C-20DC-170C-2EA31B04740D}"/>
          </ac:spMkLst>
        </pc:spChg>
        <pc:spChg chg="mod">
          <ac:chgData name="Gill, Gaurav" userId="9da6cf44-1ce0-4d5b-ac6f-9ec5e003c700" providerId="ADAL" clId="{3F83E967-8960-417D-BEF1-ECA81DB7EC79}" dt="2026-09-22T06:19:47.475" v="2360" actId="1035"/>
          <ac:spMkLst>
            <pc:docMk/>
            <pc:sldMk cId="234755796" sldId="431"/>
            <ac:spMk id="120" creationId="{5D96821E-D642-37B4-64F7-2B4F10DFB51A}"/>
          </ac:spMkLst>
        </pc:spChg>
        <pc:spChg chg="mod">
          <ac:chgData name="Gill, Gaurav" userId="9da6cf44-1ce0-4d5b-ac6f-9ec5e003c700" providerId="ADAL" clId="{3F83E967-8960-417D-BEF1-ECA81DB7EC79}" dt="2026-09-22T06:19:47.475" v="2360" actId="1035"/>
          <ac:spMkLst>
            <pc:docMk/>
            <pc:sldMk cId="234755796" sldId="431"/>
            <ac:spMk id="121" creationId="{8F836233-0B9A-0F01-85BE-C42DC5252D94}"/>
          </ac:spMkLst>
        </pc:spChg>
        <pc:spChg chg="mod">
          <ac:chgData name="Gill, Gaurav" userId="9da6cf44-1ce0-4d5b-ac6f-9ec5e003c700" providerId="ADAL" clId="{3F83E967-8960-417D-BEF1-ECA81DB7EC79}" dt="2026-09-22T06:19:47.475" v="2360" actId="1035"/>
          <ac:spMkLst>
            <pc:docMk/>
            <pc:sldMk cId="234755796" sldId="431"/>
            <ac:spMk id="122" creationId="{FEB82E34-CD6A-BAA8-0BC8-701F9C741429}"/>
          </ac:spMkLst>
        </pc:spChg>
        <pc:spChg chg="del">
          <ac:chgData name="Gill, Gaurav" userId="9da6cf44-1ce0-4d5b-ac6f-9ec5e003c700" providerId="ADAL" clId="{3F83E967-8960-417D-BEF1-ECA81DB7EC79}" dt="2026-09-21T13:38:28.807" v="774" actId="478"/>
          <ac:spMkLst>
            <pc:docMk/>
            <pc:sldMk cId="234755796" sldId="431"/>
            <ac:spMk id="123" creationId="{F56C14EB-DE3E-811B-26E3-20BB94AFC918}"/>
          </ac:spMkLst>
        </pc:spChg>
        <pc:spChg chg="mod">
          <ac:chgData name="Gill, Gaurav" userId="9da6cf44-1ce0-4d5b-ac6f-9ec5e003c700" providerId="ADAL" clId="{3F83E967-8960-417D-BEF1-ECA81DB7EC79}" dt="2026-09-22T06:19:47.475" v="2360" actId="1035"/>
          <ac:spMkLst>
            <pc:docMk/>
            <pc:sldMk cId="234755796" sldId="431"/>
            <ac:spMk id="124" creationId="{545D7A9B-1DED-A7F0-0B3A-1D2881FF4129}"/>
          </ac:spMkLst>
        </pc:spChg>
        <pc:spChg chg="mod">
          <ac:chgData name="Gill, Gaurav" userId="9da6cf44-1ce0-4d5b-ac6f-9ec5e003c700" providerId="ADAL" clId="{3F83E967-8960-417D-BEF1-ECA81DB7EC79}" dt="2026-09-22T06:12:28.504" v="2298" actId="1036"/>
          <ac:spMkLst>
            <pc:docMk/>
            <pc:sldMk cId="234755796" sldId="431"/>
            <ac:spMk id="128" creationId="{CFF5375B-2259-97A0-8AE6-CEEE8D78B13F}"/>
          </ac:spMkLst>
        </pc:spChg>
        <pc:spChg chg="add del mod">
          <ac:chgData name="Gill, Gaurav" userId="9da6cf44-1ce0-4d5b-ac6f-9ec5e003c700" providerId="ADAL" clId="{3F83E967-8960-417D-BEF1-ECA81DB7EC79}" dt="2026-09-22T05:57:04.319" v="2005" actId="478"/>
          <ac:spMkLst>
            <pc:docMk/>
            <pc:sldMk cId="234755796" sldId="431"/>
            <ac:spMk id="129" creationId="{6404B40B-8265-3CEA-80B2-3F71C4E5DD0C}"/>
          </ac:spMkLst>
        </pc:spChg>
        <pc:spChg chg="del">
          <ac:chgData name="Gill, Gaurav" userId="9da6cf44-1ce0-4d5b-ac6f-9ec5e003c700" providerId="ADAL" clId="{3F83E967-8960-417D-BEF1-ECA81DB7EC79}" dt="2026-09-21T13:38:28.807" v="774" actId="478"/>
          <ac:spMkLst>
            <pc:docMk/>
            <pc:sldMk cId="234755796" sldId="431"/>
            <ac:spMk id="130" creationId="{F24BF0C9-4F40-2D6F-B0F4-5A21E5DC7796}"/>
          </ac:spMkLst>
        </pc:spChg>
        <pc:cxnChg chg="mod">
          <ac:chgData name="Gill, Gaurav" userId="9da6cf44-1ce0-4d5b-ac6f-9ec5e003c700" providerId="ADAL" clId="{3F83E967-8960-417D-BEF1-ECA81DB7EC79}" dt="2026-09-22T06:19:43.073" v="2357" actId="1036"/>
          <ac:cxnSpMkLst>
            <pc:docMk/>
            <pc:sldMk cId="234755796" sldId="431"/>
            <ac:cxnSpMk id="96" creationId="{48F4D464-67F1-23DA-C5FB-7384BE8C0980}"/>
          </ac:cxnSpMkLst>
        </pc:cxnChg>
      </pc:sldChg>
      <pc:sldChg chg="add del">
        <pc:chgData name="Gill, Gaurav" userId="9da6cf44-1ce0-4d5b-ac6f-9ec5e003c700" providerId="ADAL" clId="{3F83E967-8960-417D-BEF1-ECA81DB7EC79}" dt="2026-09-21T13:35:08.512" v="711"/>
        <pc:sldMkLst>
          <pc:docMk/>
          <pc:sldMk cId="3463351031" sldId="431"/>
        </pc:sldMkLst>
      </pc:sldChg>
      <pc:sldChg chg="addSp delSp modSp add del mod">
        <pc:chgData name="Gill, Gaurav" userId="9da6cf44-1ce0-4d5b-ac6f-9ec5e003c700" providerId="ADAL" clId="{3F83E967-8960-417D-BEF1-ECA81DB7EC79}" dt="2026-09-22T06:34:40.877" v="2974" actId="47"/>
        <pc:sldMkLst>
          <pc:docMk/>
          <pc:sldMk cId="3654602188" sldId="432"/>
        </pc:sldMkLst>
        <pc:spChg chg="mod">
          <ac:chgData name="Gill, Gaurav" userId="9da6cf44-1ce0-4d5b-ac6f-9ec5e003c700" providerId="ADAL" clId="{3F83E967-8960-417D-BEF1-ECA81DB7EC79}" dt="2026-09-21T13:40:03.608" v="792"/>
          <ac:spMkLst>
            <pc:docMk/>
            <pc:sldMk cId="3654602188" sldId="432"/>
            <ac:spMk id="2" creationId="{D6318F16-3B6B-8D30-62DD-C2EDE33785EB}"/>
          </ac:spMkLst>
        </pc:spChg>
        <pc:spChg chg="del">
          <ac:chgData name="Gill, Gaurav" userId="9da6cf44-1ce0-4d5b-ac6f-9ec5e003c700" providerId="ADAL" clId="{3F83E967-8960-417D-BEF1-ECA81DB7EC79}" dt="2026-09-21T13:40:55.523" v="811" actId="478"/>
          <ac:spMkLst>
            <pc:docMk/>
            <pc:sldMk cId="3654602188" sldId="432"/>
            <ac:spMk id="21" creationId="{D38F91BC-440D-626C-1A75-C0C4DA9D47E4}"/>
          </ac:spMkLst>
        </pc:spChg>
        <pc:spChg chg="add mod">
          <ac:chgData name="Gill, Gaurav" userId="9da6cf44-1ce0-4d5b-ac6f-9ec5e003c700" providerId="ADAL" clId="{3F83E967-8960-417D-BEF1-ECA81DB7EC79}" dt="2026-09-21T13:40:43.576" v="809"/>
          <ac:spMkLst>
            <pc:docMk/>
            <pc:sldMk cId="3654602188" sldId="432"/>
            <ac:spMk id="27" creationId="{019A3BCB-7680-8E72-A31F-82538C527373}"/>
          </ac:spMkLst>
        </pc:spChg>
        <pc:spChg chg="del">
          <ac:chgData name="Gill, Gaurav" userId="9da6cf44-1ce0-4d5b-ac6f-9ec5e003c700" providerId="ADAL" clId="{3F83E967-8960-417D-BEF1-ECA81DB7EC79}" dt="2026-09-21T13:40:57.226" v="812" actId="478"/>
          <ac:spMkLst>
            <pc:docMk/>
            <pc:sldMk cId="3654602188" sldId="432"/>
            <ac:spMk id="29" creationId="{0D60FF56-5638-7245-99AF-D674A26CD10D}"/>
          </ac:spMkLst>
        </pc:spChg>
        <pc:spChg chg="del">
          <ac:chgData name="Gill, Gaurav" userId="9da6cf44-1ce0-4d5b-ac6f-9ec5e003c700" providerId="ADAL" clId="{3F83E967-8960-417D-BEF1-ECA81DB7EC79}" dt="2026-09-21T13:41:00.539" v="813" actId="478"/>
          <ac:spMkLst>
            <pc:docMk/>
            <pc:sldMk cId="3654602188" sldId="432"/>
            <ac:spMk id="37" creationId="{9CCC9C6A-FCC9-E587-5E8F-510E80880CB0}"/>
          </ac:spMkLst>
        </pc:spChg>
        <pc:spChg chg="add mod">
          <ac:chgData name="Gill, Gaurav" userId="9da6cf44-1ce0-4d5b-ac6f-9ec5e003c700" providerId="ADAL" clId="{3F83E967-8960-417D-BEF1-ECA81DB7EC79}" dt="2026-09-21T13:40:43.576" v="809"/>
          <ac:spMkLst>
            <pc:docMk/>
            <pc:sldMk cId="3654602188" sldId="432"/>
            <ac:spMk id="39" creationId="{3C9930EE-BEF8-F5C4-3E5A-3C523C1B6D02}"/>
          </ac:spMkLst>
        </pc:spChg>
        <pc:spChg chg="del">
          <ac:chgData name="Gill, Gaurav" userId="9da6cf44-1ce0-4d5b-ac6f-9ec5e003c700" providerId="ADAL" clId="{3F83E967-8960-417D-BEF1-ECA81DB7EC79}" dt="2026-09-21T13:41:02.031" v="814" actId="478"/>
          <ac:spMkLst>
            <pc:docMk/>
            <pc:sldMk cId="3654602188" sldId="432"/>
            <ac:spMk id="44" creationId="{A9B99CB1-0F6A-40E4-E8BE-453ABB80866A}"/>
          </ac:spMkLst>
        </pc:spChg>
        <pc:spChg chg="mod">
          <ac:chgData name="Gill, Gaurav" userId="9da6cf44-1ce0-4d5b-ac6f-9ec5e003c700" providerId="ADAL" clId="{3F83E967-8960-417D-BEF1-ECA81DB7EC79}" dt="2026-09-21T13:40:25.219" v="807" actId="20577"/>
          <ac:spMkLst>
            <pc:docMk/>
            <pc:sldMk cId="3654602188" sldId="432"/>
            <ac:spMk id="48" creationId="{9111C3CE-52FE-E9CA-181F-A082142C5F6E}"/>
          </ac:spMkLst>
        </pc:spChg>
        <pc:spChg chg="del">
          <ac:chgData name="Gill, Gaurav" userId="9da6cf44-1ce0-4d5b-ac6f-9ec5e003c700" providerId="ADAL" clId="{3F83E967-8960-417D-BEF1-ECA81DB7EC79}" dt="2026-09-21T13:41:05.435" v="815" actId="478"/>
          <ac:spMkLst>
            <pc:docMk/>
            <pc:sldMk cId="3654602188" sldId="432"/>
            <ac:spMk id="52" creationId="{DC9C6EF2-141B-9014-C195-EE3DEF9C0893}"/>
          </ac:spMkLst>
        </pc:spChg>
        <pc:spChg chg="del">
          <ac:chgData name="Gill, Gaurav" userId="9da6cf44-1ce0-4d5b-ac6f-9ec5e003c700" providerId="ADAL" clId="{3F83E967-8960-417D-BEF1-ECA81DB7EC79}" dt="2026-09-21T13:41:17.314" v="822" actId="478"/>
          <ac:spMkLst>
            <pc:docMk/>
            <pc:sldMk cId="3654602188" sldId="432"/>
            <ac:spMk id="59" creationId="{7BC4DFF8-894C-C7EE-6439-19D27B53654D}"/>
          </ac:spMkLst>
        </pc:spChg>
        <pc:spChg chg="del">
          <ac:chgData name="Gill, Gaurav" userId="9da6cf44-1ce0-4d5b-ac6f-9ec5e003c700" providerId="ADAL" clId="{3F83E967-8960-417D-BEF1-ECA81DB7EC79}" dt="2026-09-21T13:40:42.834" v="808" actId="478"/>
          <ac:spMkLst>
            <pc:docMk/>
            <pc:sldMk cId="3654602188" sldId="432"/>
            <ac:spMk id="62" creationId="{41004D6B-3551-5EDB-71F9-89DAA4A198F1}"/>
          </ac:spMkLst>
        </pc:spChg>
        <pc:spChg chg="del">
          <ac:chgData name="Gill, Gaurav" userId="9da6cf44-1ce0-4d5b-ac6f-9ec5e003c700" providerId="ADAL" clId="{3F83E967-8960-417D-BEF1-ECA81DB7EC79}" dt="2026-09-21T13:40:42.834" v="808" actId="478"/>
          <ac:spMkLst>
            <pc:docMk/>
            <pc:sldMk cId="3654602188" sldId="432"/>
            <ac:spMk id="63" creationId="{5A6395DA-E842-36CF-39A1-5A7F3144AFC8}"/>
          </ac:spMkLst>
        </pc:spChg>
        <pc:spChg chg="del">
          <ac:chgData name="Gill, Gaurav" userId="9da6cf44-1ce0-4d5b-ac6f-9ec5e003c700" providerId="ADAL" clId="{3F83E967-8960-417D-BEF1-ECA81DB7EC79}" dt="2026-09-21T13:40:42.834" v="808" actId="478"/>
          <ac:spMkLst>
            <pc:docMk/>
            <pc:sldMk cId="3654602188" sldId="432"/>
            <ac:spMk id="67" creationId="{0BF519EE-26EC-DAFE-0285-A2E0A860A787}"/>
          </ac:spMkLst>
        </pc:spChg>
        <pc:spChg chg="add mod">
          <ac:chgData name="Gill, Gaurav" userId="9da6cf44-1ce0-4d5b-ac6f-9ec5e003c700" providerId="ADAL" clId="{3F83E967-8960-417D-BEF1-ECA81DB7EC79}" dt="2026-09-21T13:40:43.576" v="809"/>
          <ac:spMkLst>
            <pc:docMk/>
            <pc:sldMk cId="3654602188" sldId="432"/>
            <ac:spMk id="69" creationId="{72F4B88D-2F1F-0E1D-9086-276443F4EE3A}"/>
          </ac:spMkLst>
        </pc:spChg>
        <pc:spChg chg="del">
          <ac:chgData name="Gill, Gaurav" userId="9da6cf44-1ce0-4d5b-ac6f-9ec5e003c700" providerId="ADAL" clId="{3F83E967-8960-417D-BEF1-ECA81DB7EC79}" dt="2026-09-21T13:40:42.834" v="808" actId="478"/>
          <ac:spMkLst>
            <pc:docMk/>
            <pc:sldMk cId="3654602188" sldId="432"/>
            <ac:spMk id="72" creationId="{F460D601-BC3C-BF20-CAE6-2EA4BD7A4B34}"/>
          </ac:spMkLst>
        </pc:spChg>
        <pc:spChg chg="del">
          <ac:chgData name="Gill, Gaurav" userId="9da6cf44-1ce0-4d5b-ac6f-9ec5e003c700" providerId="ADAL" clId="{3F83E967-8960-417D-BEF1-ECA81DB7EC79}" dt="2026-09-21T13:41:08.679" v="817" actId="478"/>
          <ac:spMkLst>
            <pc:docMk/>
            <pc:sldMk cId="3654602188" sldId="432"/>
            <ac:spMk id="76" creationId="{49BC2582-AE62-72F1-AEE9-A256679289E0}"/>
          </ac:spMkLst>
        </pc:spChg>
        <pc:spChg chg="del">
          <ac:chgData name="Gill, Gaurav" userId="9da6cf44-1ce0-4d5b-ac6f-9ec5e003c700" providerId="ADAL" clId="{3F83E967-8960-417D-BEF1-ECA81DB7EC79}" dt="2026-09-21T13:40:42.834" v="808" actId="478"/>
          <ac:spMkLst>
            <pc:docMk/>
            <pc:sldMk cId="3654602188" sldId="432"/>
            <ac:spMk id="82" creationId="{2FECAF6D-57C5-58F1-848D-310191156B8D}"/>
          </ac:spMkLst>
        </pc:spChg>
        <pc:spChg chg="del">
          <ac:chgData name="Gill, Gaurav" userId="9da6cf44-1ce0-4d5b-ac6f-9ec5e003c700" providerId="ADAL" clId="{3F83E967-8960-417D-BEF1-ECA81DB7EC79}" dt="2026-09-21T13:40:42.834" v="808" actId="478"/>
          <ac:spMkLst>
            <pc:docMk/>
            <pc:sldMk cId="3654602188" sldId="432"/>
            <ac:spMk id="90" creationId="{FA484B0F-894D-8BD7-E741-D9769F199A84}"/>
          </ac:spMkLst>
        </pc:spChg>
        <pc:spChg chg="add mod">
          <ac:chgData name="Gill, Gaurav" userId="9da6cf44-1ce0-4d5b-ac6f-9ec5e003c700" providerId="ADAL" clId="{3F83E967-8960-417D-BEF1-ECA81DB7EC79}" dt="2026-09-21T13:40:43.576" v="809"/>
          <ac:spMkLst>
            <pc:docMk/>
            <pc:sldMk cId="3654602188" sldId="432"/>
            <ac:spMk id="91" creationId="{1005E434-D998-2326-80D5-796088861886}"/>
          </ac:spMkLst>
        </pc:spChg>
        <pc:spChg chg="mod">
          <ac:chgData name="Gill, Gaurav" userId="9da6cf44-1ce0-4d5b-ac6f-9ec5e003c700" providerId="ADAL" clId="{3F83E967-8960-417D-BEF1-ECA81DB7EC79}" dt="2026-09-21T13:40:52.406" v="810"/>
          <ac:spMkLst>
            <pc:docMk/>
            <pc:sldMk cId="3654602188" sldId="432"/>
            <ac:spMk id="92" creationId="{52BE51A8-5534-C852-3AE6-072A1F0FF2A6}"/>
          </ac:spMkLst>
        </pc:spChg>
        <pc:spChg chg="del">
          <ac:chgData name="Gill, Gaurav" userId="9da6cf44-1ce0-4d5b-ac6f-9ec5e003c700" providerId="ADAL" clId="{3F83E967-8960-417D-BEF1-ECA81DB7EC79}" dt="2026-09-21T13:40:42.834" v="808" actId="478"/>
          <ac:spMkLst>
            <pc:docMk/>
            <pc:sldMk cId="3654602188" sldId="432"/>
            <ac:spMk id="100" creationId="{9E553199-0886-041D-61BC-2B995F9EFB60}"/>
          </ac:spMkLst>
        </pc:spChg>
        <pc:spChg chg="del">
          <ac:chgData name="Gill, Gaurav" userId="9da6cf44-1ce0-4d5b-ac6f-9ec5e003c700" providerId="ADAL" clId="{3F83E967-8960-417D-BEF1-ECA81DB7EC79}" dt="2026-09-21T13:41:11.884" v="819" actId="478"/>
          <ac:spMkLst>
            <pc:docMk/>
            <pc:sldMk cId="3654602188" sldId="432"/>
            <ac:spMk id="115" creationId="{47255579-55B0-5D26-7CF2-3DA8BEC27C7D}"/>
          </ac:spMkLst>
        </pc:spChg>
        <pc:spChg chg="del">
          <ac:chgData name="Gill, Gaurav" userId="9da6cf44-1ce0-4d5b-ac6f-9ec5e003c700" providerId="ADAL" clId="{3F83E967-8960-417D-BEF1-ECA81DB7EC79}" dt="2026-09-21T13:40:42.834" v="808" actId="478"/>
          <ac:spMkLst>
            <pc:docMk/>
            <pc:sldMk cId="3654602188" sldId="432"/>
            <ac:spMk id="116" creationId="{0E392A09-D048-74D3-15F9-4E06D50D2F23}"/>
          </ac:spMkLst>
        </pc:spChg>
        <pc:spChg chg="del">
          <ac:chgData name="Gill, Gaurav" userId="9da6cf44-1ce0-4d5b-ac6f-9ec5e003c700" providerId="ADAL" clId="{3F83E967-8960-417D-BEF1-ECA81DB7EC79}" dt="2026-09-21T13:40:42.834" v="808" actId="478"/>
          <ac:spMkLst>
            <pc:docMk/>
            <pc:sldMk cId="3654602188" sldId="432"/>
            <ac:spMk id="121" creationId="{478F1949-AA67-FA8E-561D-828F07EF03CE}"/>
          </ac:spMkLst>
        </pc:spChg>
        <pc:spChg chg="del">
          <ac:chgData name="Gill, Gaurav" userId="9da6cf44-1ce0-4d5b-ac6f-9ec5e003c700" providerId="ADAL" clId="{3F83E967-8960-417D-BEF1-ECA81DB7EC79}" dt="2026-09-21T13:40:42.834" v="808" actId="478"/>
          <ac:spMkLst>
            <pc:docMk/>
            <pc:sldMk cId="3654602188" sldId="432"/>
            <ac:spMk id="122" creationId="{8142E2D9-C20C-2121-214E-883C849AA996}"/>
          </ac:spMkLst>
        </pc:spChg>
        <pc:spChg chg="add mod">
          <ac:chgData name="Gill, Gaurav" userId="9da6cf44-1ce0-4d5b-ac6f-9ec5e003c700" providerId="ADAL" clId="{3F83E967-8960-417D-BEF1-ECA81DB7EC79}" dt="2026-09-21T13:40:43.576" v="809"/>
          <ac:spMkLst>
            <pc:docMk/>
            <pc:sldMk cId="3654602188" sldId="432"/>
            <ac:spMk id="123" creationId="{91A735E4-6D3D-2F5D-E4CA-08016D0BE267}"/>
          </ac:spMkLst>
        </pc:spChg>
        <pc:spChg chg="del">
          <ac:chgData name="Gill, Gaurav" userId="9da6cf44-1ce0-4d5b-ac6f-9ec5e003c700" providerId="ADAL" clId="{3F83E967-8960-417D-BEF1-ECA81DB7EC79}" dt="2026-09-21T13:41:05.435" v="815" actId="478"/>
          <ac:spMkLst>
            <pc:docMk/>
            <pc:sldMk cId="3654602188" sldId="432"/>
            <ac:spMk id="132" creationId="{C92BC78A-7611-C5EE-8FAC-B9E6FC95E500}"/>
          </ac:spMkLst>
        </pc:spChg>
        <pc:spChg chg="add mod">
          <ac:chgData name="Gill, Gaurav" userId="9da6cf44-1ce0-4d5b-ac6f-9ec5e003c700" providerId="ADAL" clId="{3F83E967-8960-417D-BEF1-ECA81DB7EC79}" dt="2026-09-21T13:40:43.576" v="809"/>
          <ac:spMkLst>
            <pc:docMk/>
            <pc:sldMk cId="3654602188" sldId="432"/>
            <ac:spMk id="135" creationId="{7D192AEE-7150-7734-75C4-C2EB844ED3B0}"/>
          </ac:spMkLst>
        </pc:spChg>
        <pc:spChg chg="add mod">
          <ac:chgData name="Gill, Gaurav" userId="9da6cf44-1ce0-4d5b-ac6f-9ec5e003c700" providerId="ADAL" clId="{3F83E967-8960-417D-BEF1-ECA81DB7EC79}" dt="2026-09-21T13:40:43.576" v="809"/>
          <ac:spMkLst>
            <pc:docMk/>
            <pc:sldMk cId="3654602188" sldId="432"/>
            <ac:spMk id="137" creationId="{6C90A6EE-F1A4-989E-C8BC-40D1A10C3F94}"/>
          </ac:spMkLst>
        </pc:spChg>
        <pc:spChg chg="add del mod">
          <ac:chgData name="Gill, Gaurav" userId="9da6cf44-1ce0-4d5b-ac6f-9ec5e003c700" providerId="ADAL" clId="{3F83E967-8960-417D-BEF1-ECA81DB7EC79}" dt="2026-09-21T13:41:13.512" v="820" actId="478"/>
          <ac:spMkLst>
            <pc:docMk/>
            <pc:sldMk cId="3654602188" sldId="432"/>
            <ac:spMk id="151" creationId="{EDD99F3B-87D4-FCE5-F82E-FC638AE05569}"/>
          </ac:spMkLst>
        </pc:spChg>
        <pc:spChg chg="del">
          <ac:chgData name="Gill, Gaurav" userId="9da6cf44-1ce0-4d5b-ac6f-9ec5e003c700" providerId="ADAL" clId="{3F83E967-8960-417D-BEF1-ECA81DB7EC79}" dt="2026-09-21T13:41:15.457" v="821" actId="478"/>
          <ac:spMkLst>
            <pc:docMk/>
            <pc:sldMk cId="3654602188" sldId="432"/>
            <ac:spMk id="155" creationId="{A1C0190C-0B69-89B8-EAA1-A50BC392D235}"/>
          </ac:spMkLst>
        </pc:spChg>
        <pc:spChg chg="add mod">
          <ac:chgData name="Gill, Gaurav" userId="9da6cf44-1ce0-4d5b-ac6f-9ec5e003c700" providerId="ADAL" clId="{3F83E967-8960-417D-BEF1-ECA81DB7EC79}" dt="2026-09-21T13:40:43.576" v="809"/>
          <ac:spMkLst>
            <pc:docMk/>
            <pc:sldMk cId="3654602188" sldId="432"/>
            <ac:spMk id="157" creationId="{10EB0E0A-8D86-4CC7-379A-5B5A0F513BFC}"/>
          </ac:spMkLst>
        </pc:spChg>
        <pc:spChg chg="del">
          <ac:chgData name="Gill, Gaurav" userId="9da6cf44-1ce0-4d5b-ac6f-9ec5e003c700" providerId="ADAL" clId="{3F83E967-8960-417D-BEF1-ECA81DB7EC79}" dt="2026-09-21T13:41:10.293" v="818" actId="478"/>
          <ac:spMkLst>
            <pc:docMk/>
            <pc:sldMk cId="3654602188" sldId="432"/>
            <ac:spMk id="159" creationId="{910507B0-9893-9A24-0AF4-526154453CF9}"/>
          </ac:spMkLst>
        </pc:spChg>
        <pc:spChg chg="del">
          <ac:chgData name="Gill, Gaurav" userId="9da6cf44-1ce0-4d5b-ac6f-9ec5e003c700" providerId="ADAL" clId="{3F83E967-8960-417D-BEF1-ECA81DB7EC79}" dt="2026-09-21T13:41:06.939" v="816" actId="478"/>
          <ac:spMkLst>
            <pc:docMk/>
            <pc:sldMk cId="3654602188" sldId="432"/>
            <ac:spMk id="163" creationId="{EE0B259D-025E-23E3-5C9E-BD236B9A7BBE}"/>
          </ac:spMkLst>
        </pc:spChg>
        <pc:spChg chg="del">
          <ac:chgData name="Gill, Gaurav" userId="9da6cf44-1ce0-4d5b-ac6f-9ec5e003c700" providerId="ADAL" clId="{3F83E967-8960-417D-BEF1-ECA81DB7EC79}" dt="2026-09-21T13:41:05.435" v="815" actId="478"/>
          <ac:spMkLst>
            <pc:docMk/>
            <pc:sldMk cId="3654602188" sldId="432"/>
            <ac:spMk id="167" creationId="{235EFA50-FDC4-4463-DCB4-E7A463B6AD7C}"/>
          </ac:spMkLst>
        </pc:spChg>
        <pc:spChg chg="add mod">
          <ac:chgData name="Gill, Gaurav" userId="9da6cf44-1ce0-4d5b-ac6f-9ec5e003c700" providerId="ADAL" clId="{3F83E967-8960-417D-BEF1-ECA81DB7EC79}" dt="2026-09-21T13:40:43.576" v="809"/>
          <ac:spMkLst>
            <pc:docMk/>
            <pc:sldMk cId="3654602188" sldId="432"/>
            <ac:spMk id="174" creationId="{9BD2A922-1459-FE28-47E4-F9D3495E2DF0}"/>
          </ac:spMkLst>
        </pc:spChg>
        <pc:spChg chg="del">
          <ac:chgData name="Gill, Gaurav" userId="9da6cf44-1ce0-4d5b-ac6f-9ec5e003c700" providerId="ADAL" clId="{3F83E967-8960-417D-BEF1-ECA81DB7EC79}" dt="2026-09-21T13:41:05.435" v="815" actId="478"/>
          <ac:spMkLst>
            <pc:docMk/>
            <pc:sldMk cId="3654602188" sldId="432"/>
            <ac:spMk id="175" creationId="{3BCFA260-E05C-BEA7-BF30-F1C74B9C5318}"/>
          </ac:spMkLst>
        </pc:spChg>
      </pc:sldChg>
      <pc:sldChg chg="add del">
        <pc:chgData name="Gill, Gaurav" userId="9da6cf44-1ce0-4d5b-ac6f-9ec5e003c700" providerId="ADAL" clId="{3F83E967-8960-417D-BEF1-ECA81DB7EC79}" dt="2026-09-21T14:29:45.070" v="1329" actId="47"/>
        <pc:sldMkLst>
          <pc:docMk/>
          <pc:sldMk cId="3393994951" sldId="433"/>
        </pc:sldMkLst>
      </pc:sldChg>
      <pc:sldChg chg="modSp add mod ord">
        <pc:chgData name="Gill, Gaurav" userId="9da6cf44-1ce0-4d5b-ac6f-9ec5e003c700" providerId="ADAL" clId="{3F83E967-8960-417D-BEF1-ECA81DB7EC79}" dt="2026-09-21T14:39:19.165" v="1450"/>
        <pc:sldMkLst>
          <pc:docMk/>
          <pc:sldMk cId="3491575521" sldId="434"/>
        </pc:sldMkLst>
        <pc:graphicFrameChg chg="modGraphic">
          <ac:chgData name="Gill, Gaurav" userId="9da6cf44-1ce0-4d5b-ac6f-9ec5e003c700" providerId="ADAL" clId="{3F83E967-8960-417D-BEF1-ECA81DB7EC79}" dt="2026-09-21T14:30:07.935" v="1335" actId="404"/>
          <ac:graphicFrameMkLst>
            <pc:docMk/>
            <pc:sldMk cId="3491575521" sldId="434"/>
            <ac:graphicFrameMk id="42" creationId="{50616EC6-7DDF-34A1-AE32-6832399EB56D}"/>
          </ac:graphicFrameMkLst>
        </pc:graphicFrameChg>
      </pc:sldChg>
      <pc:sldChg chg="modSp add mod">
        <pc:chgData name="Gill, Gaurav" userId="9da6cf44-1ce0-4d5b-ac6f-9ec5e003c700" providerId="ADAL" clId="{3F83E967-8960-417D-BEF1-ECA81DB7EC79}" dt="2026-09-21T14:42:51.885" v="1461"/>
        <pc:sldMkLst>
          <pc:docMk/>
          <pc:sldMk cId="2481593926" sldId="435"/>
        </pc:sldMkLst>
        <pc:graphicFrameChg chg="modGraphic">
          <ac:chgData name="Gill, Gaurav" userId="9da6cf44-1ce0-4d5b-ac6f-9ec5e003c700" providerId="ADAL" clId="{3F83E967-8960-417D-BEF1-ECA81DB7EC79}" dt="2026-09-21T14:42:51.885" v="1461"/>
          <ac:graphicFrameMkLst>
            <pc:docMk/>
            <pc:sldMk cId="2481593926" sldId="435"/>
            <ac:graphicFrameMk id="32" creationId="{05A2A644-F856-36FB-F58E-C426A2B1E603}"/>
          </ac:graphicFrameMkLst>
        </pc:graphicFrameChg>
      </pc:sldChg>
      <pc:sldChg chg="addSp delSp modSp add del mod">
        <pc:chgData name="Gill, Gaurav" userId="9da6cf44-1ce0-4d5b-ac6f-9ec5e003c700" providerId="ADAL" clId="{3F83E967-8960-417D-BEF1-ECA81DB7EC79}" dt="2026-09-22T05:32:09.816" v="1481" actId="47"/>
        <pc:sldMkLst>
          <pc:docMk/>
          <pc:sldMk cId="1308080699" sldId="438"/>
        </pc:sldMkLst>
        <pc:spChg chg="mod">
          <ac:chgData name="Gill, Gaurav" userId="9da6cf44-1ce0-4d5b-ac6f-9ec5e003c700" providerId="ADAL" clId="{3F83E967-8960-417D-BEF1-ECA81DB7EC79}" dt="2026-09-22T05:32:02.772" v="1478" actId="1076"/>
          <ac:spMkLst>
            <pc:docMk/>
            <pc:sldMk cId="1308080699" sldId="438"/>
            <ac:spMk id="5" creationId="{444CB837-A738-F800-5E84-5ECD4D44FBED}"/>
          </ac:spMkLst>
        </pc:spChg>
        <pc:graphicFrameChg chg="add del">
          <ac:chgData name="Gill, Gaurav" userId="9da6cf44-1ce0-4d5b-ac6f-9ec5e003c700" providerId="ADAL" clId="{3F83E967-8960-417D-BEF1-ECA81DB7EC79}" dt="2026-09-22T05:25:40.930" v="1467" actId="478"/>
          <ac:graphicFrameMkLst>
            <pc:docMk/>
            <pc:sldMk cId="1308080699" sldId="438"/>
            <ac:graphicFrameMk id="4" creationId="{DB0928E2-FF6E-674B-4CD8-78D240C905CE}"/>
          </ac:graphicFrameMkLst>
        </pc:graphicFrameChg>
      </pc:sldChg>
      <pc:sldChg chg="addSp delSp modSp add mod">
        <pc:chgData name="Gill, Gaurav" userId="9da6cf44-1ce0-4d5b-ac6f-9ec5e003c700" providerId="ADAL" clId="{3F83E967-8960-417D-BEF1-ECA81DB7EC79}" dt="2026-09-22T05:53:34.504" v="1863" actId="1037"/>
        <pc:sldMkLst>
          <pc:docMk/>
          <pc:sldMk cId="1499338563" sldId="438"/>
        </pc:sldMkLst>
        <pc:spChg chg="add del mod">
          <ac:chgData name="Gill, Gaurav" userId="9da6cf44-1ce0-4d5b-ac6f-9ec5e003c700" providerId="ADAL" clId="{3F83E967-8960-417D-BEF1-ECA81DB7EC79}" dt="2026-09-22T05:50:02.991" v="1721" actId="478"/>
          <ac:spMkLst>
            <pc:docMk/>
            <pc:sldMk cId="1499338563" sldId="438"/>
            <ac:spMk id="3" creationId="{687F468F-6340-767E-1A09-68DEF28CABCE}"/>
          </ac:spMkLst>
        </pc:spChg>
        <pc:spChg chg="add del mod">
          <ac:chgData name="Gill, Gaurav" userId="9da6cf44-1ce0-4d5b-ac6f-9ec5e003c700" providerId="ADAL" clId="{3F83E967-8960-417D-BEF1-ECA81DB7EC79}" dt="2026-09-22T05:49:14.655" v="1686" actId="478"/>
          <ac:spMkLst>
            <pc:docMk/>
            <pc:sldMk cId="1499338563" sldId="438"/>
            <ac:spMk id="5" creationId="{68D9EF26-58B7-11C4-07FB-7D0E911517D9}"/>
          </ac:spMkLst>
        </pc:spChg>
        <pc:spChg chg="add del mod">
          <ac:chgData name="Gill, Gaurav" userId="9da6cf44-1ce0-4d5b-ac6f-9ec5e003c700" providerId="ADAL" clId="{3F83E967-8960-417D-BEF1-ECA81DB7EC79}" dt="2026-09-22T05:49:14.655" v="1686" actId="478"/>
          <ac:spMkLst>
            <pc:docMk/>
            <pc:sldMk cId="1499338563" sldId="438"/>
            <ac:spMk id="7" creationId="{FAF4CE0F-1726-EDF0-FB61-58486E840107}"/>
          </ac:spMkLst>
        </pc:spChg>
        <pc:spChg chg="add del mod">
          <ac:chgData name="Gill, Gaurav" userId="9da6cf44-1ce0-4d5b-ac6f-9ec5e003c700" providerId="ADAL" clId="{3F83E967-8960-417D-BEF1-ECA81DB7EC79}" dt="2026-09-22T05:49:14.655" v="1686" actId="478"/>
          <ac:spMkLst>
            <pc:docMk/>
            <pc:sldMk cId="1499338563" sldId="438"/>
            <ac:spMk id="9" creationId="{08B4C421-8039-E415-6839-502484AC6561}"/>
          </ac:spMkLst>
        </pc:spChg>
        <pc:spChg chg="add del mod">
          <ac:chgData name="Gill, Gaurav" userId="9da6cf44-1ce0-4d5b-ac6f-9ec5e003c700" providerId="ADAL" clId="{3F83E967-8960-417D-BEF1-ECA81DB7EC79}" dt="2026-09-22T05:49:14.655" v="1686" actId="478"/>
          <ac:spMkLst>
            <pc:docMk/>
            <pc:sldMk cId="1499338563" sldId="438"/>
            <ac:spMk id="11" creationId="{EC9218C1-2E2A-7ADE-0E98-9E5951F951C4}"/>
          </ac:spMkLst>
        </pc:spChg>
        <pc:spChg chg="add mod">
          <ac:chgData name="Gill, Gaurav" userId="9da6cf44-1ce0-4d5b-ac6f-9ec5e003c700" providerId="ADAL" clId="{3F83E967-8960-417D-BEF1-ECA81DB7EC79}" dt="2026-09-22T05:53:23.762" v="1842" actId="1036"/>
          <ac:spMkLst>
            <pc:docMk/>
            <pc:sldMk cId="1499338563" sldId="438"/>
            <ac:spMk id="13" creationId="{4BF50F0B-84E7-6CB8-6A42-A7C7ABF41412}"/>
          </ac:spMkLst>
        </pc:spChg>
        <pc:spChg chg="mod">
          <ac:chgData name="Gill, Gaurav" userId="9da6cf44-1ce0-4d5b-ac6f-9ec5e003c700" providerId="ADAL" clId="{3F83E967-8960-417D-BEF1-ECA81DB7EC79}" dt="2026-09-22T05:53:23.762" v="1842" actId="1036"/>
          <ac:spMkLst>
            <pc:docMk/>
            <pc:sldMk cId="1499338563" sldId="438"/>
            <ac:spMk id="15" creationId="{A8C3C073-2292-60E2-40BC-6D160FA98A4D}"/>
          </ac:spMkLst>
        </pc:spChg>
        <pc:spChg chg="add mod">
          <ac:chgData name="Gill, Gaurav" userId="9da6cf44-1ce0-4d5b-ac6f-9ec5e003c700" providerId="ADAL" clId="{3F83E967-8960-417D-BEF1-ECA81DB7EC79}" dt="2026-09-22T05:53:23.762" v="1842" actId="1036"/>
          <ac:spMkLst>
            <pc:docMk/>
            <pc:sldMk cId="1499338563" sldId="438"/>
            <ac:spMk id="17" creationId="{8F4668C4-C0D1-0071-C822-0DCC0870B101}"/>
          </ac:spMkLst>
        </pc:spChg>
        <pc:spChg chg="add mod">
          <ac:chgData name="Gill, Gaurav" userId="9da6cf44-1ce0-4d5b-ac6f-9ec5e003c700" providerId="ADAL" clId="{3F83E967-8960-417D-BEF1-ECA81DB7EC79}" dt="2026-09-22T05:50:50.443" v="1748" actId="1076"/>
          <ac:spMkLst>
            <pc:docMk/>
            <pc:sldMk cId="1499338563" sldId="438"/>
            <ac:spMk id="19" creationId="{5101F053-DFD2-3509-832D-BBBFE1CE5E0A}"/>
          </ac:spMkLst>
        </pc:spChg>
        <pc:spChg chg="mod">
          <ac:chgData name="Gill, Gaurav" userId="9da6cf44-1ce0-4d5b-ac6f-9ec5e003c700" providerId="ADAL" clId="{3F83E967-8960-417D-BEF1-ECA81DB7EC79}" dt="2026-09-22T05:51:06.212" v="1773" actId="14100"/>
          <ac:spMkLst>
            <pc:docMk/>
            <pc:sldMk cId="1499338563" sldId="438"/>
            <ac:spMk id="21" creationId="{80EFA18C-1565-0791-B24D-6B7224A42A0E}"/>
          </ac:spMkLst>
        </pc:spChg>
        <pc:spChg chg="add mod">
          <ac:chgData name="Gill, Gaurav" userId="9da6cf44-1ce0-4d5b-ac6f-9ec5e003c700" providerId="ADAL" clId="{3F83E967-8960-417D-BEF1-ECA81DB7EC79}" dt="2026-09-22T05:51:01.967" v="1770" actId="14100"/>
          <ac:spMkLst>
            <pc:docMk/>
            <pc:sldMk cId="1499338563" sldId="438"/>
            <ac:spMk id="23" creationId="{2895F7FE-334D-0839-DA6A-3669A544A84D}"/>
          </ac:spMkLst>
        </pc:spChg>
        <pc:spChg chg="add mod">
          <ac:chgData name="Gill, Gaurav" userId="9da6cf44-1ce0-4d5b-ac6f-9ec5e003c700" providerId="ADAL" clId="{3F83E967-8960-417D-BEF1-ECA81DB7EC79}" dt="2026-09-22T05:53:28.149" v="1850" actId="1036"/>
          <ac:spMkLst>
            <pc:docMk/>
            <pc:sldMk cId="1499338563" sldId="438"/>
            <ac:spMk id="25" creationId="{6D1E1198-27E2-5068-6C13-CE24495EC7D1}"/>
          </ac:spMkLst>
        </pc:spChg>
        <pc:spChg chg="add mod">
          <ac:chgData name="Gill, Gaurav" userId="9da6cf44-1ce0-4d5b-ac6f-9ec5e003c700" providerId="ADAL" clId="{3F83E967-8960-417D-BEF1-ECA81DB7EC79}" dt="2026-09-22T05:53:28.149" v="1850" actId="1036"/>
          <ac:spMkLst>
            <pc:docMk/>
            <pc:sldMk cId="1499338563" sldId="438"/>
            <ac:spMk id="27" creationId="{29C97C3E-0C97-1C98-BECE-2547EDD176D3}"/>
          </ac:spMkLst>
        </pc:spChg>
        <pc:spChg chg="add mod">
          <ac:chgData name="Gill, Gaurav" userId="9da6cf44-1ce0-4d5b-ac6f-9ec5e003c700" providerId="ADAL" clId="{3F83E967-8960-417D-BEF1-ECA81DB7EC79}" dt="2026-09-22T05:53:28.149" v="1850" actId="1036"/>
          <ac:spMkLst>
            <pc:docMk/>
            <pc:sldMk cId="1499338563" sldId="438"/>
            <ac:spMk id="29" creationId="{41D5FFA8-443B-085C-BC21-EE24364916B4}"/>
          </ac:spMkLst>
        </pc:spChg>
        <pc:spChg chg="add mod">
          <ac:chgData name="Gill, Gaurav" userId="9da6cf44-1ce0-4d5b-ac6f-9ec5e003c700" providerId="ADAL" clId="{3F83E967-8960-417D-BEF1-ECA81DB7EC79}" dt="2026-09-22T05:53:31.494" v="1859" actId="1036"/>
          <ac:spMkLst>
            <pc:docMk/>
            <pc:sldMk cId="1499338563" sldId="438"/>
            <ac:spMk id="31" creationId="{E0A57B42-6D3A-E707-8066-F7F05ED36D36}"/>
          </ac:spMkLst>
        </pc:spChg>
        <pc:spChg chg="add mod">
          <ac:chgData name="Gill, Gaurav" userId="9da6cf44-1ce0-4d5b-ac6f-9ec5e003c700" providerId="ADAL" clId="{3F83E967-8960-417D-BEF1-ECA81DB7EC79}" dt="2026-09-22T05:53:31.494" v="1859" actId="1036"/>
          <ac:spMkLst>
            <pc:docMk/>
            <pc:sldMk cId="1499338563" sldId="438"/>
            <ac:spMk id="33" creationId="{AD8E35E6-7E6E-5EB4-7131-21530FA0B1CD}"/>
          </ac:spMkLst>
        </pc:spChg>
        <pc:spChg chg="add mod">
          <ac:chgData name="Gill, Gaurav" userId="9da6cf44-1ce0-4d5b-ac6f-9ec5e003c700" providerId="ADAL" clId="{3F83E967-8960-417D-BEF1-ECA81DB7EC79}" dt="2026-09-22T05:53:34.504" v="1863" actId="1037"/>
          <ac:spMkLst>
            <pc:docMk/>
            <pc:sldMk cId="1499338563" sldId="438"/>
            <ac:spMk id="35" creationId="{B2F44197-F941-EB82-7D5D-C828E4220D05}"/>
          </ac:spMkLst>
        </pc:spChg>
        <pc:spChg chg="mod">
          <ac:chgData name="Gill, Gaurav" userId="9da6cf44-1ce0-4d5b-ac6f-9ec5e003c700" providerId="ADAL" clId="{3F83E967-8960-417D-BEF1-ECA81DB7EC79}" dt="2026-09-22T05:53:34.504" v="1863" actId="1037"/>
          <ac:spMkLst>
            <pc:docMk/>
            <pc:sldMk cId="1499338563" sldId="438"/>
            <ac:spMk id="37" creationId="{F17B6B1E-342D-0CEF-6117-647ECEAE8DF5}"/>
          </ac:spMkLst>
        </pc:spChg>
        <pc:spChg chg="mod">
          <ac:chgData name="Gill, Gaurav" userId="9da6cf44-1ce0-4d5b-ac6f-9ec5e003c700" providerId="ADAL" clId="{3F83E967-8960-417D-BEF1-ECA81DB7EC79}" dt="2026-09-22T05:52:34.809" v="1827" actId="1036"/>
          <ac:spMkLst>
            <pc:docMk/>
            <pc:sldMk cId="1499338563" sldId="438"/>
            <ac:spMk id="92" creationId="{C1C0A4E8-308D-C05E-3139-C27626F42E3D}"/>
          </ac:spMkLst>
        </pc:spChg>
        <pc:spChg chg="mod">
          <ac:chgData name="Gill, Gaurav" userId="9da6cf44-1ce0-4d5b-ac6f-9ec5e003c700" providerId="ADAL" clId="{3F83E967-8960-417D-BEF1-ECA81DB7EC79}" dt="2026-09-22T05:52:51.421" v="1830" actId="1035"/>
          <ac:spMkLst>
            <pc:docMk/>
            <pc:sldMk cId="1499338563" sldId="438"/>
            <ac:spMk id="131" creationId="{425C1A16-D6B8-7BAE-D713-C9F8FC8EF68E}"/>
          </ac:spMkLst>
        </pc:spChg>
        <pc:graphicFrameChg chg="mod modGraphic">
          <ac:chgData name="Gill, Gaurav" userId="9da6cf44-1ce0-4d5b-ac6f-9ec5e003c700" providerId="ADAL" clId="{3F83E967-8960-417D-BEF1-ECA81DB7EC79}" dt="2026-09-22T05:53:15.376" v="1837" actId="14734"/>
          <ac:graphicFrameMkLst>
            <pc:docMk/>
            <pc:sldMk cId="1499338563" sldId="438"/>
            <ac:graphicFrameMk id="133" creationId="{5D594BC0-93DA-8E68-9F4D-CB3138E6170B}"/>
          </ac:graphicFrameMkLst>
        </pc:graphicFrameChg>
      </pc:sldChg>
      <pc:sldChg chg="modSp add del mod">
        <pc:chgData name="Gill, Gaurav" userId="9da6cf44-1ce0-4d5b-ac6f-9ec5e003c700" providerId="ADAL" clId="{3F83E967-8960-417D-BEF1-ECA81DB7EC79}" dt="2026-09-22T05:41:13.565" v="1494"/>
        <pc:sldMkLst>
          <pc:docMk/>
          <pc:sldMk cId="3251075403" sldId="438"/>
        </pc:sldMkLst>
        <pc:graphicFrameChg chg="modGraphic">
          <ac:chgData name="Gill, Gaurav" userId="9da6cf44-1ce0-4d5b-ac6f-9ec5e003c700" providerId="ADAL" clId="{3F83E967-8960-417D-BEF1-ECA81DB7EC79}" dt="2026-09-22T05:41:12.753" v="1493"/>
          <ac:graphicFrameMkLst>
            <pc:docMk/>
            <pc:sldMk cId="3251075403" sldId="438"/>
            <ac:graphicFrameMk id="133" creationId="{3677879D-BA78-C9FF-3045-5EDD78B3BC64}"/>
          </ac:graphicFrameMkLst>
        </pc:graphicFrameChg>
      </pc:sldChg>
      <pc:sldChg chg="add del">
        <pc:chgData name="Gill, Gaurav" userId="9da6cf44-1ce0-4d5b-ac6f-9ec5e003c700" providerId="ADAL" clId="{3F83E967-8960-417D-BEF1-ECA81DB7EC79}" dt="2026-09-22T05:41:11.743" v="1492"/>
        <pc:sldMkLst>
          <pc:docMk/>
          <pc:sldMk cId="1284870639" sldId="439"/>
        </pc:sldMkLst>
      </pc:sldChg>
      <pc:sldChg chg="add del ord">
        <pc:chgData name="Gill, Gaurav" userId="9da6cf44-1ce0-4d5b-ac6f-9ec5e003c700" providerId="ADAL" clId="{3F83E967-8960-417D-BEF1-ECA81DB7EC79}" dt="2026-09-22T05:53:48.522" v="1864" actId="47"/>
        <pc:sldMkLst>
          <pc:docMk/>
          <pc:sldMk cId="3836521511" sldId="439"/>
        </pc:sldMkLst>
      </pc:sldChg>
      <pc:sldChg chg="add del">
        <pc:chgData name="Gill, Gaurav" userId="9da6cf44-1ce0-4d5b-ac6f-9ec5e003c700" providerId="ADAL" clId="{3F83E967-8960-417D-BEF1-ECA81DB7EC79}" dt="2026-09-22T06:21:17.191" v="2362"/>
        <pc:sldMkLst>
          <pc:docMk/>
          <pc:sldMk cId="3981995295" sldId="439"/>
        </pc:sldMkLst>
      </pc:sldChg>
      <pc:sldChg chg="add del">
        <pc:chgData name="Gill, Gaurav" userId="9da6cf44-1ce0-4d5b-ac6f-9ec5e003c700" providerId="ADAL" clId="{3F83E967-8960-417D-BEF1-ECA81DB7EC79}" dt="2026-09-22T06:22:21.554" v="2364"/>
        <pc:sldMkLst>
          <pc:docMk/>
          <pc:sldMk cId="4103930176" sldId="440"/>
        </pc:sldMkLst>
      </pc:sldChg>
      <pc:sldChg chg="add del">
        <pc:chgData name="Gill, Gaurav" userId="9da6cf44-1ce0-4d5b-ac6f-9ec5e003c700" providerId="ADAL" clId="{3F83E967-8960-417D-BEF1-ECA81DB7EC79}" dt="2026-09-22T06:22:38.450" v="2366"/>
        <pc:sldMkLst>
          <pc:docMk/>
          <pc:sldMk cId="3705110194" sldId="441"/>
        </pc:sldMkLst>
      </pc:sldChg>
      <pc:sldChg chg="modSp add del mod">
        <pc:chgData name="Gill, Gaurav" userId="9da6cf44-1ce0-4d5b-ac6f-9ec5e003c700" providerId="ADAL" clId="{3F83E967-8960-417D-BEF1-ECA81DB7EC79}" dt="2026-09-22T06:22:59.675" v="2370"/>
        <pc:sldMkLst>
          <pc:docMk/>
          <pc:sldMk cId="4021457251" sldId="442"/>
        </pc:sldMkLst>
        <pc:spChg chg="mod">
          <ac:chgData name="Gill, Gaurav" userId="9da6cf44-1ce0-4d5b-ac6f-9ec5e003c700" providerId="ADAL" clId="{3F83E967-8960-417D-BEF1-ECA81DB7EC79}" dt="2026-09-22T06:22:38.529" v="2368" actId="27636"/>
          <ac:spMkLst>
            <pc:docMk/>
            <pc:sldMk cId="4021457251" sldId="442"/>
            <ac:spMk id="129" creationId="{00000000-0000-0000-0000-000000000000}"/>
          </ac:spMkLst>
        </pc:spChg>
        <pc:spChg chg="mod">
          <ac:chgData name="Gill, Gaurav" userId="9da6cf44-1ce0-4d5b-ac6f-9ec5e003c700" providerId="ADAL" clId="{3F83E967-8960-417D-BEF1-ECA81DB7EC79}" dt="2026-09-22T06:22:38.528" v="2367" actId="27636"/>
          <ac:spMkLst>
            <pc:docMk/>
            <pc:sldMk cId="4021457251" sldId="442"/>
            <ac:spMk id="132" creationId="{00000000-0000-0000-0000-000000000000}"/>
          </ac:spMkLst>
        </pc:spChg>
      </pc:sldChg>
      <pc:sldChg chg="addSp delSp add del mod">
        <pc:chgData name="Gill, Gaurav" userId="9da6cf44-1ce0-4d5b-ac6f-9ec5e003c700" providerId="ADAL" clId="{3F83E967-8960-417D-BEF1-ECA81DB7EC79}" dt="2026-09-22T06:23:53.398" v="2374"/>
        <pc:sldMkLst>
          <pc:docMk/>
          <pc:sldMk cId="3533505282" sldId="443"/>
        </pc:sldMkLst>
        <pc:spChg chg="add del">
          <ac:chgData name="Gill, Gaurav" userId="9da6cf44-1ce0-4d5b-ac6f-9ec5e003c700" providerId="ADAL" clId="{3F83E967-8960-417D-BEF1-ECA81DB7EC79}" dt="2026-09-22T06:23:51.607" v="2372" actId="478"/>
          <ac:spMkLst>
            <pc:docMk/>
            <pc:sldMk cId="3533505282" sldId="443"/>
            <ac:spMk id="129" creationId="{00000000-0000-0000-0000-000000000000}"/>
          </ac:spMkLst>
        </pc:spChg>
      </pc:sldChg>
      <pc:sldChg chg="addSp delSp modSp add del mod">
        <pc:chgData name="Gill, Gaurav" userId="9da6cf44-1ce0-4d5b-ac6f-9ec5e003c700" providerId="ADAL" clId="{3F83E967-8960-417D-BEF1-ECA81DB7EC79}" dt="2026-09-22T06:32:55.364" v="2972"/>
        <pc:sldMkLst>
          <pc:docMk/>
          <pc:sldMk cId="2441549015" sldId="444"/>
        </pc:sldMkLst>
        <pc:spChg chg="mod">
          <ac:chgData name="Gill, Gaurav" userId="9da6cf44-1ce0-4d5b-ac6f-9ec5e003c700" providerId="ADAL" clId="{3F83E967-8960-417D-BEF1-ECA81DB7EC79}" dt="2026-09-22T06:27:05.652" v="2397"/>
          <ac:spMkLst>
            <pc:docMk/>
            <pc:sldMk cId="2441549015" sldId="444"/>
            <ac:spMk id="2" creationId="{5C76CB0C-BF86-9906-D2E7-4D7157ECECD2}"/>
          </ac:spMkLst>
        </pc:spChg>
        <pc:spChg chg="mod">
          <ac:chgData name="Gill, Gaurav" userId="9da6cf44-1ce0-4d5b-ac6f-9ec5e003c700" providerId="ADAL" clId="{3F83E967-8960-417D-BEF1-ECA81DB7EC79}" dt="2026-09-22T06:27:05.657" v="2409"/>
          <ac:spMkLst>
            <pc:docMk/>
            <pc:sldMk cId="2441549015" sldId="444"/>
            <ac:spMk id="3" creationId="{91592656-8900-91DC-D782-212D2408DA13}"/>
          </ac:spMkLst>
        </pc:spChg>
        <pc:spChg chg="mod">
          <ac:chgData name="Gill, Gaurav" userId="9da6cf44-1ce0-4d5b-ac6f-9ec5e003c700" providerId="ADAL" clId="{3F83E967-8960-417D-BEF1-ECA81DB7EC79}" dt="2026-09-22T06:27:05.658" v="2413"/>
          <ac:spMkLst>
            <pc:docMk/>
            <pc:sldMk cId="2441549015" sldId="444"/>
            <ac:spMk id="4" creationId="{9135E6C2-BCC7-0CCF-E2F0-B06039A6CA38}"/>
          </ac:spMkLst>
        </pc:spChg>
        <pc:spChg chg="mod">
          <ac:chgData name="Gill, Gaurav" userId="9da6cf44-1ce0-4d5b-ac6f-9ec5e003c700" providerId="ADAL" clId="{3F83E967-8960-417D-BEF1-ECA81DB7EC79}" dt="2026-09-22T06:27:05.659" v="2417"/>
          <ac:spMkLst>
            <pc:docMk/>
            <pc:sldMk cId="2441549015" sldId="444"/>
            <ac:spMk id="5" creationId="{7AB196FF-EDC7-CC42-1F25-471BBFBD3CB2}"/>
          </ac:spMkLst>
        </pc:spChg>
        <pc:spChg chg="mod">
          <ac:chgData name="Gill, Gaurav" userId="9da6cf44-1ce0-4d5b-ac6f-9ec5e003c700" providerId="ADAL" clId="{3F83E967-8960-417D-BEF1-ECA81DB7EC79}" dt="2026-09-22T06:31:05.577" v="2969" actId="14100"/>
          <ac:spMkLst>
            <pc:docMk/>
            <pc:sldMk cId="2441549015" sldId="444"/>
            <ac:spMk id="6" creationId="{50427F2F-EBD0-F5C9-4A17-AD3B35D7CB7C}"/>
          </ac:spMkLst>
        </pc:spChg>
        <pc:spChg chg="mod">
          <ac:chgData name="Gill, Gaurav" userId="9da6cf44-1ce0-4d5b-ac6f-9ec5e003c700" providerId="ADAL" clId="{3F83E967-8960-417D-BEF1-ECA81DB7EC79}" dt="2026-09-22T06:27:05.661" v="2425"/>
          <ac:spMkLst>
            <pc:docMk/>
            <pc:sldMk cId="2441549015" sldId="444"/>
            <ac:spMk id="8" creationId="{ADD90F6E-93F1-AFE9-3B33-C24738E692D8}"/>
          </ac:spMkLst>
        </pc:spChg>
        <pc:spChg chg="mod">
          <ac:chgData name="Gill, Gaurav" userId="9da6cf44-1ce0-4d5b-ac6f-9ec5e003c700" providerId="ADAL" clId="{3F83E967-8960-417D-BEF1-ECA81DB7EC79}" dt="2026-09-22T06:27:05.663" v="2433"/>
          <ac:spMkLst>
            <pc:docMk/>
            <pc:sldMk cId="2441549015" sldId="444"/>
            <ac:spMk id="12" creationId="{485C4162-EB66-85C1-8420-E8E2023F12A9}"/>
          </ac:spMkLst>
        </pc:spChg>
        <pc:spChg chg="mod">
          <ac:chgData name="Gill, Gaurav" userId="9da6cf44-1ce0-4d5b-ac6f-9ec5e003c700" providerId="ADAL" clId="{3F83E967-8960-417D-BEF1-ECA81DB7EC79}" dt="2026-09-22T06:27:05.664" v="2437"/>
          <ac:spMkLst>
            <pc:docMk/>
            <pc:sldMk cId="2441549015" sldId="444"/>
            <ac:spMk id="14" creationId="{B594B8C5-0F90-6E6B-B1A6-4D878ECDFB10}"/>
          </ac:spMkLst>
        </pc:spChg>
        <pc:spChg chg="mod">
          <ac:chgData name="Gill, Gaurav" userId="9da6cf44-1ce0-4d5b-ac6f-9ec5e003c700" providerId="ADAL" clId="{3F83E967-8960-417D-BEF1-ECA81DB7EC79}" dt="2026-09-22T06:27:05.666" v="2441"/>
          <ac:spMkLst>
            <pc:docMk/>
            <pc:sldMk cId="2441549015" sldId="444"/>
            <ac:spMk id="18" creationId="{0AEB8E67-CE16-1824-0CE8-6BE3A67222A5}"/>
          </ac:spMkLst>
        </pc:spChg>
        <pc:spChg chg="mod">
          <ac:chgData name="Gill, Gaurav" userId="9da6cf44-1ce0-4d5b-ac6f-9ec5e003c700" providerId="ADAL" clId="{3F83E967-8960-417D-BEF1-ECA81DB7EC79}" dt="2026-09-22T06:28:45.874" v="2755" actId="20577"/>
          <ac:spMkLst>
            <pc:docMk/>
            <pc:sldMk cId="2441549015" sldId="444"/>
            <ac:spMk id="20" creationId="{36B31402-2EBD-DF0D-21F6-18995BD47746}"/>
          </ac:spMkLst>
        </pc:spChg>
        <pc:spChg chg="mod">
          <ac:chgData name="Gill, Gaurav" userId="9da6cf44-1ce0-4d5b-ac6f-9ec5e003c700" providerId="ADAL" clId="{3F83E967-8960-417D-BEF1-ECA81DB7EC79}" dt="2026-09-22T06:27:05.667" v="2449"/>
          <ac:spMkLst>
            <pc:docMk/>
            <pc:sldMk cId="2441549015" sldId="444"/>
            <ac:spMk id="22" creationId="{DA58CB20-1898-7ECD-38E6-F902A8DB45A6}"/>
          </ac:spMkLst>
        </pc:spChg>
        <pc:spChg chg="mod">
          <ac:chgData name="Gill, Gaurav" userId="9da6cf44-1ce0-4d5b-ac6f-9ec5e003c700" providerId="ADAL" clId="{3F83E967-8960-417D-BEF1-ECA81DB7EC79}" dt="2026-09-22T06:27:05.668" v="2453"/>
          <ac:spMkLst>
            <pc:docMk/>
            <pc:sldMk cId="2441549015" sldId="444"/>
            <ac:spMk id="24" creationId="{5144F67D-34B3-6BD7-6592-98F34E23080F}"/>
          </ac:spMkLst>
        </pc:spChg>
        <pc:spChg chg="mod">
          <ac:chgData name="Gill, Gaurav" userId="9da6cf44-1ce0-4d5b-ac6f-9ec5e003c700" providerId="ADAL" clId="{3F83E967-8960-417D-BEF1-ECA81DB7EC79}" dt="2026-09-22T06:27:05.669" v="2457"/>
          <ac:spMkLst>
            <pc:docMk/>
            <pc:sldMk cId="2441549015" sldId="444"/>
            <ac:spMk id="28" creationId="{88243F4E-11F9-465F-E9AB-4BF47B8E0641}"/>
          </ac:spMkLst>
        </pc:spChg>
        <pc:spChg chg="mod">
          <ac:chgData name="Gill, Gaurav" userId="9da6cf44-1ce0-4d5b-ac6f-9ec5e003c700" providerId="ADAL" clId="{3F83E967-8960-417D-BEF1-ECA81DB7EC79}" dt="2026-09-22T06:28:39.439" v="2752" actId="20577"/>
          <ac:spMkLst>
            <pc:docMk/>
            <pc:sldMk cId="2441549015" sldId="444"/>
            <ac:spMk id="30" creationId="{81134C2F-EAD7-204A-3218-974CEF10A0CB}"/>
          </ac:spMkLst>
        </pc:spChg>
        <pc:spChg chg="mod">
          <ac:chgData name="Gill, Gaurav" userId="9da6cf44-1ce0-4d5b-ac6f-9ec5e003c700" providerId="ADAL" clId="{3F83E967-8960-417D-BEF1-ECA81DB7EC79}" dt="2026-09-22T06:27:05.671" v="2465"/>
          <ac:spMkLst>
            <pc:docMk/>
            <pc:sldMk cId="2441549015" sldId="444"/>
            <ac:spMk id="32" creationId="{DCFE6616-F2C6-FE33-E360-4251A10C331C}"/>
          </ac:spMkLst>
        </pc:spChg>
        <pc:spChg chg="mod">
          <ac:chgData name="Gill, Gaurav" userId="9da6cf44-1ce0-4d5b-ac6f-9ec5e003c700" providerId="ADAL" clId="{3F83E967-8960-417D-BEF1-ECA81DB7EC79}" dt="2026-09-22T06:27:05.672" v="2469"/>
          <ac:spMkLst>
            <pc:docMk/>
            <pc:sldMk cId="2441549015" sldId="444"/>
            <ac:spMk id="34" creationId="{40F9F31C-82AA-72DC-9137-ACFB8970EF67}"/>
          </ac:spMkLst>
        </pc:spChg>
        <pc:spChg chg="mod">
          <ac:chgData name="Gill, Gaurav" userId="9da6cf44-1ce0-4d5b-ac6f-9ec5e003c700" providerId="ADAL" clId="{3F83E967-8960-417D-BEF1-ECA81DB7EC79}" dt="2026-09-22T06:27:05.673" v="2473"/>
          <ac:spMkLst>
            <pc:docMk/>
            <pc:sldMk cId="2441549015" sldId="444"/>
            <ac:spMk id="38" creationId="{FADE2E87-54BF-2B9B-8722-75160899922E}"/>
          </ac:spMkLst>
        </pc:spChg>
        <pc:spChg chg="mod">
          <ac:chgData name="Gill, Gaurav" userId="9da6cf44-1ce0-4d5b-ac6f-9ec5e003c700" providerId="ADAL" clId="{3F83E967-8960-417D-BEF1-ECA81DB7EC79}" dt="2026-09-22T06:28:22.651" v="2750" actId="20577"/>
          <ac:spMkLst>
            <pc:docMk/>
            <pc:sldMk cId="2441549015" sldId="444"/>
            <ac:spMk id="40" creationId="{C3B6BFDE-724B-D067-6C8D-D14B75222F64}"/>
          </ac:spMkLst>
        </pc:spChg>
        <pc:spChg chg="mod">
          <ac:chgData name="Gill, Gaurav" userId="9da6cf44-1ce0-4d5b-ac6f-9ec5e003c700" providerId="ADAL" clId="{3F83E967-8960-417D-BEF1-ECA81DB7EC79}" dt="2026-09-22T06:27:05.650" v="2389"/>
          <ac:spMkLst>
            <pc:docMk/>
            <pc:sldMk cId="2441549015" sldId="444"/>
            <ac:spMk id="48" creationId="{D42018BF-4B5E-9B50-276D-A58FD20D6C2D}"/>
          </ac:spMkLst>
        </pc:spChg>
        <pc:spChg chg="mod">
          <ac:chgData name="Gill, Gaurav" userId="9da6cf44-1ce0-4d5b-ac6f-9ec5e003c700" providerId="ADAL" clId="{3F83E967-8960-417D-BEF1-ECA81DB7EC79}" dt="2026-09-22T06:27:05.651" v="2393"/>
          <ac:spMkLst>
            <pc:docMk/>
            <pc:sldMk cId="2441549015" sldId="444"/>
            <ac:spMk id="49" creationId="{AFC0F865-F1A4-5944-236F-C42AC9E3B4CE}"/>
          </ac:spMkLst>
        </pc:spChg>
        <pc:spChg chg="mod">
          <ac:chgData name="Gill, Gaurav" userId="9da6cf44-1ce0-4d5b-ac6f-9ec5e003c700" providerId="ADAL" clId="{3F83E967-8960-417D-BEF1-ECA81DB7EC79}" dt="2026-09-22T06:27:05.676" v="2481"/>
          <ac:spMkLst>
            <pc:docMk/>
            <pc:sldMk cId="2441549015" sldId="444"/>
            <ac:spMk id="62" creationId="{34CECF14-B42D-15BD-B250-220890451FF6}"/>
          </ac:spMkLst>
        </pc:spChg>
        <pc:spChg chg="mod">
          <ac:chgData name="Gill, Gaurav" userId="9da6cf44-1ce0-4d5b-ac6f-9ec5e003c700" providerId="ADAL" clId="{3F83E967-8960-417D-BEF1-ECA81DB7EC79}" dt="2026-09-22T06:27:05.676" v="2485"/>
          <ac:spMkLst>
            <pc:docMk/>
            <pc:sldMk cId="2441549015" sldId="444"/>
            <ac:spMk id="63" creationId="{B0036896-0A78-211A-01B0-B552DE01C92B}"/>
          </ac:spMkLst>
        </pc:spChg>
        <pc:spChg chg="mod">
          <ac:chgData name="Gill, Gaurav" userId="9da6cf44-1ce0-4d5b-ac6f-9ec5e003c700" providerId="ADAL" clId="{3F83E967-8960-417D-BEF1-ECA81DB7EC79}" dt="2026-09-22T06:27:05.678" v="2489"/>
          <ac:spMkLst>
            <pc:docMk/>
            <pc:sldMk cId="2441549015" sldId="444"/>
            <ac:spMk id="65" creationId="{FD5189AC-0808-DA38-A508-82B01EB36C35}"/>
          </ac:spMkLst>
        </pc:spChg>
        <pc:spChg chg="mod">
          <ac:chgData name="Gill, Gaurav" userId="9da6cf44-1ce0-4d5b-ac6f-9ec5e003c700" providerId="ADAL" clId="{3F83E967-8960-417D-BEF1-ECA81DB7EC79}" dt="2026-09-22T06:28:11.752" v="2747" actId="20577"/>
          <ac:spMkLst>
            <pc:docMk/>
            <pc:sldMk cId="2441549015" sldId="444"/>
            <ac:spMk id="66" creationId="{26986F0D-974D-B749-73A1-E17F7C99D61A}"/>
          </ac:spMkLst>
        </pc:spChg>
        <pc:spChg chg="mod">
          <ac:chgData name="Gill, Gaurav" userId="9da6cf44-1ce0-4d5b-ac6f-9ec5e003c700" providerId="ADAL" clId="{3F83E967-8960-417D-BEF1-ECA81DB7EC79}" dt="2026-09-22T06:27:05.681" v="2497"/>
          <ac:spMkLst>
            <pc:docMk/>
            <pc:sldMk cId="2441549015" sldId="444"/>
            <ac:spMk id="67" creationId="{D215390E-2FF2-843C-E685-DAA2C90E7DB4}"/>
          </ac:spMkLst>
        </pc:spChg>
        <pc:spChg chg="mod">
          <ac:chgData name="Gill, Gaurav" userId="9da6cf44-1ce0-4d5b-ac6f-9ec5e003c700" providerId="ADAL" clId="{3F83E967-8960-417D-BEF1-ECA81DB7EC79}" dt="2026-09-22T06:27:05.682" v="2501"/>
          <ac:spMkLst>
            <pc:docMk/>
            <pc:sldMk cId="2441549015" sldId="444"/>
            <ac:spMk id="68" creationId="{CB98997B-1577-5F0B-1B63-6533C7C5585E}"/>
          </ac:spMkLst>
        </pc:spChg>
        <pc:spChg chg="mod">
          <ac:chgData name="Gill, Gaurav" userId="9da6cf44-1ce0-4d5b-ac6f-9ec5e003c700" providerId="ADAL" clId="{3F83E967-8960-417D-BEF1-ECA81DB7EC79}" dt="2026-09-22T06:27:05.683" v="2505"/>
          <ac:spMkLst>
            <pc:docMk/>
            <pc:sldMk cId="2441549015" sldId="444"/>
            <ac:spMk id="70" creationId="{32A07DFB-7F97-6274-F36B-792B11FD47B7}"/>
          </ac:spMkLst>
        </pc:spChg>
        <pc:spChg chg="mod">
          <ac:chgData name="Gill, Gaurav" userId="9da6cf44-1ce0-4d5b-ac6f-9ec5e003c700" providerId="ADAL" clId="{3F83E967-8960-417D-BEF1-ECA81DB7EC79}" dt="2026-09-22T06:27:36.983" v="2704" actId="20577"/>
          <ac:spMkLst>
            <pc:docMk/>
            <pc:sldMk cId="2441549015" sldId="444"/>
            <ac:spMk id="71" creationId="{9665EFB1-F69F-0EE0-506E-C462EA2874E4}"/>
          </ac:spMkLst>
        </pc:spChg>
        <pc:spChg chg="mod">
          <ac:chgData name="Gill, Gaurav" userId="9da6cf44-1ce0-4d5b-ac6f-9ec5e003c700" providerId="ADAL" clId="{3F83E967-8960-417D-BEF1-ECA81DB7EC79}" dt="2026-09-22T06:27:05.684" v="2513"/>
          <ac:spMkLst>
            <pc:docMk/>
            <pc:sldMk cId="2441549015" sldId="444"/>
            <ac:spMk id="72" creationId="{305A700C-FC13-FD2C-8E30-70874956DC49}"/>
          </ac:spMkLst>
        </pc:spChg>
        <pc:spChg chg="mod">
          <ac:chgData name="Gill, Gaurav" userId="9da6cf44-1ce0-4d5b-ac6f-9ec5e003c700" providerId="ADAL" clId="{3F83E967-8960-417D-BEF1-ECA81DB7EC79}" dt="2026-09-22T06:27:05.687" v="2521"/>
          <ac:spMkLst>
            <pc:docMk/>
            <pc:sldMk cId="2441549015" sldId="444"/>
            <ac:spMk id="74" creationId="{B4E4C7AC-7209-2A49-F149-7C3E1B6E2A25}"/>
          </ac:spMkLst>
        </pc:spChg>
        <pc:spChg chg="mod">
          <ac:chgData name="Gill, Gaurav" userId="9da6cf44-1ce0-4d5b-ac6f-9ec5e003c700" providerId="ADAL" clId="{3F83E967-8960-417D-BEF1-ECA81DB7EC79}" dt="2026-09-22T06:27:05.687" v="2525"/>
          <ac:spMkLst>
            <pc:docMk/>
            <pc:sldMk cId="2441549015" sldId="444"/>
            <ac:spMk id="75" creationId="{938E7C57-B515-2E36-99BB-B10924CA76AE}"/>
          </ac:spMkLst>
        </pc:spChg>
        <pc:spChg chg="mod">
          <ac:chgData name="Gill, Gaurav" userId="9da6cf44-1ce0-4d5b-ac6f-9ec5e003c700" providerId="ADAL" clId="{3F83E967-8960-417D-BEF1-ECA81DB7EC79}" dt="2026-09-22T06:27:05.688" v="2529"/>
          <ac:spMkLst>
            <pc:docMk/>
            <pc:sldMk cId="2441549015" sldId="444"/>
            <ac:spMk id="77" creationId="{CFBBBF0B-5360-191D-D90A-4353E4D7F7B0}"/>
          </ac:spMkLst>
        </pc:spChg>
        <pc:spChg chg="mod">
          <ac:chgData name="Gill, Gaurav" userId="9da6cf44-1ce0-4d5b-ac6f-9ec5e003c700" providerId="ADAL" clId="{3F83E967-8960-417D-BEF1-ECA81DB7EC79}" dt="2026-09-22T06:27:05.689" v="2533"/>
          <ac:spMkLst>
            <pc:docMk/>
            <pc:sldMk cId="2441549015" sldId="444"/>
            <ac:spMk id="78" creationId="{6012D51D-6BA0-1671-6B53-8D722E672831}"/>
          </ac:spMkLst>
        </pc:spChg>
        <pc:spChg chg="mod">
          <ac:chgData name="Gill, Gaurav" userId="9da6cf44-1ce0-4d5b-ac6f-9ec5e003c700" providerId="ADAL" clId="{3F83E967-8960-417D-BEF1-ECA81DB7EC79}" dt="2026-09-22T06:27:05.690" v="2537"/>
          <ac:spMkLst>
            <pc:docMk/>
            <pc:sldMk cId="2441549015" sldId="444"/>
            <ac:spMk id="79" creationId="{BF3FF650-BE42-50EE-1537-39090E8745A7}"/>
          </ac:spMkLst>
        </pc:spChg>
        <pc:spChg chg="mod">
          <ac:chgData name="Gill, Gaurav" userId="9da6cf44-1ce0-4d5b-ac6f-9ec5e003c700" providerId="ADAL" clId="{3F83E967-8960-417D-BEF1-ECA81DB7EC79}" dt="2026-09-22T06:29:05.897" v="2774" actId="20577"/>
          <ac:spMkLst>
            <pc:docMk/>
            <pc:sldMk cId="2441549015" sldId="444"/>
            <ac:spMk id="80" creationId="{8A34A8A6-E774-B329-999B-3AA5C90A5BE0}"/>
          </ac:spMkLst>
        </pc:spChg>
        <pc:spChg chg="mod">
          <ac:chgData name="Gill, Gaurav" userId="9da6cf44-1ce0-4d5b-ac6f-9ec5e003c700" providerId="ADAL" clId="{3F83E967-8960-417D-BEF1-ECA81DB7EC79}" dt="2026-09-22T06:28:08.525" v="2743"/>
          <ac:spMkLst>
            <pc:docMk/>
            <pc:sldMk cId="2441549015" sldId="444"/>
            <ac:spMk id="82" creationId="{E03D0836-738B-E9D6-A045-DD8591E63A67}"/>
          </ac:spMkLst>
        </pc:spChg>
        <pc:spChg chg="mod">
          <ac:chgData name="Gill, Gaurav" userId="9da6cf44-1ce0-4d5b-ac6f-9ec5e003c700" providerId="ADAL" clId="{3F83E967-8960-417D-BEF1-ECA81DB7EC79}" dt="2026-09-22T06:28:08.525" v="2743"/>
          <ac:spMkLst>
            <pc:docMk/>
            <pc:sldMk cId="2441549015" sldId="444"/>
            <ac:spMk id="83" creationId="{A461898E-1036-3737-872C-6A4EAD1FDC61}"/>
          </ac:spMkLst>
        </pc:spChg>
        <pc:spChg chg="mod">
          <ac:chgData name="Gill, Gaurav" userId="9da6cf44-1ce0-4d5b-ac6f-9ec5e003c700" providerId="ADAL" clId="{3F83E967-8960-417D-BEF1-ECA81DB7EC79}" dt="2026-09-22T06:27:05.695" v="2553"/>
          <ac:spMkLst>
            <pc:docMk/>
            <pc:sldMk cId="2441549015" sldId="444"/>
            <ac:spMk id="84" creationId="{38652D19-EF18-397D-426F-90BFC844DEA4}"/>
          </ac:spMkLst>
        </pc:spChg>
        <pc:spChg chg="mod">
          <ac:chgData name="Gill, Gaurav" userId="9da6cf44-1ce0-4d5b-ac6f-9ec5e003c700" providerId="ADAL" clId="{3F83E967-8960-417D-BEF1-ECA81DB7EC79}" dt="2026-09-22T06:29:24.892" v="2781" actId="14100"/>
          <ac:spMkLst>
            <pc:docMk/>
            <pc:sldMk cId="2441549015" sldId="444"/>
            <ac:spMk id="85" creationId="{7DFB0E4F-596B-DD15-967F-2BB362CE545A}"/>
          </ac:spMkLst>
        </pc:spChg>
        <pc:spChg chg="mod">
          <ac:chgData name="Gill, Gaurav" userId="9da6cf44-1ce0-4d5b-ac6f-9ec5e003c700" providerId="ADAL" clId="{3F83E967-8960-417D-BEF1-ECA81DB7EC79}" dt="2026-09-22T06:28:08.525" v="2743"/>
          <ac:spMkLst>
            <pc:docMk/>
            <pc:sldMk cId="2441549015" sldId="444"/>
            <ac:spMk id="87" creationId="{F46D04D3-29BA-9BCF-0876-CBFDF2C941B3}"/>
          </ac:spMkLst>
        </pc:spChg>
        <pc:spChg chg="mod">
          <ac:chgData name="Gill, Gaurav" userId="9da6cf44-1ce0-4d5b-ac6f-9ec5e003c700" providerId="ADAL" clId="{3F83E967-8960-417D-BEF1-ECA81DB7EC79}" dt="2026-09-22T06:28:08.525" v="2743"/>
          <ac:spMkLst>
            <pc:docMk/>
            <pc:sldMk cId="2441549015" sldId="444"/>
            <ac:spMk id="88" creationId="{0B682941-1A1C-D8C4-CA2A-FEAC9D5CBCFF}"/>
          </ac:spMkLst>
        </pc:spChg>
        <pc:spChg chg="mod">
          <ac:chgData name="Gill, Gaurav" userId="9da6cf44-1ce0-4d5b-ac6f-9ec5e003c700" providerId="ADAL" clId="{3F83E967-8960-417D-BEF1-ECA81DB7EC79}" dt="2026-09-22T06:27:05.699" v="2569"/>
          <ac:spMkLst>
            <pc:docMk/>
            <pc:sldMk cId="2441549015" sldId="444"/>
            <ac:spMk id="89" creationId="{2BE9DF81-6388-B837-26F5-3B3E062DDF51}"/>
          </ac:spMkLst>
        </pc:spChg>
        <pc:spChg chg="mod">
          <ac:chgData name="Gill, Gaurav" userId="9da6cf44-1ce0-4d5b-ac6f-9ec5e003c700" providerId="ADAL" clId="{3F83E967-8960-417D-BEF1-ECA81DB7EC79}" dt="2026-09-22T06:29:41.106" v="2782" actId="14100"/>
          <ac:spMkLst>
            <pc:docMk/>
            <pc:sldMk cId="2441549015" sldId="444"/>
            <ac:spMk id="90" creationId="{68E1B355-BDD7-6245-2EDD-938C77A53657}"/>
          </ac:spMkLst>
        </pc:spChg>
        <pc:spChg chg="mod">
          <ac:chgData name="Gill, Gaurav" userId="9da6cf44-1ce0-4d5b-ac6f-9ec5e003c700" providerId="ADAL" clId="{3F83E967-8960-417D-BEF1-ECA81DB7EC79}" dt="2026-09-22T06:31:21.373" v="2970" actId="14100"/>
          <ac:spMkLst>
            <pc:docMk/>
            <pc:sldMk cId="2441549015" sldId="444"/>
            <ac:spMk id="92" creationId="{C2DA6B89-26EE-39A2-ACF1-6D7975CD0C0E}"/>
          </ac:spMkLst>
        </pc:spChg>
        <pc:spChg chg="mod">
          <ac:chgData name="Gill, Gaurav" userId="9da6cf44-1ce0-4d5b-ac6f-9ec5e003c700" providerId="ADAL" clId="{3F83E967-8960-417D-BEF1-ECA81DB7EC79}" dt="2026-09-22T06:28:08.525" v="2743"/>
          <ac:spMkLst>
            <pc:docMk/>
            <pc:sldMk cId="2441549015" sldId="444"/>
            <ac:spMk id="93" creationId="{C010AB5C-92DA-34CC-BC14-589D17C673BE}"/>
          </ac:spMkLst>
        </pc:spChg>
        <pc:spChg chg="mod">
          <ac:chgData name="Gill, Gaurav" userId="9da6cf44-1ce0-4d5b-ac6f-9ec5e003c700" providerId="ADAL" clId="{3F83E967-8960-417D-BEF1-ECA81DB7EC79}" dt="2026-09-22T06:28:08.525" v="2743"/>
          <ac:spMkLst>
            <pc:docMk/>
            <pc:sldMk cId="2441549015" sldId="444"/>
            <ac:spMk id="94" creationId="{8EC9D273-3B30-7535-486E-861D1BD8A52F}"/>
          </ac:spMkLst>
        </pc:spChg>
        <pc:spChg chg="mod">
          <ac:chgData name="Gill, Gaurav" userId="9da6cf44-1ce0-4d5b-ac6f-9ec5e003c700" providerId="ADAL" clId="{3F83E967-8960-417D-BEF1-ECA81DB7EC79}" dt="2026-09-22T06:27:05.704" v="2585"/>
          <ac:spMkLst>
            <pc:docMk/>
            <pc:sldMk cId="2441549015" sldId="444"/>
            <ac:spMk id="95" creationId="{D034E3F1-5AE9-39ED-9887-103565FFC17B}"/>
          </ac:spMkLst>
        </pc:spChg>
        <pc:spChg chg="mod">
          <ac:chgData name="Gill, Gaurav" userId="9da6cf44-1ce0-4d5b-ac6f-9ec5e003c700" providerId="ADAL" clId="{3F83E967-8960-417D-BEF1-ECA81DB7EC79}" dt="2026-09-22T06:27:05.706" v="2593"/>
          <ac:spMkLst>
            <pc:docMk/>
            <pc:sldMk cId="2441549015" sldId="444"/>
            <ac:spMk id="97" creationId="{1FB2AC70-0FC7-B0C8-3F46-978AD403F6F4}"/>
          </ac:spMkLst>
        </pc:spChg>
        <pc:spChg chg="mod">
          <ac:chgData name="Gill, Gaurav" userId="9da6cf44-1ce0-4d5b-ac6f-9ec5e003c700" providerId="ADAL" clId="{3F83E967-8960-417D-BEF1-ECA81DB7EC79}" dt="2026-09-22T06:27:05.707" v="2597"/>
          <ac:spMkLst>
            <pc:docMk/>
            <pc:sldMk cId="2441549015" sldId="444"/>
            <ac:spMk id="99" creationId="{39A6B79D-DF99-5C8A-B40D-8C0632DC7EB3}"/>
          </ac:spMkLst>
        </pc:spChg>
        <pc:spChg chg="mod">
          <ac:chgData name="Gill, Gaurav" userId="9da6cf44-1ce0-4d5b-ac6f-9ec5e003c700" providerId="ADAL" clId="{3F83E967-8960-417D-BEF1-ECA81DB7EC79}" dt="2026-09-22T06:27:05.708" v="2601"/>
          <ac:spMkLst>
            <pc:docMk/>
            <pc:sldMk cId="2441549015" sldId="444"/>
            <ac:spMk id="101" creationId="{C3E78BDA-F321-2AC7-E01D-D002D0724C92}"/>
          </ac:spMkLst>
        </pc:spChg>
        <pc:spChg chg="mod">
          <ac:chgData name="Gill, Gaurav" userId="9da6cf44-1ce0-4d5b-ac6f-9ec5e003c700" providerId="ADAL" clId="{3F83E967-8960-417D-BEF1-ECA81DB7EC79}" dt="2026-09-22T06:27:05.709" v="2605"/>
          <ac:spMkLst>
            <pc:docMk/>
            <pc:sldMk cId="2441549015" sldId="444"/>
            <ac:spMk id="103" creationId="{C093CFB0-C1D2-FC42-AEA1-D3ECB653270A}"/>
          </ac:spMkLst>
        </pc:spChg>
        <pc:spChg chg="mod">
          <ac:chgData name="Gill, Gaurav" userId="9da6cf44-1ce0-4d5b-ac6f-9ec5e003c700" providerId="ADAL" clId="{3F83E967-8960-417D-BEF1-ECA81DB7EC79}" dt="2026-09-22T06:27:05.710" v="2609"/>
          <ac:spMkLst>
            <pc:docMk/>
            <pc:sldMk cId="2441549015" sldId="444"/>
            <ac:spMk id="105" creationId="{A7BB910C-013A-D85B-B521-A98E2B5B8409}"/>
          </ac:spMkLst>
        </pc:spChg>
        <pc:spChg chg="mod">
          <ac:chgData name="Gill, Gaurav" userId="9da6cf44-1ce0-4d5b-ac6f-9ec5e003c700" providerId="ADAL" clId="{3F83E967-8960-417D-BEF1-ECA81DB7EC79}" dt="2026-09-22T06:27:05.712" v="2613"/>
          <ac:spMkLst>
            <pc:docMk/>
            <pc:sldMk cId="2441549015" sldId="444"/>
            <ac:spMk id="107" creationId="{2C28933D-D478-1C66-79C6-E7A6C0B757E3}"/>
          </ac:spMkLst>
        </pc:spChg>
        <pc:spChg chg="mod">
          <ac:chgData name="Gill, Gaurav" userId="9da6cf44-1ce0-4d5b-ac6f-9ec5e003c700" providerId="ADAL" clId="{3F83E967-8960-417D-BEF1-ECA81DB7EC79}" dt="2026-09-22T06:27:53.537" v="2707"/>
          <ac:spMkLst>
            <pc:docMk/>
            <pc:sldMk cId="2441549015" sldId="444"/>
            <ac:spMk id="109" creationId="{DEF1B64C-4F27-CD8C-0AD3-51D44CD5BA46}"/>
          </ac:spMkLst>
        </pc:spChg>
        <pc:spChg chg="mod">
          <ac:chgData name="Gill, Gaurav" userId="9da6cf44-1ce0-4d5b-ac6f-9ec5e003c700" providerId="ADAL" clId="{3F83E967-8960-417D-BEF1-ECA81DB7EC79}" dt="2026-09-22T06:27:53.537" v="2708"/>
          <ac:spMkLst>
            <pc:docMk/>
            <pc:sldMk cId="2441549015" sldId="444"/>
            <ac:spMk id="110" creationId="{089D5B75-2ACE-251A-8144-C334C2964D94}"/>
          </ac:spMkLst>
        </pc:spChg>
        <pc:spChg chg="mod">
          <ac:chgData name="Gill, Gaurav" userId="9da6cf44-1ce0-4d5b-ac6f-9ec5e003c700" providerId="ADAL" clId="{3F83E967-8960-417D-BEF1-ECA81DB7EC79}" dt="2026-09-22T06:30:05.903" v="2785" actId="20577"/>
          <ac:spMkLst>
            <pc:docMk/>
            <pc:sldMk cId="2441549015" sldId="444"/>
            <ac:spMk id="112" creationId="{53CFD36B-DABF-C974-E0F5-C1474AB42F01}"/>
          </ac:spMkLst>
        </pc:spChg>
        <pc:spChg chg="mod">
          <ac:chgData name="Gill, Gaurav" userId="9da6cf44-1ce0-4d5b-ac6f-9ec5e003c700" providerId="ADAL" clId="{3F83E967-8960-417D-BEF1-ECA81DB7EC79}" dt="2026-09-22T06:27:53.537" v="2711"/>
          <ac:spMkLst>
            <pc:docMk/>
            <pc:sldMk cId="2441549015" sldId="444"/>
            <ac:spMk id="113" creationId="{96C04045-618D-A9BB-6DE9-AAE3AFFF00FF}"/>
          </ac:spMkLst>
        </pc:spChg>
        <pc:spChg chg="mod">
          <ac:chgData name="Gill, Gaurav" userId="9da6cf44-1ce0-4d5b-ac6f-9ec5e003c700" providerId="ADAL" clId="{3F83E967-8960-417D-BEF1-ECA81DB7EC79}" dt="2026-09-22T06:27:53.537" v="2712"/>
          <ac:spMkLst>
            <pc:docMk/>
            <pc:sldMk cId="2441549015" sldId="444"/>
            <ac:spMk id="114" creationId="{EDB4DECD-E6A4-A69C-12C4-EBF6F4EBB7A8}"/>
          </ac:spMkLst>
        </pc:spChg>
        <pc:spChg chg="mod">
          <ac:chgData name="Gill, Gaurav" userId="9da6cf44-1ce0-4d5b-ac6f-9ec5e003c700" providerId="ADAL" clId="{3F83E967-8960-417D-BEF1-ECA81DB7EC79}" dt="2026-09-22T06:30:03.373" v="2784" actId="20577"/>
          <ac:spMkLst>
            <pc:docMk/>
            <pc:sldMk cId="2441549015" sldId="444"/>
            <ac:spMk id="116" creationId="{DD67DE19-B9DA-E337-F844-A2A39074FD04}"/>
          </ac:spMkLst>
        </pc:spChg>
        <pc:spChg chg="mod">
          <ac:chgData name="Gill, Gaurav" userId="9da6cf44-1ce0-4d5b-ac6f-9ec5e003c700" providerId="ADAL" clId="{3F83E967-8960-417D-BEF1-ECA81DB7EC79}" dt="2026-09-22T06:27:53.539" v="2715"/>
          <ac:spMkLst>
            <pc:docMk/>
            <pc:sldMk cId="2441549015" sldId="444"/>
            <ac:spMk id="117" creationId="{14E0F575-4CC1-67D0-48D3-337577815AD8}"/>
          </ac:spMkLst>
        </pc:spChg>
        <pc:spChg chg="mod">
          <ac:chgData name="Gill, Gaurav" userId="9da6cf44-1ce0-4d5b-ac6f-9ec5e003c700" providerId="ADAL" clId="{3F83E967-8960-417D-BEF1-ECA81DB7EC79}" dt="2026-09-22T06:27:53.539" v="2716"/>
          <ac:spMkLst>
            <pc:docMk/>
            <pc:sldMk cId="2441549015" sldId="444"/>
            <ac:spMk id="118" creationId="{F14AF751-A730-12FF-9372-CB93BD2A39A7}"/>
          </ac:spMkLst>
        </pc:spChg>
        <pc:spChg chg="mod">
          <ac:chgData name="Gill, Gaurav" userId="9da6cf44-1ce0-4d5b-ac6f-9ec5e003c700" providerId="ADAL" clId="{3F83E967-8960-417D-BEF1-ECA81DB7EC79}" dt="2026-09-22T06:30:08.704" v="2786" actId="20577"/>
          <ac:spMkLst>
            <pc:docMk/>
            <pc:sldMk cId="2441549015" sldId="444"/>
            <ac:spMk id="120" creationId="{5D96821E-D642-37B4-64F7-2B4F10DFB51A}"/>
          </ac:spMkLst>
        </pc:spChg>
        <pc:spChg chg="mod">
          <ac:chgData name="Gill, Gaurav" userId="9da6cf44-1ce0-4d5b-ac6f-9ec5e003c700" providerId="ADAL" clId="{3F83E967-8960-417D-BEF1-ECA81DB7EC79}" dt="2026-09-22T06:27:53.539" v="2719"/>
          <ac:spMkLst>
            <pc:docMk/>
            <pc:sldMk cId="2441549015" sldId="444"/>
            <ac:spMk id="121" creationId="{8F836233-0B9A-0F01-85BE-C42DC5252D94}"/>
          </ac:spMkLst>
        </pc:spChg>
        <pc:spChg chg="mod">
          <ac:chgData name="Gill, Gaurav" userId="9da6cf44-1ce0-4d5b-ac6f-9ec5e003c700" providerId="ADAL" clId="{3F83E967-8960-417D-BEF1-ECA81DB7EC79}" dt="2026-09-22T06:27:53.539" v="2720"/>
          <ac:spMkLst>
            <pc:docMk/>
            <pc:sldMk cId="2441549015" sldId="444"/>
            <ac:spMk id="122" creationId="{FEB82E34-CD6A-BAA8-0BC8-701F9C741429}"/>
          </ac:spMkLst>
        </pc:spChg>
        <pc:spChg chg="mod">
          <ac:chgData name="Gill, Gaurav" userId="9da6cf44-1ce0-4d5b-ac6f-9ec5e003c700" providerId="ADAL" clId="{3F83E967-8960-417D-BEF1-ECA81DB7EC79}" dt="2026-09-22T06:30:11.254" v="2787" actId="20577"/>
          <ac:spMkLst>
            <pc:docMk/>
            <pc:sldMk cId="2441549015" sldId="444"/>
            <ac:spMk id="124" creationId="{545D7A9B-1DED-A7F0-0B3A-1D2881FF4129}"/>
          </ac:spMkLst>
        </pc:spChg>
        <pc:spChg chg="mod">
          <ac:chgData name="Gill, Gaurav" userId="9da6cf44-1ce0-4d5b-ac6f-9ec5e003c700" providerId="ADAL" clId="{3F83E967-8960-417D-BEF1-ECA81DB7EC79}" dt="2026-09-22T06:27:05.731" v="2681"/>
          <ac:spMkLst>
            <pc:docMk/>
            <pc:sldMk cId="2441549015" sldId="444"/>
            <ac:spMk id="128" creationId="{CFF5375B-2259-97A0-8AE6-CEEE8D78B13F}"/>
          </ac:spMkLst>
        </pc:spChg>
        <pc:spChg chg="mod">
          <ac:chgData name="Gill, Gaurav" userId="9da6cf44-1ce0-4d5b-ac6f-9ec5e003c700" providerId="ADAL" clId="{3F83E967-8960-417D-BEF1-ECA81DB7EC79}" dt="2026-09-22T06:27:14.391" v="2682"/>
          <ac:spMkLst>
            <pc:docMk/>
            <pc:sldMk cId="2441549015" sldId="444"/>
            <ac:spMk id="134" creationId="{8F836233-0B9A-0F01-85BE-C42DC5252D94}"/>
          </ac:spMkLst>
        </pc:spChg>
        <pc:spChg chg="mod">
          <ac:chgData name="Gill, Gaurav" userId="9da6cf44-1ce0-4d5b-ac6f-9ec5e003c700" providerId="ADAL" clId="{3F83E967-8960-417D-BEF1-ECA81DB7EC79}" dt="2026-09-22T06:27:14.391" v="2683"/>
          <ac:spMkLst>
            <pc:docMk/>
            <pc:sldMk cId="2441549015" sldId="444"/>
            <ac:spMk id="135" creationId="{FEB82E34-CD6A-BAA8-0BC8-701F9C741429}"/>
          </ac:spMkLst>
        </pc:spChg>
        <pc:spChg chg="mod">
          <ac:chgData name="Gill, Gaurav" userId="9da6cf44-1ce0-4d5b-ac6f-9ec5e003c700" providerId="ADAL" clId="{3F83E967-8960-417D-BEF1-ECA81DB7EC79}" dt="2026-09-22T06:30:14.656" v="2788" actId="20577"/>
          <ac:spMkLst>
            <pc:docMk/>
            <pc:sldMk cId="2441549015" sldId="444"/>
            <ac:spMk id="136" creationId="{545D7A9B-1DED-A7F0-0B3A-1D2881FF4129}"/>
          </ac:spMkLst>
        </pc:spChg>
        <pc:cxnChg chg="add mod">
          <ac:chgData name="Gill, Gaurav" userId="9da6cf44-1ce0-4d5b-ac6f-9ec5e003c700" providerId="ADAL" clId="{3F83E967-8960-417D-BEF1-ECA81DB7EC79}" dt="2026-09-22T06:30:25.198" v="2799" actId="1036"/>
          <ac:cxnSpMkLst>
            <pc:docMk/>
            <pc:sldMk cId="2441549015" sldId="444"/>
            <ac:cxnSpMk id="7" creationId="{1BA7E5A3-16DE-6671-5B19-F30E18FB08B2}"/>
          </ac:cxnSpMkLst>
        </pc:cxnChg>
        <pc:cxnChg chg="add mod">
          <ac:chgData name="Gill, Gaurav" userId="9da6cf44-1ce0-4d5b-ac6f-9ec5e003c700" providerId="ADAL" clId="{3F83E967-8960-417D-BEF1-ECA81DB7EC79}" dt="2026-09-22T06:30:34.627" v="2842" actId="1038"/>
          <ac:cxnSpMkLst>
            <pc:docMk/>
            <pc:sldMk cId="2441549015" sldId="444"/>
            <ac:cxnSpMk id="9" creationId="{E5AA395E-F3AB-F561-03DB-957B6508E4FB}"/>
          </ac:cxnSpMkLst>
        </pc:cxnChg>
        <pc:cxnChg chg="mod">
          <ac:chgData name="Gill, Gaurav" userId="9da6cf44-1ce0-4d5b-ac6f-9ec5e003c700" providerId="ADAL" clId="{3F83E967-8960-417D-BEF1-ECA81DB7EC79}" dt="2026-09-22T06:27:05.662" v="2429"/>
          <ac:cxnSpMkLst>
            <pc:docMk/>
            <pc:sldMk cId="2441549015" sldId="444"/>
            <ac:cxnSpMk id="10" creationId="{30BBC1EA-1DF2-1132-774B-1B3163FD1A75}"/>
          </ac:cxnSpMkLst>
        </pc:cxnChg>
        <pc:cxnChg chg="add mod">
          <ac:chgData name="Gill, Gaurav" userId="9da6cf44-1ce0-4d5b-ac6f-9ec5e003c700" providerId="ADAL" clId="{3F83E967-8960-417D-BEF1-ECA81DB7EC79}" dt="2026-09-22T06:30:41.857" v="2893" actId="1036"/>
          <ac:cxnSpMkLst>
            <pc:docMk/>
            <pc:sldMk cId="2441549015" sldId="444"/>
            <ac:cxnSpMk id="11" creationId="{20088934-A965-47D0-12DC-70F788FAE715}"/>
          </ac:cxnSpMkLst>
        </pc:cxnChg>
        <pc:cxnChg chg="add mod">
          <ac:chgData name="Gill, Gaurav" userId="9da6cf44-1ce0-4d5b-ac6f-9ec5e003c700" providerId="ADAL" clId="{3F83E967-8960-417D-BEF1-ECA81DB7EC79}" dt="2026-09-22T06:30:49.398" v="2966" actId="1037"/>
          <ac:cxnSpMkLst>
            <pc:docMk/>
            <pc:sldMk cId="2441549015" sldId="444"/>
            <ac:cxnSpMk id="13" creationId="{1053547A-1641-EE15-6049-354C376B030E}"/>
          </ac:cxnSpMkLst>
        </pc:cxnChg>
        <pc:cxnChg chg="mod">
          <ac:chgData name="Gill, Gaurav" userId="9da6cf44-1ce0-4d5b-ac6f-9ec5e003c700" providerId="ADAL" clId="{3F83E967-8960-417D-BEF1-ECA81DB7EC79}" dt="2026-09-22T06:27:05.654" v="2401"/>
          <ac:cxnSpMkLst>
            <pc:docMk/>
            <pc:sldMk cId="2441549015" sldId="444"/>
            <ac:cxnSpMk id="51" creationId="{4DDDD5C1-BB27-6167-56A2-AC0BFDB8468F}"/>
          </ac:cxnSpMkLst>
        </pc:cxnChg>
        <pc:cxnChg chg="mod">
          <ac:chgData name="Gill, Gaurav" userId="9da6cf44-1ce0-4d5b-ac6f-9ec5e003c700" providerId="ADAL" clId="{3F83E967-8960-417D-BEF1-ECA81DB7EC79}" dt="2026-09-22T06:27:05.685" v="2517"/>
          <ac:cxnSpMkLst>
            <pc:docMk/>
            <pc:sldMk cId="2441549015" sldId="444"/>
            <ac:cxnSpMk id="73" creationId="{941EB6F1-2B4C-25DD-7CCC-8FFA08FA2F5E}"/>
          </ac:cxnSpMkLst>
        </pc:cxnChg>
        <pc:cxnChg chg="mod">
          <ac:chgData name="Gill, Gaurav" userId="9da6cf44-1ce0-4d5b-ac6f-9ec5e003c700" providerId="ADAL" clId="{3F83E967-8960-417D-BEF1-ECA81DB7EC79}" dt="2026-09-22T06:27:05.704" v="2589"/>
          <ac:cxnSpMkLst>
            <pc:docMk/>
            <pc:sldMk cId="2441549015" sldId="444"/>
            <ac:cxnSpMk id="96" creationId="{48F4D464-67F1-23DA-C5FB-7384BE8C0980}"/>
          </ac:cxnSpMkLst>
        </pc:cxnChg>
        <pc:cxnChg chg="mod">
          <ac:chgData name="Gill, Gaurav" userId="9da6cf44-1ce0-4d5b-ac6f-9ec5e003c700" providerId="ADAL" clId="{3F83E967-8960-417D-BEF1-ECA81DB7EC79}" dt="2026-09-22T06:27:05.712" v="2617"/>
          <ac:cxnSpMkLst>
            <pc:docMk/>
            <pc:sldMk cId="2441549015" sldId="444"/>
            <ac:cxnSpMk id="108" creationId="{ED8424BA-D826-3E31-204A-2E26B578DE44}"/>
          </ac:cxnSpMkLst>
        </pc:cxnChg>
        <pc:cxnChg chg="del mod">
          <ac:chgData name="Gill, Gaurav" userId="9da6cf44-1ce0-4d5b-ac6f-9ec5e003c700" providerId="ADAL" clId="{3F83E967-8960-417D-BEF1-ECA81DB7EC79}" dt="2026-09-22T06:29:59.001" v="2783" actId="478"/>
          <ac:cxnSpMkLst>
            <pc:docMk/>
            <pc:sldMk cId="2441549015" sldId="444"/>
            <ac:cxnSpMk id="125" creationId="{964EA2B2-E63D-1D36-13C6-44F3C2F9C349}"/>
          </ac:cxnSpMkLst>
        </pc:cxnChg>
        <pc:cxnChg chg="del mod">
          <ac:chgData name="Gill, Gaurav" userId="9da6cf44-1ce0-4d5b-ac6f-9ec5e003c700" providerId="ADAL" clId="{3F83E967-8960-417D-BEF1-ECA81DB7EC79}" dt="2026-09-22T06:29:59.001" v="2783" actId="478"/>
          <ac:cxnSpMkLst>
            <pc:docMk/>
            <pc:sldMk cId="2441549015" sldId="444"/>
            <ac:cxnSpMk id="126" creationId="{CEF6CBAB-6063-6735-832C-AB5C0AEA986C}"/>
          </ac:cxnSpMkLst>
        </pc:cxnChg>
        <pc:cxnChg chg="del mod">
          <ac:chgData name="Gill, Gaurav" userId="9da6cf44-1ce0-4d5b-ac6f-9ec5e003c700" providerId="ADAL" clId="{3F83E967-8960-417D-BEF1-ECA81DB7EC79}" dt="2026-09-22T06:29:59.001" v="2783" actId="478"/>
          <ac:cxnSpMkLst>
            <pc:docMk/>
            <pc:sldMk cId="2441549015" sldId="444"/>
            <ac:cxnSpMk id="127" creationId="{4AFE0926-7EA8-6430-DDF6-B939B1916F40}"/>
          </ac:cxnSpMkLst>
        </pc:cxnChg>
        <pc:cxnChg chg="del mod">
          <ac:chgData name="Gill, Gaurav" userId="9da6cf44-1ce0-4d5b-ac6f-9ec5e003c700" providerId="ADAL" clId="{3F83E967-8960-417D-BEF1-ECA81DB7EC79}" dt="2026-09-22T06:29:59.001" v="2783" actId="478"/>
          <ac:cxnSpMkLst>
            <pc:docMk/>
            <pc:sldMk cId="2441549015" sldId="444"/>
            <ac:cxnSpMk id="137" creationId="{00000000-0000-0000-0000-000000000000}"/>
          </ac:cxnSpMkLst>
        </pc:cxnChg>
        <pc:cxnChg chg="del mod">
          <ac:chgData name="Gill, Gaurav" userId="9da6cf44-1ce0-4d5b-ac6f-9ec5e003c700" providerId="ADAL" clId="{3F83E967-8960-417D-BEF1-ECA81DB7EC79}" dt="2026-09-22T06:29:59.001" v="2783" actId="478"/>
          <ac:cxnSpMkLst>
            <pc:docMk/>
            <pc:sldMk cId="2441549015" sldId="444"/>
            <ac:cxnSpMk id="138" creationId="{00000000-0000-0000-0000-000000000000}"/>
          </ac:cxnSpMkLst>
        </pc:cxnChg>
        <pc:cxnChg chg="del mod">
          <ac:chgData name="Gill, Gaurav" userId="9da6cf44-1ce0-4d5b-ac6f-9ec5e003c700" providerId="ADAL" clId="{3F83E967-8960-417D-BEF1-ECA81DB7EC79}" dt="2026-09-22T06:29:59.001" v="2783" actId="478"/>
          <ac:cxnSpMkLst>
            <pc:docMk/>
            <pc:sldMk cId="2441549015" sldId="444"/>
            <ac:cxnSpMk id="139" creationId="{00000000-0000-0000-0000-000000000000}"/>
          </ac:cxnSpMkLst>
        </pc:cxnChg>
        <pc:cxnChg chg="del mod">
          <ac:chgData name="Gill, Gaurav" userId="9da6cf44-1ce0-4d5b-ac6f-9ec5e003c700" providerId="ADAL" clId="{3F83E967-8960-417D-BEF1-ECA81DB7EC79}" dt="2026-09-22T06:29:59.001" v="2783" actId="478"/>
          <ac:cxnSpMkLst>
            <pc:docMk/>
            <pc:sldMk cId="2441549015" sldId="444"/>
            <ac:cxnSpMk id="140" creationId="{00000000-0000-0000-0000-000000000000}"/>
          </ac:cxnSpMkLst>
        </pc:cxnChg>
      </pc:sldChg>
      <pc:sldChg chg="modSp add mod">
        <pc:chgData name="Gill, Gaurav" userId="9da6cf44-1ce0-4d5b-ac6f-9ec5e003c700" providerId="ADAL" clId="{3F83E967-8960-417D-BEF1-ECA81DB7EC79}" dt="2026-09-22T06:33:17.830" v="2973"/>
        <pc:sldMkLst>
          <pc:docMk/>
          <pc:sldMk cId="4156043968" sldId="445"/>
        </pc:sldMkLst>
        <pc:spChg chg="mod">
          <ac:chgData name="Gill, Gaurav" userId="9da6cf44-1ce0-4d5b-ac6f-9ec5e003c700" providerId="ADAL" clId="{3F83E967-8960-417D-BEF1-ECA81DB7EC79}" dt="2026-09-22T06:33:17.830" v="2973"/>
          <ac:spMkLst>
            <pc:docMk/>
            <pc:sldMk cId="4156043968" sldId="445"/>
            <ac:spMk id="92" creationId="{C2DA6B89-26EE-39A2-ACF1-6D7975CD0C0E}"/>
          </ac:spMkLst>
        </pc:spChg>
      </pc:sldChg>
      <pc:sldMasterChg chg="delSldLayout">
        <pc:chgData name="Gill, Gaurav" userId="9da6cf44-1ce0-4d5b-ac6f-9ec5e003c700" providerId="ADAL" clId="{3F83E967-8960-417D-BEF1-ECA81DB7EC79}" dt="2026-09-21T13:15:56.313" v="162" actId="47"/>
        <pc:sldMasterMkLst>
          <pc:docMk/>
          <pc:sldMasterMk cId="241684002" sldId="2147483688"/>
        </pc:sldMasterMkLst>
        <pc:sldLayoutChg chg="del">
          <pc:chgData name="Gill, Gaurav" userId="9da6cf44-1ce0-4d5b-ac6f-9ec5e003c700" providerId="ADAL" clId="{3F83E967-8960-417D-BEF1-ECA81DB7EC79}" dt="2026-09-21T13:15:56.313" v="162" actId="47"/>
          <pc:sldLayoutMkLst>
            <pc:docMk/>
            <pc:sldMasterMk cId="241684002" sldId="2147483688"/>
            <pc:sldLayoutMk cId="1184408296" sldId="2147483695"/>
          </pc:sldLayoutMkLst>
        </pc:sldLayoutChg>
      </pc:sldMasterChg>
      <pc:sldMasterChg chg="del delSldLayout">
        <pc:chgData name="Gill, Gaurav" userId="9da6cf44-1ce0-4d5b-ac6f-9ec5e003c700" providerId="ADAL" clId="{3F83E967-8960-417D-BEF1-ECA81DB7EC79}" dt="2026-09-21T13:02:41.339" v="11"/>
        <pc:sldMasterMkLst>
          <pc:docMk/>
          <pc:sldMasterMk cId="241684002" sldId="2147483712"/>
        </pc:sldMasterMkLst>
        <pc:sldLayoutChg chg="del">
          <pc:chgData name="Gill, Gaurav" userId="9da6cf44-1ce0-4d5b-ac6f-9ec5e003c700" providerId="ADAL" clId="{3F83E967-8960-417D-BEF1-ECA81DB7EC79}" dt="2026-09-21T13:02:41.339" v="11"/>
          <pc:sldLayoutMkLst>
            <pc:docMk/>
            <pc:sldMasterMk cId="241684002" sldId="2147483712"/>
            <pc:sldLayoutMk cId="48675714" sldId="2147483713"/>
          </pc:sldLayoutMkLst>
        </pc:sldLayoutChg>
        <pc:sldLayoutChg chg="del">
          <pc:chgData name="Gill, Gaurav" userId="9da6cf44-1ce0-4d5b-ac6f-9ec5e003c700" providerId="ADAL" clId="{3F83E967-8960-417D-BEF1-ECA81DB7EC79}" dt="2026-09-21T13:02:41.339" v="11"/>
          <pc:sldLayoutMkLst>
            <pc:docMk/>
            <pc:sldMasterMk cId="241684002" sldId="2147483712"/>
            <pc:sldLayoutMk cId="668780921" sldId="2147483714"/>
          </pc:sldLayoutMkLst>
        </pc:sldLayoutChg>
        <pc:sldLayoutChg chg="del">
          <pc:chgData name="Gill, Gaurav" userId="9da6cf44-1ce0-4d5b-ac6f-9ec5e003c700" providerId="ADAL" clId="{3F83E967-8960-417D-BEF1-ECA81DB7EC79}" dt="2026-09-21T13:02:41.339" v="11"/>
          <pc:sldLayoutMkLst>
            <pc:docMk/>
            <pc:sldMasterMk cId="241684002" sldId="2147483712"/>
            <pc:sldLayoutMk cId="2258559694" sldId="2147483715"/>
          </pc:sldLayoutMkLst>
        </pc:sldLayoutChg>
        <pc:sldLayoutChg chg="del">
          <pc:chgData name="Gill, Gaurav" userId="9da6cf44-1ce0-4d5b-ac6f-9ec5e003c700" providerId="ADAL" clId="{3F83E967-8960-417D-BEF1-ECA81DB7EC79}" dt="2026-09-21T13:02:41.339" v="11"/>
          <pc:sldLayoutMkLst>
            <pc:docMk/>
            <pc:sldMasterMk cId="241684002" sldId="2147483712"/>
            <pc:sldLayoutMk cId="1625722611" sldId="2147483716"/>
          </pc:sldLayoutMkLst>
        </pc:sldLayoutChg>
        <pc:sldLayoutChg chg="del">
          <pc:chgData name="Gill, Gaurav" userId="9da6cf44-1ce0-4d5b-ac6f-9ec5e003c700" providerId="ADAL" clId="{3F83E967-8960-417D-BEF1-ECA81DB7EC79}" dt="2026-09-21T13:02:41.339" v="11"/>
          <pc:sldLayoutMkLst>
            <pc:docMk/>
            <pc:sldMasterMk cId="241684002" sldId="2147483712"/>
            <pc:sldLayoutMk cId="2468559821" sldId="2147483717"/>
          </pc:sldLayoutMkLst>
        </pc:sldLayoutChg>
        <pc:sldLayoutChg chg="del">
          <pc:chgData name="Gill, Gaurav" userId="9da6cf44-1ce0-4d5b-ac6f-9ec5e003c700" providerId="ADAL" clId="{3F83E967-8960-417D-BEF1-ECA81DB7EC79}" dt="2026-09-21T13:02:41.339" v="11"/>
          <pc:sldLayoutMkLst>
            <pc:docMk/>
            <pc:sldMasterMk cId="241684002" sldId="2147483712"/>
            <pc:sldLayoutMk cId="369824269" sldId="2147483718"/>
          </pc:sldLayoutMkLst>
        </pc:sldLayoutChg>
        <pc:sldLayoutChg chg="del">
          <pc:chgData name="Gill, Gaurav" userId="9da6cf44-1ce0-4d5b-ac6f-9ec5e003c700" providerId="ADAL" clId="{3F83E967-8960-417D-BEF1-ECA81DB7EC79}" dt="2026-09-21T13:02:41.339" v="11"/>
          <pc:sldLayoutMkLst>
            <pc:docMk/>
            <pc:sldMasterMk cId="241684002" sldId="2147483712"/>
            <pc:sldLayoutMk cId="1184408296" sldId="2147483719"/>
          </pc:sldLayoutMkLst>
        </pc:sldLayoutChg>
        <pc:sldLayoutChg chg="del">
          <pc:chgData name="Gill, Gaurav" userId="9da6cf44-1ce0-4d5b-ac6f-9ec5e003c700" providerId="ADAL" clId="{3F83E967-8960-417D-BEF1-ECA81DB7EC79}" dt="2026-09-21T13:02:41.339" v="11"/>
          <pc:sldLayoutMkLst>
            <pc:docMk/>
            <pc:sldMasterMk cId="241684002" sldId="2147483712"/>
            <pc:sldLayoutMk cId="532470832" sldId="2147483720"/>
          </pc:sldLayoutMkLst>
        </pc:sldLayoutChg>
        <pc:sldLayoutChg chg="del">
          <pc:chgData name="Gill, Gaurav" userId="9da6cf44-1ce0-4d5b-ac6f-9ec5e003c700" providerId="ADAL" clId="{3F83E967-8960-417D-BEF1-ECA81DB7EC79}" dt="2026-09-21T13:02:41.339" v="11"/>
          <pc:sldLayoutMkLst>
            <pc:docMk/>
            <pc:sldMasterMk cId="241684002" sldId="2147483712"/>
            <pc:sldLayoutMk cId="510663522" sldId="2147483721"/>
          </pc:sldLayoutMkLst>
        </pc:sldLayoutChg>
        <pc:sldLayoutChg chg="del">
          <pc:chgData name="Gill, Gaurav" userId="9da6cf44-1ce0-4d5b-ac6f-9ec5e003c700" providerId="ADAL" clId="{3F83E967-8960-417D-BEF1-ECA81DB7EC79}" dt="2026-09-21T13:02:41.339" v="11"/>
          <pc:sldLayoutMkLst>
            <pc:docMk/>
            <pc:sldMasterMk cId="241684002" sldId="2147483712"/>
            <pc:sldLayoutMk cId="2868956665" sldId="2147483722"/>
          </pc:sldLayoutMkLst>
        </pc:sldLayoutChg>
        <pc:sldLayoutChg chg="del">
          <pc:chgData name="Gill, Gaurav" userId="9da6cf44-1ce0-4d5b-ac6f-9ec5e003c700" providerId="ADAL" clId="{3F83E967-8960-417D-BEF1-ECA81DB7EC79}" dt="2026-09-21T13:02:40.577" v="5"/>
          <pc:sldLayoutMkLst>
            <pc:docMk/>
            <pc:sldMasterMk cId="241684002" sldId="2147483712"/>
            <pc:sldLayoutMk cId="3286939650" sldId="2147483723"/>
          </pc:sldLayoutMkLst>
        </pc:sldLayoutChg>
      </pc:sldMasterChg>
      <pc:sldMasterChg chg="add addSldLayout delSldLayout">
        <pc:chgData name="Gill, Gaurav" userId="9da6cf44-1ce0-4d5b-ac6f-9ec5e003c700" providerId="ADAL" clId="{3F83E967-8960-417D-BEF1-ECA81DB7EC79}" dt="2026-09-21T13:16:56.528" v="170" actId="47"/>
        <pc:sldMasterMkLst>
          <pc:docMk/>
          <pc:sldMasterMk cId="241684002" sldId="2147483724"/>
        </pc:sldMasterMkLst>
        <pc:sldLayoutChg chg="add">
          <pc:chgData name="Gill, Gaurav" userId="9da6cf44-1ce0-4d5b-ac6f-9ec5e003c700" providerId="ADAL" clId="{3F83E967-8960-417D-BEF1-ECA81DB7EC79}" dt="2026-09-21T13:02:40.559" v="4"/>
          <pc:sldLayoutMkLst>
            <pc:docMk/>
            <pc:sldMasterMk cId="241684002" sldId="2147483724"/>
            <pc:sldLayoutMk cId="48675714" sldId="2147483725"/>
          </pc:sldLayoutMkLst>
        </pc:sldLayoutChg>
        <pc:sldLayoutChg chg="add">
          <pc:chgData name="Gill, Gaurav" userId="9da6cf44-1ce0-4d5b-ac6f-9ec5e003c700" providerId="ADAL" clId="{3F83E967-8960-417D-BEF1-ECA81DB7EC79}" dt="2026-09-21T13:02:40.559" v="4"/>
          <pc:sldLayoutMkLst>
            <pc:docMk/>
            <pc:sldMasterMk cId="241684002" sldId="2147483724"/>
            <pc:sldLayoutMk cId="668780921" sldId="2147483726"/>
          </pc:sldLayoutMkLst>
        </pc:sldLayoutChg>
        <pc:sldLayoutChg chg="add">
          <pc:chgData name="Gill, Gaurav" userId="9da6cf44-1ce0-4d5b-ac6f-9ec5e003c700" providerId="ADAL" clId="{3F83E967-8960-417D-BEF1-ECA81DB7EC79}" dt="2026-09-21T13:02:40.559" v="4"/>
          <pc:sldLayoutMkLst>
            <pc:docMk/>
            <pc:sldMasterMk cId="241684002" sldId="2147483724"/>
            <pc:sldLayoutMk cId="2258559694" sldId="2147483727"/>
          </pc:sldLayoutMkLst>
        </pc:sldLayoutChg>
        <pc:sldLayoutChg chg="add">
          <pc:chgData name="Gill, Gaurav" userId="9da6cf44-1ce0-4d5b-ac6f-9ec5e003c700" providerId="ADAL" clId="{3F83E967-8960-417D-BEF1-ECA81DB7EC79}" dt="2026-09-21T13:02:40.559" v="4"/>
          <pc:sldLayoutMkLst>
            <pc:docMk/>
            <pc:sldMasterMk cId="241684002" sldId="2147483724"/>
            <pc:sldLayoutMk cId="1625722611" sldId="2147483728"/>
          </pc:sldLayoutMkLst>
        </pc:sldLayoutChg>
        <pc:sldLayoutChg chg="add">
          <pc:chgData name="Gill, Gaurav" userId="9da6cf44-1ce0-4d5b-ac6f-9ec5e003c700" providerId="ADAL" clId="{3F83E967-8960-417D-BEF1-ECA81DB7EC79}" dt="2026-09-21T13:02:40.559" v="4"/>
          <pc:sldLayoutMkLst>
            <pc:docMk/>
            <pc:sldMasterMk cId="241684002" sldId="2147483724"/>
            <pc:sldLayoutMk cId="2468559821" sldId="2147483729"/>
          </pc:sldLayoutMkLst>
        </pc:sldLayoutChg>
        <pc:sldLayoutChg chg="add del">
          <pc:chgData name="Gill, Gaurav" userId="9da6cf44-1ce0-4d5b-ac6f-9ec5e003c700" providerId="ADAL" clId="{3F83E967-8960-417D-BEF1-ECA81DB7EC79}" dt="2026-09-21T13:16:56.528" v="170" actId="47"/>
          <pc:sldLayoutMkLst>
            <pc:docMk/>
            <pc:sldMasterMk cId="241684002" sldId="2147483724"/>
            <pc:sldLayoutMk cId="369824269" sldId="2147483730"/>
          </pc:sldLayoutMkLst>
        </pc:sldLayoutChg>
        <pc:sldLayoutChg chg="add">
          <pc:chgData name="Gill, Gaurav" userId="9da6cf44-1ce0-4d5b-ac6f-9ec5e003c700" providerId="ADAL" clId="{3F83E967-8960-417D-BEF1-ECA81DB7EC79}" dt="2026-09-21T13:02:40.559" v="4"/>
          <pc:sldLayoutMkLst>
            <pc:docMk/>
            <pc:sldMasterMk cId="241684002" sldId="2147483724"/>
            <pc:sldLayoutMk cId="1184408296" sldId="2147483731"/>
          </pc:sldLayoutMkLst>
        </pc:sldLayoutChg>
        <pc:sldLayoutChg chg="add">
          <pc:chgData name="Gill, Gaurav" userId="9da6cf44-1ce0-4d5b-ac6f-9ec5e003c700" providerId="ADAL" clId="{3F83E967-8960-417D-BEF1-ECA81DB7EC79}" dt="2026-09-21T13:02:40.559" v="4"/>
          <pc:sldLayoutMkLst>
            <pc:docMk/>
            <pc:sldMasterMk cId="241684002" sldId="2147483724"/>
            <pc:sldLayoutMk cId="532470832" sldId="2147483732"/>
          </pc:sldLayoutMkLst>
        </pc:sldLayoutChg>
        <pc:sldLayoutChg chg="add">
          <pc:chgData name="Gill, Gaurav" userId="9da6cf44-1ce0-4d5b-ac6f-9ec5e003c700" providerId="ADAL" clId="{3F83E967-8960-417D-BEF1-ECA81DB7EC79}" dt="2026-09-21T13:02:40.559" v="4"/>
          <pc:sldLayoutMkLst>
            <pc:docMk/>
            <pc:sldMasterMk cId="241684002" sldId="2147483724"/>
            <pc:sldLayoutMk cId="510663522" sldId="2147483733"/>
          </pc:sldLayoutMkLst>
        </pc:sldLayoutChg>
        <pc:sldLayoutChg chg="add">
          <pc:chgData name="Gill, Gaurav" userId="9da6cf44-1ce0-4d5b-ac6f-9ec5e003c700" providerId="ADAL" clId="{3F83E967-8960-417D-BEF1-ECA81DB7EC79}" dt="2026-09-21T13:02:40.559" v="4"/>
          <pc:sldLayoutMkLst>
            <pc:docMk/>
            <pc:sldMasterMk cId="241684002" sldId="2147483724"/>
            <pc:sldLayoutMk cId="2868956665" sldId="2147483734"/>
          </pc:sldLayoutMkLst>
        </pc:sldLayoutChg>
        <pc:sldLayoutChg chg="add">
          <pc:chgData name="Gill, Gaurav" userId="9da6cf44-1ce0-4d5b-ac6f-9ec5e003c700" providerId="ADAL" clId="{3F83E967-8960-417D-BEF1-ECA81DB7EC79}" dt="2026-09-21T13:02:40.559" v="4"/>
          <pc:sldLayoutMkLst>
            <pc:docMk/>
            <pc:sldMasterMk cId="241684002" sldId="2147483724"/>
            <pc:sldLayoutMk cId="3286939650" sldId="2147483735"/>
          </pc:sldLayoutMkLst>
        </pc:sldLayoutChg>
      </pc:sldMasterChg>
    </pc:docChg>
  </pc:docChgLst>
  <pc:docChgLst>
    <pc:chgData name="Umang, Swati" userId="7e7a3467-3600-4bc4-bf17-d95dbb51ae92" providerId="ADAL" clId="{F0ED9837-ACA1-4616-A60E-49934154A288}"/>
    <pc:docChg chg="undo redo custSel addSld delSld modSld sldOrd delMainMaster modMainMaster">
      <pc:chgData name="Umang, Swati" userId="7e7a3467-3600-4bc4-bf17-d95dbb51ae92" providerId="ADAL" clId="{F0ED9837-ACA1-4616-A60E-49934154A288}" dt="2026-09-22T05:49:51.275" v="919" actId="2084"/>
      <pc:docMkLst>
        <pc:docMk/>
      </pc:docMkLst>
      <pc:sldChg chg="modSp mod">
        <pc:chgData name="Umang, Swati" userId="7e7a3467-3600-4bc4-bf17-d95dbb51ae92" providerId="ADAL" clId="{F0ED9837-ACA1-4616-A60E-49934154A288}" dt="2026-09-22T05:18:50.193" v="847" actId="20577"/>
        <pc:sldMkLst>
          <pc:docMk/>
          <pc:sldMk cId="1832385473" sldId="376"/>
        </pc:sldMkLst>
        <pc:spChg chg="mod">
          <ac:chgData name="Umang, Swati" userId="7e7a3467-3600-4bc4-bf17-d95dbb51ae92" providerId="ADAL" clId="{F0ED9837-ACA1-4616-A60E-49934154A288}" dt="2026-09-22T04:27:30.957" v="128" actId="403"/>
          <ac:spMkLst>
            <pc:docMk/>
            <pc:sldMk cId="1832385473" sldId="376"/>
            <ac:spMk id="44" creationId="{00000000-0000-0000-0000-000000000000}"/>
          </ac:spMkLst>
        </pc:spChg>
        <pc:spChg chg="mod">
          <ac:chgData name="Umang, Swati" userId="7e7a3467-3600-4bc4-bf17-d95dbb51ae92" providerId="ADAL" clId="{F0ED9837-ACA1-4616-A60E-49934154A288}" dt="2026-09-22T05:18:50.193" v="847" actId="20577"/>
          <ac:spMkLst>
            <pc:docMk/>
            <pc:sldMk cId="1832385473" sldId="376"/>
            <ac:spMk id="59" creationId="{DE6E851B-A499-9791-D642-D13080F25EA9}"/>
          </ac:spMkLst>
        </pc:spChg>
      </pc:sldChg>
      <pc:sldChg chg="delSp mod">
        <pc:chgData name="Umang, Swati" userId="7e7a3467-3600-4bc4-bf17-d95dbb51ae92" providerId="ADAL" clId="{F0ED9837-ACA1-4616-A60E-49934154A288}" dt="2026-09-21T14:34:14.619" v="28" actId="478"/>
        <pc:sldMkLst>
          <pc:docMk/>
          <pc:sldMk cId="2356354733" sldId="396"/>
        </pc:sldMkLst>
        <pc:spChg chg="del">
          <ac:chgData name="Umang, Swati" userId="7e7a3467-3600-4bc4-bf17-d95dbb51ae92" providerId="ADAL" clId="{F0ED9837-ACA1-4616-A60E-49934154A288}" dt="2026-09-21T14:34:14.619" v="28" actId="478"/>
          <ac:spMkLst>
            <pc:docMk/>
            <pc:sldMk cId="2356354733" sldId="396"/>
            <ac:spMk id="9" creationId="{00000000-0000-0000-0000-000000000000}"/>
          </ac:spMkLst>
        </pc:spChg>
      </pc:sldChg>
      <pc:sldChg chg="addSp delSp modSp mod">
        <pc:chgData name="Umang, Swati" userId="7e7a3467-3600-4bc4-bf17-d95dbb51ae92" providerId="ADAL" clId="{F0ED9837-ACA1-4616-A60E-49934154A288}" dt="2026-09-22T05:20:41.775" v="906" actId="20577"/>
        <pc:sldMkLst>
          <pc:docMk/>
          <pc:sldMk cId="4280179590" sldId="397"/>
        </pc:sldMkLst>
        <pc:spChg chg="del">
          <ac:chgData name="Umang, Swati" userId="7e7a3467-3600-4bc4-bf17-d95dbb51ae92" providerId="ADAL" clId="{F0ED9837-ACA1-4616-A60E-49934154A288}" dt="2026-09-21T14:48:58.738" v="102" actId="478"/>
          <ac:spMkLst>
            <pc:docMk/>
            <pc:sldMk cId="4280179590" sldId="397"/>
            <ac:spMk id="28" creationId="{00000000-0000-0000-0000-000000000000}"/>
          </ac:spMkLst>
        </pc:spChg>
        <pc:spChg chg="add del mod">
          <ac:chgData name="Umang, Swati" userId="7e7a3467-3600-4bc4-bf17-d95dbb51ae92" providerId="ADAL" clId="{F0ED9837-ACA1-4616-A60E-49934154A288}" dt="2026-09-21T14:34:02.820" v="27" actId="478"/>
          <ac:spMkLst>
            <pc:docMk/>
            <pc:sldMk cId="4280179590" sldId="397"/>
            <ac:spMk id="34" creationId="{C5B8248E-FA5C-077F-133E-B2C006ED79EA}"/>
          </ac:spMkLst>
        </pc:spChg>
        <pc:graphicFrameChg chg="del mod modGraphic">
          <ac:chgData name="Umang, Swati" userId="7e7a3467-3600-4bc4-bf17-d95dbb51ae92" providerId="ADAL" clId="{F0ED9837-ACA1-4616-A60E-49934154A288}" dt="2026-09-21T14:33:39.385" v="20" actId="478"/>
          <ac:graphicFrameMkLst>
            <pc:docMk/>
            <pc:sldMk cId="4280179590" sldId="397"/>
            <ac:graphicFrameMk id="29" creationId="{46449883-B2E6-5D87-FC72-83AA276307F1}"/>
          </ac:graphicFrameMkLst>
        </pc:graphicFrameChg>
        <pc:graphicFrameChg chg="add mod modGraphic">
          <ac:chgData name="Umang, Swati" userId="7e7a3467-3600-4bc4-bf17-d95dbb51ae92" providerId="ADAL" clId="{F0ED9837-ACA1-4616-A60E-49934154A288}" dt="2026-09-22T05:20:41.775" v="906" actId="20577"/>
          <ac:graphicFrameMkLst>
            <pc:docMk/>
            <pc:sldMk cId="4280179590" sldId="397"/>
            <ac:graphicFrameMk id="32" creationId="{05A2A644-F856-36FB-F58E-C426A2B1E603}"/>
          </ac:graphicFrameMkLst>
        </pc:graphicFrameChg>
      </pc:sldChg>
      <pc:sldChg chg="delSp modSp mod">
        <pc:chgData name="Umang, Swati" userId="7e7a3467-3600-4bc4-bf17-d95dbb51ae92" providerId="ADAL" clId="{F0ED9837-ACA1-4616-A60E-49934154A288}" dt="2026-09-22T05:18:53.865" v="848" actId="20577"/>
        <pc:sldMkLst>
          <pc:docMk/>
          <pc:sldMk cId="1136557157" sldId="398"/>
        </pc:sldMkLst>
        <pc:spChg chg="del">
          <ac:chgData name="Umang, Swati" userId="7e7a3467-3600-4bc4-bf17-d95dbb51ae92" providerId="ADAL" clId="{F0ED9837-ACA1-4616-A60E-49934154A288}" dt="2026-09-21T14:44:03.718" v="73" actId="478"/>
          <ac:spMkLst>
            <pc:docMk/>
            <pc:sldMk cId="1136557157" sldId="398"/>
            <ac:spMk id="4" creationId="{8F7C0903-8DB4-1F0B-E732-D9A05EFDFA0F}"/>
          </ac:spMkLst>
        </pc:spChg>
        <pc:spChg chg="mod">
          <ac:chgData name="Umang, Swati" userId="7e7a3467-3600-4bc4-bf17-d95dbb51ae92" providerId="ADAL" clId="{F0ED9837-ACA1-4616-A60E-49934154A288}" dt="2026-09-22T05:18:53.865" v="848" actId="20577"/>
          <ac:spMkLst>
            <pc:docMk/>
            <pc:sldMk cId="1136557157" sldId="398"/>
            <ac:spMk id="49" creationId="{61FAE3C4-3869-D92F-5E2C-9CBF1FF5EACF}"/>
          </ac:spMkLst>
        </pc:spChg>
      </pc:sldChg>
      <pc:sldChg chg="modSp del mod">
        <pc:chgData name="Umang, Swati" userId="7e7a3467-3600-4bc4-bf17-d95dbb51ae92" providerId="ADAL" clId="{F0ED9837-ACA1-4616-A60E-49934154A288}" dt="2026-09-21T14:31:47.354" v="2" actId="47"/>
        <pc:sldMkLst>
          <pc:docMk/>
          <pc:sldMk cId="3291106927" sldId="413"/>
        </pc:sldMkLst>
        <pc:spChg chg="mod">
          <ac:chgData name="Umang, Swati" userId="7e7a3467-3600-4bc4-bf17-d95dbb51ae92" providerId="ADAL" clId="{F0ED9837-ACA1-4616-A60E-49934154A288}" dt="2026-09-21T14:25:30.771" v="0" actId="404"/>
          <ac:spMkLst>
            <pc:docMk/>
            <pc:sldMk cId="3291106927" sldId="413"/>
            <ac:spMk id="101" creationId="{73FD7025-B213-42B6-8B1B-578ADFBCD25D}"/>
          </ac:spMkLst>
        </pc:spChg>
        <pc:spChg chg="mod">
          <ac:chgData name="Umang, Swati" userId="7e7a3467-3600-4bc4-bf17-d95dbb51ae92" providerId="ADAL" clId="{F0ED9837-ACA1-4616-A60E-49934154A288}" dt="2026-09-21T14:25:36.450" v="1" actId="1076"/>
          <ac:spMkLst>
            <pc:docMk/>
            <pc:sldMk cId="3291106927" sldId="413"/>
            <ac:spMk id="103" creationId="{4F6403C6-6192-F379-5665-BDA74392B576}"/>
          </ac:spMkLst>
        </pc:spChg>
      </pc:sldChg>
      <pc:sldChg chg="delSp modSp mod">
        <pc:chgData name="Umang, Swati" userId="7e7a3467-3600-4bc4-bf17-d95dbb51ae92" providerId="ADAL" clId="{F0ED9837-ACA1-4616-A60E-49934154A288}" dt="2026-09-21T14:44:19.051" v="75"/>
        <pc:sldMkLst>
          <pc:docMk/>
          <pc:sldMk cId="3300093514" sldId="417"/>
        </pc:sldMkLst>
        <pc:spChg chg="del">
          <ac:chgData name="Umang, Swati" userId="7e7a3467-3600-4bc4-bf17-d95dbb51ae92" providerId="ADAL" clId="{F0ED9837-ACA1-4616-A60E-49934154A288}" dt="2026-09-21T14:44:08.144" v="74" actId="478"/>
          <ac:spMkLst>
            <pc:docMk/>
            <pc:sldMk cId="3300093514" sldId="417"/>
            <ac:spMk id="4" creationId="{27052D3E-EB82-FE26-3493-021D281D5E42}"/>
          </ac:spMkLst>
        </pc:spChg>
        <pc:spChg chg="mod">
          <ac:chgData name="Umang, Swati" userId="7e7a3467-3600-4bc4-bf17-d95dbb51ae92" providerId="ADAL" clId="{F0ED9837-ACA1-4616-A60E-49934154A288}" dt="2026-09-21T14:44:19.051" v="75"/>
          <ac:spMkLst>
            <pc:docMk/>
            <pc:sldMk cId="3300093514" sldId="417"/>
            <ac:spMk id="49" creationId="{E0601629-5BF7-E59D-C452-9637D7D8109E}"/>
          </ac:spMkLst>
        </pc:spChg>
      </pc:sldChg>
      <pc:sldChg chg="delSp modSp mod">
        <pc:chgData name="Umang, Swati" userId="7e7a3467-3600-4bc4-bf17-d95dbb51ae92" providerId="ADAL" clId="{F0ED9837-ACA1-4616-A60E-49934154A288}" dt="2026-09-21T14:49:05.951" v="103" actId="478"/>
        <pc:sldMkLst>
          <pc:docMk/>
          <pc:sldMk cId="2057792808" sldId="418"/>
        </pc:sldMkLst>
        <pc:spChg chg="del">
          <ac:chgData name="Umang, Swati" userId="7e7a3467-3600-4bc4-bf17-d95dbb51ae92" providerId="ADAL" clId="{F0ED9837-ACA1-4616-A60E-49934154A288}" dt="2026-09-21T14:49:05.951" v="103" actId="478"/>
          <ac:spMkLst>
            <pc:docMk/>
            <pc:sldMk cId="2057792808" sldId="418"/>
            <ac:spMk id="4" creationId="{7C142860-975F-C08B-24CB-672C20CA8406}"/>
          </ac:spMkLst>
        </pc:spChg>
        <pc:spChg chg="mod">
          <ac:chgData name="Umang, Swati" userId="7e7a3467-3600-4bc4-bf17-d95dbb51ae92" providerId="ADAL" clId="{F0ED9837-ACA1-4616-A60E-49934154A288}" dt="2026-09-21T14:45:12.524" v="84"/>
          <ac:spMkLst>
            <pc:docMk/>
            <pc:sldMk cId="2057792808" sldId="418"/>
            <ac:spMk id="49" creationId="{FA2DE8F1-1712-8643-0A37-FBC2A2DFE9F3}"/>
          </ac:spMkLst>
        </pc:spChg>
      </pc:sldChg>
      <pc:sldChg chg="addSp modSp mod">
        <pc:chgData name="Umang, Swati" userId="7e7a3467-3600-4bc4-bf17-d95dbb51ae92" providerId="ADAL" clId="{F0ED9837-ACA1-4616-A60E-49934154A288}" dt="2026-09-22T04:45:42.909" v="395" actId="1076"/>
        <pc:sldMkLst>
          <pc:docMk/>
          <pc:sldMk cId="1428173778" sldId="419"/>
        </pc:sldMkLst>
        <pc:spChg chg="mod">
          <ac:chgData name="Umang, Swati" userId="7e7a3467-3600-4bc4-bf17-d95dbb51ae92" providerId="ADAL" clId="{F0ED9837-ACA1-4616-A60E-49934154A288}" dt="2026-09-22T04:42:10.981" v="283" actId="14100"/>
          <ac:spMkLst>
            <pc:docMk/>
            <pc:sldMk cId="1428173778" sldId="419"/>
            <ac:spMk id="4" creationId="{C6351B8B-3C28-8117-8F84-D034F01591E9}"/>
          </ac:spMkLst>
        </pc:spChg>
        <pc:spChg chg="mod">
          <ac:chgData name="Umang, Swati" userId="7e7a3467-3600-4bc4-bf17-d95dbb51ae92" providerId="ADAL" clId="{F0ED9837-ACA1-4616-A60E-49934154A288}" dt="2026-09-22T04:43:25.157" v="304" actId="1076"/>
          <ac:spMkLst>
            <pc:docMk/>
            <pc:sldMk cId="1428173778" sldId="419"/>
            <ac:spMk id="7" creationId="{557BA58F-7167-C5DC-DD86-ED010DADE8EF}"/>
          </ac:spMkLst>
        </pc:spChg>
        <pc:spChg chg="mod">
          <ac:chgData name="Umang, Swati" userId="7e7a3467-3600-4bc4-bf17-d95dbb51ae92" providerId="ADAL" clId="{F0ED9837-ACA1-4616-A60E-49934154A288}" dt="2026-09-22T04:44:04.105" v="318" actId="164"/>
          <ac:spMkLst>
            <pc:docMk/>
            <pc:sldMk cId="1428173778" sldId="419"/>
            <ac:spMk id="9" creationId="{18F56A9D-1809-C244-A244-1230B4C48F4B}"/>
          </ac:spMkLst>
        </pc:spChg>
        <pc:spChg chg="mod">
          <ac:chgData name="Umang, Swati" userId="7e7a3467-3600-4bc4-bf17-d95dbb51ae92" providerId="ADAL" clId="{F0ED9837-ACA1-4616-A60E-49934154A288}" dt="2026-09-22T04:44:04.105" v="318" actId="164"/>
          <ac:spMkLst>
            <pc:docMk/>
            <pc:sldMk cId="1428173778" sldId="419"/>
            <ac:spMk id="11" creationId="{5F7343CD-B6EE-CAA3-F6D7-3629C7C740F4}"/>
          </ac:spMkLst>
        </pc:spChg>
        <pc:spChg chg="mod">
          <ac:chgData name="Umang, Swati" userId="7e7a3467-3600-4bc4-bf17-d95dbb51ae92" providerId="ADAL" clId="{F0ED9837-ACA1-4616-A60E-49934154A288}" dt="2026-09-22T04:44:04.105" v="318" actId="164"/>
          <ac:spMkLst>
            <pc:docMk/>
            <pc:sldMk cId="1428173778" sldId="419"/>
            <ac:spMk id="13" creationId="{91DF5269-13EE-1E65-7FD9-2E5B4812BD3C}"/>
          </ac:spMkLst>
        </pc:spChg>
        <pc:spChg chg="mod">
          <ac:chgData name="Umang, Swati" userId="7e7a3467-3600-4bc4-bf17-d95dbb51ae92" providerId="ADAL" clId="{F0ED9837-ACA1-4616-A60E-49934154A288}" dt="2026-09-22T04:44:33.586" v="325" actId="1076"/>
          <ac:spMkLst>
            <pc:docMk/>
            <pc:sldMk cId="1428173778" sldId="419"/>
            <ac:spMk id="15" creationId="{E1BE3CE5-1033-2AD7-88C0-63A612D0CAE2}"/>
          </ac:spMkLst>
        </pc:spChg>
        <pc:spChg chg="mod">
          <ac:chgData name="Umang, Swati" userId="7e7a3467-3600-4bc4-bf17-d95dbb51ae92" providerId="ADAL" clId="{F0ED9837-ACA1-4616-A60E-49934154A288}" dt="2026-09-22T04:44:45.340" v="328" actId="1076"/>
          <ac:spMkLst>
            <pc:docMk/>
            <pc:sldMk cId="1428173778" sldId="419"/>
            <ac:spMk id="17" creationId="{D80A0AF0-AB00-25CB-3151-6C0553D2F417}"/>
          </ac:spMkLst>
        </pc:spChg>
        <pc:spChg chg="mod">
          <ac:chgData name="Umang, Swati" userId="7e7a3467-3600-4bc4-bf17-d95dbb51ae92" providerId="ADAL" clId="{F0ED9837-ACA1-4616-A60E-49934154A288}" dt="2026-09-22T04:45:33.784" v="394"/>
          <ac:spMkLst>
            <pc:docMk/>
            <pc:sldMk cId="1428173778" sldId="419"/>
            <ac:spMk id="19" creationId="{34A6014E-D3BB-955B-B89D-3CC8830E124B}"/>
          </ac:spMkLst>
        </pc:spChg>
        <pc:spChg chg="mod">
          <ac:chgData name="Umang, Swati" userId="7e7a3467-3600-4bc4-bf17-d95dbb51ae92" providerId="ADAL" clId="{F0ED9837-ACA1-4616-A60E-49934154A288}" dt="2026-09-22T04:45:42.909" v="395" actId="1076"/>
          <ac:spMkLst>
            <pc:docMk/>
            <pc:sldMk cId="1428173778" sldId="419"/>
            <ac:spMk id="21" creationId="{3F2371A8-9309-B257-45E7-AC265A56CFE6}"/>
          </ac:spMkLst>
        </pc:spChg>
        <pc:spChg chg="mod">
          <ac:chgData name="Umang, Swati" userId="7e7a3467-3600-4bc4-bf17-d95dbb51ae92" providerId="ADAL" clId="{F0ED9837-ACA1-4616-A60E-49934154A288}" dt="2026-09-22T04:45:42.909" v="395" actId="1076"/>
          <ac:spMkLst>
            <pc:docMk/>
            <pc:sldMk cId="1428173778" sldId="419"/>
            <ac:spMk id="25" creationId="{4F034F33-0140-FCB9-E50F-C738832FD45E}"/>
          </ac:spMkLst>
        </pc:spChg>
        <pc:spChg chg="mod">
          <ac:chgData name="Umang, Swati" userId="7e7a3467-3600-4bc4-bf17-d95dbb51ae92" providerId="ADAL" clId="{F0ED9837-ACA1-4616-A60E-49934154A288}" dt="2026-09-22T04:42:42.699" v="292" actId="14100"/>
          <ac:spMkLst>
            <pc:docMk/>
            <pc:sldMk cId="1428173778" sldId="419"/>
            <ac:spMk id="27" creationId="{55459B53-4632-5FAA-9212-7D295BBCA2C4}"/>
          </ac:spMkLst>
        </pc:spChg>
        <pc:spChg chg="mod">
          <ac:chgData name="Umang, Swati" userId="7e7a3467-3600-4bc4-bf17-d95dbb51ae92" providerId="ADAL" clId="{F0ED9837-ACA1-4616-A60E-49934154A288}" dt="2026-09-22T04:44:40.937" v="327" actId="1076"/>
          <ac:spMkLst>
            <pc:docMk/>
            <pc:sldMk cId="1428173778" sldId="419"/>
            <ac:spMk id="35" creationId="{EAE17C1D-A412-1E1E-EA81-459AE79273D3}"/>
          </ac:spMkLst>
        </pc:spChg>
        <pc:spChg chg="mod">
          <ac:chgData name="Umang, Swati" userId="7e7a3467-3600-4bc4-bf17-d95dbb51ae92" providerId="ADAL" clId="{F0ED9837-ACA1-4616-A60E-49934154A288}" dt="2026-09-22T04:44:45.340" v="328" actId="1076"/>
          <ac:spMkLst>
            <pc:docMk/>
            <pc:sldMk cId="1428173778" sldId="419"/>
            <ac:spMk id="37" creationId="{F8413E12-8FCB-592D-C530-5779135B5CDE}"/>
          </ac:spMkLst>
        </pc:spChg>
        <pc:spChg chg="mod">
          <ac:chgData name="Umang, Swati" userId="7e7a3467-3600-4bc4-bf17-d95dbb51ae92" providerId="ADAL" clId="{F0ED9837-ACA1-4616-A60E-49934154A288}" dt="2026-09-22T04:45:30.875" v="393"/>
          <ac:spMkLst>
            <pc:docMk/>
            <pc:sldMk cId="1428173778" sldId="419"/>
            <ac:spMk id="39" creationId="{B6E0EC91-D699-9199-8F75-12419C03AA73}"/>
          </ac:spMkLst>
        </pc:spChg>
        <pc:spChg chg="mod">
          <ac:chgData name="Umang, Swati" userId="7e7a3467-3600-4bc4-bf17-d95dbb51ae92" providerId="ADAL" clId="{F0ED9837-ACA1-4616-A60E-49934154A288}" dt="2026-09-22T04:45:42.909" v="395" actId="1076"/>
          <ac:spMkLst>
            <pc:docMk/>
            <pc:sldMk cId="1428173778" sldId="419"/>
            <ac:spMk id="41" creationId="{F79B9559-9E8C-D3B4-C094-4F04E32FC48E}"/>
          </ac:spMkLst>
        </pc:spChg>
        <pc:spChg chg="mod">
          <ac:chgData name="Umang, Swati" userId="7e7a3467-3600-4bc4-bf17-d95dbb51ae92" providerId="ADAL" clId="{F0ED9837-ACA1-4616-A60E-49934154A288}" dt="2026-09-22T04:45:42.909" v="395" actId="1076"/>
          <ac:spMkLst>
            <pc:docMk/>
            <pc:sldMk cId="1428173778" sldId="419"/>
            <ac:spMk id="45" creationId="{A94DD212-C054-CC8E-7782-B690D077055B}"/>
          </ac:spMkLst>
        </pc:spChg>
        <pc:spChg chg="mod">
          <ac:chgData name="Umang, Swati" userId="7e7a3467-3600-4bc4-bf17-d95dbb51ae92" providerId="ADAL" clId="{F0ED9837-ACA1-4616-A60E-49934154A288}" dt="2026-09-22T04:42:42.699" v="292" actId="14100"/>
          <ac:spMkLst>
            <pc:docMk/>
            <pc:sldMk cId="1428173778" sldId="419"/>
            <ac:spMk id="46" creationId="{98FACDD4-C8A4-C40C-F785-C25E9D0C1103}"/>
          </ac:spMkLst>
        </pc:spChg>
        <pc:spChg chg="mod">
          <ac:chgData name="Umang, Swati" userId="7e7a3467-3600-4bc4-bf17-d95dbb51ae92" providerId="ADAL" clId="{F0ED9837-ACA1-4616-A60E-49934154A288}" dt="2026-09-22T04:43:47.011" v="311" actId="164"/>
          <ac:spMkLst>
            <pc:docMk/>
            <pc:sldMk cId="1428173778" sldId="419"/>
            <ac:spMk id="47" creationId="{78EABB87-B115-E4A6-E3F2-4BAF50BFA07A}"/>
          </ac:spMkLst>
        </pc:spChg>
        <pc:spChg chg="mod">
          <ac:chgData name="Umang, Swati" userId="7e7a3467-3600-4bc4-bf17-d95dbb51ae92" providerId="ADAL" clId="{F0ED9837-ACA1-4616-A60E-49934154A288}" dt="2026-09-22T04:43:47.011" v="311" actId="164"/>
          <ac:spMkLst>
            <pc:docMk/>
            <pc:sldMk cId="1428173778" sldId="419"/>
            <ac:spMk id="50" creationId="{48E5CB06-E50A-7D10-E057-5B3796B96BCB}"/>
          </ac:spMkLst>
        </pc:spChg>
        <pc:spChg chg="mod">
          <ac:chgData name="Umang, Swati" userId="7e7a3467-3600-4bc4-bf17-d95dbb51ae92" providerId="ADAL" clId="{F0ED9837-ACA1-4616-A60E-49934154A288}" dt="2026-09-22T04:43:47.011" v="311" actId="164"/>
          <ac:spMkLst>
            <pc:docMk/>
            <pc:sldMk cId="1428173778" sldId="419"/>
            <ac:spMk id="52" creationId="{FD90B7F3-9FE2-E71C-AEF4-9CFDA5016075}"/>
          </ac:spMkLst>
        </pc:spChg>
        <pc:spChg chg="mod">
          <ac:chgData name="Umang, Swati" userId="7e7a3467-3600-4bc4-bf17-d95dbb51ae92" providerId="ADAL" clId="{F0ED9837-ACA1-4616-A60E-49934154A288}" dt="2026-09-22T04:44:30.084" v="324" actId="1076"/>
          <ac:spMkLst>
            <pc:docMk/>
            <pc:sldMk cId="1428173778" sldId="419"/>
            <ac:spMk id="53" creationId="{6D9F00CF-2103-052B-EA4D-0D36C958B4D3}"/>
          </ac:spMkLst>
        </pc:spChg>
        <pc:spChg chg="mod">
          <ac:chgData name="Umang, Swati" userId="7e7a3467-3600-4bc4-bf17-d95dbb51ae92" providerId="ADAL" clId="{F0ED9837-ACA1-4616-A60E-49934154A288}" dt="2026-09-22T04:44:45.340" v="328" actId="1076"/>
          <ac:spMkLst>
            <pc:docMk/>
            <pc:sldMk cId="1428173778" sldId="419"/>
            <ac:spMk id="54" creationId="{4BC0165F-7CFB-5FC5-7BE8-66C68F451A4E}"/>
          </ac:spMkLst>
        </pc:spChg>
        <pc:spChg chg="mod">
          <ac:chgData name="Umang, Swati" userId="7e7a3467-3600-4bc4-bf17-d95dbb51ae92" providerId="ADAL" clId="{F0ED9837-ACA1-4616-A60E-49934154A288}" dt="2026-09-22T04:45:26.323" v="392" actId="20577"/>
          <ac:spMkLst>
            <pc:docMk/>
            <pc:sldMk cId="1428173778" sldId="419"/>
            <ac:spMk id="55" creationId="{81F22896-BFCF-C703-45D4-8D0B9C0748F5}"/>
          </ac:spMkLst>
        </pc:spChg>
        <pc:spChg chg="mod">
          <ac:chgData name="Umang, Swati" userId="7e7a3467-3600-4bc4-bf17-d95dbb51ae92" providerId="ADAL" clId="{F0ED9837-ACA1-4616-A60E-49934154A288}" dt="2026-09-22T04:45:42.909" v="395" actId="1076"/>
          <ac:spMkLst>
            <pc:docMk/>
            <pc:sldMk cId="1428173778" sldId="419"/>
            <ac:spMk id="56" creationId="{B9A29406-F7FD-C0FC-B74F-FD9DD7E0B461}"/>
          </ac:spMkLst>
        </pc:spChg>
        <pc:spChg chg="mod">
          <ac:chgData name="Umang, Swati" userId="7e7a3467-3600-4bc4-bf17-d95dbb51ae92" providerId="ADAL" clId="{F0ED9837-ACA1-4616-A60E-49934154A288}" dt="2026-09-22T04:45:42.909" v="395" actId="1076"/>
          <ac:spMkLst>
            <pc:docMk/>
            <pc:sldMk cId="1428173778" sldId="419"/>
            <ac:spMk id="58" creationId="{DC99E662-5888-327F-4EA3-C195A1580FC3}"/>
          </ac:spMkLst>
        </pc:spChg>
        <pc:spChg chg="mod">
          <ac:chgData name="Umang, Swati" userId="7e7a3467-3600-4bc4-bf17-d95dbb51ae92" providerId="ADAL" clId="{F0ED9837-ACA1-4616-A60E-49934154A288}" dt="2026-09-22T04:42:38.430" v="291" actId="1076"/>
          <ac:spMkLst>
            <pc:docMk/>
            <pc:sldMk cId="1428173778" sldId="419"/>
            <ac:spMk id="59" creationId="{BEB7FE13-78F1-C3C3-A8AD-C1F47F3BE813}"/>
          </ac:spMkLst>
        </pc:spChg>
        <pc:spChg chg="mod">
          <ac:chgData name="Umang, Swati" userId="7e7a3467-3600-4bc4-bf17-d95dbb51ae92" providerId="ADAL" clId="{F0ED9837-ACA1-4616-A60E-49934154A288}" dt="2026-09-22T04:42:31.860" v="289" actId="1076"/>
          <ac:spMkLst>
            <pc:docMk/>
            <pc:sldMk cId="1428173778" sldId="419"/>
            <ac:spMk id="62" creationId="{FC6E51C2-4610-6005-6DB8-69490CBF1B5E}"/>
          </ac:spMkLst>
        </pc:spChg>
        <pc:grpChg chg="add mod">
          <ac:chgData name="Umang, Swati" userId="7e7a3467-3600-4bc4-bf17-d95dbb51ae92" providerId="ADAL" clId="{F0ED9837-ACA1-4616-A60E-49934154A288}" dt="2026-09-22T04:43:51.334" v="313" actId="1076"/>
          <ac:grpSpMkLst>
            <pc:docMk/>
            <pc:sldMk cId="1428173778" sldId="419"/>
            <ac:grpSpMk id="2" creationId="{C11F8E4A-19E0-6097-5011-6B433E37F656}"/>
          </ac:grpSpMkLst>
        </pc:grpChg>
        <pc:grpChg chg="add mod">
          <ac:chgData name="Umang, Swati" userId="7e7a3467-3600-4bc4-bf17-d95dbb51ae92" providerId="ADAL" clId="{F0ED9837-ACA1-4616-A60E-49934154A288}" dt="2026-09-22T04:44:01.117" v="317" actId="1076"/>
          <ac:grpSpMkLst>
            <pc:docMk/>
            <pc:sldMk cId="1428173778" sldId="419"/>
            <ac:grpSpMk id="3" creationId="{43549FF8-E996-5C9D-6C5A-1236A7D70CE3}"/>
          </ac:grpSpMkLst>
        </pc:grpChg>
        <pc:grpChg chg="add mod">
          <ac:chgData name="Umang, Swati" userId="7e7a3467-3600-4bc4-bf17-d95dbb51ae92" providerId="ADAL" clId="{F0ED9837-ACA1-4616-A60E-49934154A288}" dt="2026-09-22T04:44:38.335" v="326" actId="1076"/>
          <ac:grpSpMkLst>
            <pc:docMk/>
            <pc:sldMk cId="1428173778" sldId="419"/>
            <ac:grpSpMk id="5" creationId="{B0C7516A-3FB7-9996-836C-91AB2204C1FE}"/>
          </ac:grpSpMkLst>
        </pc:grpChg>
        <pc:cxnChg chg="mod">
          <ac:chgData name="Umang, Swati" userId="7e7a3467-3600-4bc4-bf17-d95dbb51ae92" providerId="ADAL" clId="{F0ED9837-ACA1-4616-A60E-49934154A288}" dt="2026-09-22T04:45:42.909" v="395" actId="1076"/>
          <ac:cxnSpMkLst>
            <pc:docMk/>
            <pc:sldMk cId="1428173778" sldId="419"/>
            <ac:cxnSpMk id="23" creationId="{307C5DB2-ADCF-2DAD-9BBA-B1EB3D71FF5F}"/>
          </ac:cxnSpMkLst>
        </pc:cxnChg>
        <pc:cxnChg chg="mod">
          <ac:chgData name="Umang, Swati" userId="7e7a3467-3600-4bc4-bf17-d95dbb51ae92" providerId="ADAL" clId="{F0ED9837-ACA1-4616-A60E-49934154A288}" dt="2026-09-22T04:43:59.352" v="316" actId="164"/>
          <ac:cxnSpMkLst>
            <pc:docMk/>
            <pc:sldMk cId="1428173778" sldId="419"/>
            <ac:cxnSpMk id="29" creationId="{CB0FFDBA-DC7D-31E2-95F3-ACDB2D8228FA}"/>
          </ac:cxnSpMkLst>
        </pc:cxnChg>
        <pc:cxnChg chg="mod">
          <ac:chgData name="Umang, Swati" userId="7e7a3467-3600-4bc4-bf17-d95dbb51ae92" providerId="ADAL" clId="{F0ED9837-ACA1-4616-A60E-49934154A288}" dt="2026-09-22T04:43:59.352" v="316" actId="164"/>
          <ac:cxnSpMkLst>
            <pc:docMk/>
            <pc:sldMk cId="1428173778" sldId="419"/>
            <ac:cxnSpMk id="31" creationId="{341F7236-951F-4293-FE6B-B1ECC190B2DC}"/>
          </ac:cxnSpMkLst>
        </pc:cxnChg>
        <pc:cxnChg chg="mod">
          <ac:chgData name="Umang, Swati" userId="7e7a3467-3600-4bc4-bf17-d95dbb51ae92" providerId="ADAL" clId="{F0ED9837-ACA1-4616-A60E-49934154A288}" dt="2026-09-22T04:43:59.352" v="316" actId="164"/>
          <ac:cxnSpMkLst>
            <pc:docMk/>
            <pc:sldMk cId="1428173778" sldId="419"/>
            <ac:cxnSpMk id="33" creationId="{3A2BAD66-36B7-0481-5048-A704B03E8421}"/>
          </ac:cxnSpMkLst>
        </pc:cxnChg>
        <pc:cxnChg chg="mod">
          <ac:chgData name="Umang, Swati" userId="7e7a3467-3600-4bc4-bf17-d95dbb51ae92" providerId="ADAL" clId="{F0ED9837-ACA1-4616-A60E-49934154A288}" dt="2026-09-22T04:45:42.909" v="395" actId="1076"/>
          <ac:cxnSpMkLst>
            <pc:docMk/>
            <pc:sldMk cId="1428173778" sldId="419"/>
            <ac:cxnSpMk id="43" creationId="{5F6E0B5F-4F84-106D-ABDC-BCCFDA64F850}"/>
          </ac:cxnSpMkLst>
        </pc:cxnChg>
        <pc:cxnChg chg="mod">
          <ac:chgData name="Umang, Swati" userId="7e7a3467-3600-4bc4-bf17-d95dbb51ae92" providerId="ADAL" clId="{F0ED9837-ACA1-4616-A60E-49934154A288}" dt="2026-09-22T04:45:42.909" v="395" actId="1076"/>
          <ac:cxnSpMkLst>
            <pc:docMk/>
            <pc:sldMk cId="1428173778" sldId="419"/>
            <ac:cxnSpMk id="57" creationId="{44BA3ED3-DFB7-FD68-0F53-445F91CE199E}"/>
          </ac:cxnSpMkLst>
        </pc:cxnChg>
      </pc:sldChg>
      <pc:sldChg chg="addSp delSp modSp mod">
        <pc:chgData name="Umang, Swati" userId="7e7a3467-3600-4bc4-bf17-d95dbb51ae92" providerId="ADAL" clId="{F0ED9837-ACA1-4616-A60E-49934154A288}" dt="2026-09-22T05:14:03.770" v="845" actId="1038"/>
        <pc:sldMkLst>
          <pc:docMk/>
          <pc:sldMk cId="4113161193" sldId="420"/>
        </pc:sldMkLst>
        <pc:spChg chg="del">
          <ac:chgData name="Umang, Swati" userId="7e7a3467-3600-4bc4-bf17-d95dbb51ae92" providerId="ADAL" clId="{F0ED9837-ACA1-4616-A60E-49934154A288}" dt="2026-09-21T14:41:16.882" v="64" actId="478"/>
          <ac:spMkLst>
            <pc:docMk/>
            <pc:sldMk cId="4113161193" sldId="420"/>
            <ac:spMk id="4" creationId="{93958448-3E95-E1F0-5B95-23942B1C9F14}"/>
          </ac:spMkLst>
        </pc:spChg>
        <pc:spChg chg="add del">
          <ac:chgData name="Umang, Swati" userId="7e7a3467-3600-4bc4-bf17-d95dbb51ae92" providerId="ADAL" clId="{F0ED9837-ACA1-4616-A60E-49934154A288}" dt="2026-09-22T05:04:46.481" v="583" actId="478"/>
          <ac:spMkLst>
            <pc:docMk/>
            <pc:sldMk cId="4113161193" sldId="420"/>
            <ac:spMk id="5" creationId="{790A7B43-281D-93BA-DE92-C4B51672F7AF}"/>
          </ac:spMkLst>
        </pc:spChg>
        <pc:spChg chg="mod">
          <ac:chgData name="Umang, Swati" userId="7e7a3467-3600-4bc4-bf17-d95dbb51ae92" providerId="ADAL" clId="{F0ED9837-ACA1-4616-A60E-49934154A288}" dt="2026-09-22T05:14:03.770" v="845" actId="1038"/>
          <ac:spMkLst>
            <pc:docMk/>
            <pc:sldMk cId="4113161193" sldId="420"/>
            <ac:spMk id="5" creationId="{981FF0CE-FB42-C9EB-E1AE-3F6D87517354}"/>
          </ac:spMkLst>
        </pc:spChg>
        <pc:spChg chg="mod">
          <ac:chgData name="Umang, Swati" userId="7e7a3467-3600-4bc4-bf17-d95dbb51ae92" providerId="ADAL" clId="{F0ED9837-ACA1-4616-A60E-49934154A288}" dt="2026-09-22T05:14:03.770" v="845" actId="1038"/>
          <ac:spMkLst>
            <pc:docMk/>
            <pc:sldMk cId="4113161193" sldId="420"/>
            <ac:spMk id="9" creationId="{5B8B9035-8128-CDA9-4C5F-9FEFF9F44976}"/>
          </ac:spMkLst>
        </pc:spChg>
        <pc:spChg chg="del">
          <ac:chgData name="Umang, Swati" userId="7e7a3467-3600-4bc4-bf17-d95dbb51ae92" providerId="ADAL" clId="{F0ED9837-ACA1-4616-A60E-49934154A288}" dt="2026-09-22T05:11:50.826" v="744" actId="478"/>
          <ac:spMkLst>
            <pc:docMk/>
            <pc:sldMk cId="4113161193" sldId="420"/>
            <ac:spMk id="11" creationId="{C3A08EA8-5C00-20A3-E3AC-84B42BB76983}"/>
          </ac:spMkLst>
        </pc:spChg>
        <pc:spChg chg="del">
          <ac:chgData name="Umang, Swati" userId="7e7a3467-3600-4bc4-bf17-d95dbb51ae92" providerId="ADAL" clId="{F0ED9837-ACA1-4616-A60E-49934154A288}" dt="2026-09-22T05:05:26.723" v="592" actId="478"/>
          <ac:spMkLst>
            <pc:docMk/>
            <pc:sldMk cId="4113161193" sldId="420"/>
            <ac:spMk id="13" creationId="{A66B7DEE-322E-2A56-B0FA-5F634256122A}"/>
          </ac:spMkLst>
        </pc:spChg>
        <pc:spChg chg="mod">
          <ac:chgData name="Umang, Swati" userId="7e7a3467-3600-4bc4-bf17-d95dbb51ae92" providerId="ADAL" clId="{F0ED9837-ACA1-4616-A60E-49934154A288}" dt="2026-09-22T05:04:35.588" v="580" actId="403"/>
          <ac:spMkLst>
            <pc:docMk/>
            <pc:sldMk cId="4113161193" sldId="420"/>
            <ac:spMk id="14" creationId="{DACB211B-E30E-4A2B-3F18-1265FAC05521}"/>
          </ac:spMkLst>
        </pc:spChg>
        <pc:spChg chg="add mod">
          <ac:chgData name="Umang, Swati" userId="7e7a3467-3600-4bc4-bf17-d95dbb51ae92" providerId="ADAL" clId="{F0ED9837-ACA1-4616-A60E-49934154A288}" dt="2026-09-22T05:13:54.704" v="835" actId="14100"/>
          <ac:spMkLst>
            <pc:docMk/>
            <pc:sldMk cId="4113161193" sldId="420"/>
            <ac:spMk id="15" creationId="{B1DC650A-70E2-83E9-235A-BF3533AF72DB}"/>
          </ac:spMkLst>
        </pc:spChg>
        <pc:spChg chg="add mod">
          <ac:chgData name="Umang, Swati" userId="7e7a3467-3600-4bc4-bf17-d95dbb51ae92" providerId="ADAL" clId="{F0ED9837-ACA1-4616-A60E-49934154A288}" dt="2026-09-22T05:13:54.704" v="835" actId="14100"/>
          <ac:spMkLst>
            <pc:docMk/>
            <pc:sldMk cId="4113161193" sldId="420"/>
            <ac:spMk id="21" creationId="{7D34A22C-AFC1-1650-42BD-01BEA13792CD}"/>
          </ac:spMkLst>
        </pc:spChg>
        <pc:spChg chg="add del mod">
          <ac:chgData name="Umang, Swati" userId="7e7a3467-3600-4bc4-bf17-d95dbb51ae92" providerId="ADAL" clId="{F0ED9837-ACA1-4616-A60E-49934154A288}" dt="2026-09-22T05:07:02.103" v="614" actId="478"/>
          <ac:spMkLst>
            <pc:docMk/>
            <pc:sldMk cId="4113161193" sldId="420"/>
            <ac:spMk id="25" creationId="{EE7CECBB-564E-A8A6-B47A-6F3010ECFBDD}"/>
          </ac:spMkLst>
        </pc:spChg>
        <pc:spChg chg="mod">
          <ac:chgData name="Umang, Swati" userId="7e7a3467-3600-4bc4-bf17-d95dbb51ae92" providerId="ADAL" clId="{F0ED9837-ACA1-4616-A60E-49934154A288}" dt="2026-09-22T05:04:35.588" v="580" actId="403"/>
          <ac:spMkLst>
            <pc:docMk/>
            <pc:sldMk cId="4113161193" sldId="420"/>
            <ac:spMk id="28" creationId="{658600A8-D366-C633-7BFB-E11BDAFD9DCE}"/>
          </ac:spMkLst>
        </pc:spChg>
        <pc:spChg chg="add del mod">
          <ac:chgData name="Umang, Swati" userId="7e7a3467-3600-4bc4-bf17-d95dbb51ae92" providerId="ADAL" clId="{F0ED9837-ACA1-4616-A60E-49934154A288}" dt="2026-09-22T05:07:02.103" v="614" actId="478"/>
          <ac:spMkLst>
            <pc:docMk/>
            <pc:sldMk cId="4113161193" sldId="420"/>
            <ac:spMk id="29" creationId="{B237B5E8-D88E-94DC-C85C-B92446CD95E0}"/>
          </ac:spMkLst>
        </pc:spChg>
        <pc:spChg chg="add del mod">
          <ac:chgData name="Umang, Swati" userId="7e7a3467-3600-4bc4-bf17-d95dbb51ae92" providerId="ADAL" clId="{F0ED9837-ACA1-4616-A60E-49934154A288}" dt="2026-09-22T05:08:02.846" v="645" actId="478"/>
          <ac:spMkLst>
            <pc:docMk/>
            <pc:sldMk cId="4113161193" sldId="420"/>
            <ac:spMk id="33" creationId="{DF4E242E-BF33-27CF-7048-D077EB095401}"/>
          </ac:spMkLst>
        </pc:spChg>
        <pc:spChg chg="add mod">
          <ac:chgData name="Umang, Swati" userId="7e7a3467-3600-4bc4-bf17-d95dbb51ae92" providerId="ADAL" clId="{F0ED9837-ACA1-4616-A60E-49934154A288}" dt="2026-09-22T05:13:59.828" v="840" actId="1038"/>
          <ac:spMkLst>
            <pc:docMk/>
            <pc:sldMk cId="4113161193" sldId="420"/>
            <ac:spMk id="37" creationId="{1EF3D621-3352-1242-5FB3-CA6EAD951B95}"/>
          </ac:spMkLst>
        </pc:spChg>
        <pc:spChg chg="mod">
          <ac:chgData name="Umang, Swati" userId="7e7a3467-3600-4bc4-bf17-d95dbb51ae92" providerId="ADAL" clId="{F0ED9837-ACA1-4616-A60E-49934154A288}" dt="2026-09-22T05:04:35.588" v="580" actId="403"/>
          <ac:spMkLst>
            <pc:docMk/>
            <pc:sldMk cId="4113161193" sldId="420"/>
            <ac:spMk id="40" creationId="{29378BD0-37D2-58C6-879A-8509138C3C8D}"/>
          </ac:spMkLst>
        </pc:spChg>
        <pc:spChg chg="add mod">
          <ac:chgData name="Umang, Swati" userId="7e7a3467-3600-4bc4-bf17-d95dbb51ae92" providerId="ADAL" clId="{F0ED9837-ACA1-4616-A60E-49934154A288}" dt="2026-09-22T05:13:59.828" v="840" actId="1038"/>
          <ac:spMkLst>
            <pc:docMk/>
            <pc:sldMk cId="4113161193" sldId="420"/>
            <ac:spMk id="41" creationId="{EDC14DB7-11DA-42DD-2E59-D5DF7B0C2AEB}"/>
          </ac:spMkLst>
        </pc:spChg>
        <pc:spChg chg="mod">
          <ac:chgData name="Umang, Swati" userId="7e7a3467-3600-4bc4-bf17-d95dbb51ae92" providerId="ADAL" clId="{F0ED9837-ACA1-4616-A60E-49934154A288}" dt="2026-09-22T05:04:39.567" v="581" actId="14100"/>
          <ac:spMkLst>
            <pc:docMk/>
            <pc:sldMk cId="4113161193" sldId="420"/>
            <ac:spMk id="42" creationId="{07804372-87A0-6062-2233-62D734C6C3F5}"/>
          </ac:spMkLst>
        </pc:spChg>
        <pc:spChg chg="add mod">
          <ac:chgData name="Umang, Swati" userId="7e7a3467-3600-4bc4-bf17-d95dbb51ae92" providerId="ADAL" clId="{F0ED9837-ACA1-4616-A60E-49934154A288}" dt="2026-09-22T05:13:49.479" v="834" actId="571"/>
          <ac:spMkLst>
            <pc:docMk/>
            <pc:sldMk cId="4113161193" sldId="420"/>
            <ac:spMk id="43" creationId="{784E6B23-2C06-D314-9267-8B23674165D5}"/>
          </ac:spMkLst>
        </pc:spChg>
        <pc:spChg chg="add mod">
          <ac:chgData name="Umang, Swati" userId="7e7a3467-3600-4bc4-bf17-d95dbb51ae92" providerId="ADAL" clId="{F0ED9837-ACA1-4616-A60E-49934154A288}" dt="2026-09-22T05:13:49.479" v="834" actId="571"/>
          <ac:spMkLst>
            <pc:docMk/>
            <pc:sldMk cId="4113161193" sldId="420"/>
            <ac:spMk id="45" creationId="{84B3D7B7-114A-FD54-0D2A-CC337E1D87FF}"/>
          </ac:spMkLst>
        </pc:spChg>
        <pc:spChg chg="add mod">
          <ac:chgData name="Umang, Swati" userId="7e7a3467-3600-4bc4-bf17-d95dbb51ae92" providerId="ADAL" clId="{F0ED9837-ACA1-4616-A60E-49934154A288}" dt="2026-09-22T05:13:49.479" v="834" actId="571"/>
          <ac:spMkLst>
            <pc:docMk/>
            <pc:sldMk cId="4113161193" sldId="420"/>
            <ac:spMk id="46" creationId="{16875E05-DF7E-C082-E568-1A90342C9033}"/>
          </ac:spMkLst>
        </pc:spChg>
        <pc:spChg chg="add mod">
          <ac:chgData name="Umang, Swati" userId="7e7a3467-3600-4bc4-bf17-d95dbb51ae92" providerId="ADAL" clId="{F0ED9837-ACA1-4616-A60E-49934154A288}" dt="2026-09-22T05:13:49.479" v="834" actId="571"/>
          <ac:spMkLst>
            <pc:docMk/>
            <pc:sldMk cId="4113161193" sldId="420"/>
            <ac:spMk id="47" creationId="{6C768C6A-7BF8-91BB-9520-C557BFBB835B}"/>
          </ac:spMkLst>
        </pc:spChg>
        <pc:spChg chg="add mod">
          <ac:chgData name="Umang, Swati" userId="7e7a3467-3600-4bc4-bf17-d95dbb51ae92" providerId="ADAL" clId="{F0ED9837-ACA1-4616-A60E-49934154A288}" dt="2026-09-22T05:13:49.479" v="834" actId="571"/>
          <ac:spMkLst>
            <pc:docMk/>
            <pc:sldMk cId="4113161193" sldId="420"/>
            <ac:spMk id="50" creationId="{9AED92FE-4612-55DB-A5BB-EA821971F86E}"/>
          </ac:spMkLst>
        </pc:spChg>
        <pc:spChg chg="mod">
          <ac:chgData name="Umang, Swati" userId="7e7a3467-3600-4bc4-bf17-d95dbb51ae92" providerId="ADAL" clId="{F0ED9837-ACA1-4616-A60E-49934154A288}" dt="2026-09-22T05:04:35.588" v="580" actId="403"/>
          <ac:spMkLst>
            <pc:docMk/>
            <pc:sldMk cId="4113161193" sldId="420"/>
            <ac:spMk id="66" creationId="{DFC42013-6357-3F6D-E8F3-281C3E01C831}"/>
          </ac:spMkLst>
        </pc:spChg>
        <pc:spChg chg="mod">
          <ac:chgData name="Umang, Swati" userId="7e7a3467-3600-4bc4-bf17-d95dbb51ae92" providerId="ADAL" clId="{F0ED9837-ACA1-4616-A60E-49934154A288}" dt="2026-09-22T05:04:39.567" v="581" actId="14100"/>
          <ac:spMkLst>
            <pc:docMk/>
            <pc:sldMk cId="4113161193" sldId="420"/>
            <ac:spMk id="67" creationId="{1C7B9C1F-5C22-2108-F7F4-3040793598CF}"/>
          </ac:spMkLst>
        </pc:spChg>
        <pc:spChg chg="mod">
          <ac:chgData name="Umang, Swati" userId="7e7a3467-3600-4bc4-bf17-d95dbb51ae92" providerId="ADAL" clId="{F0ED9837-ACA1-4616-A60E-49934154A288}" dt="2026-09-22T05:04:35.588" v="580" actId="403"/>
          <ac:spMkLst>
            <pc:docMk/>
            <pc:sldMk cId="4113161193" sldId="420"/>
            <ac:spMk id="72" creationId="{99ED15A4-5AB6-70A8-9A57-64BD7C051508}"/>
          </ac:spMkLst>
        </pc:spChg>
        <pc:spChg chg="mod">
          <ac:chgData name="Umang, Swati" userId="7e7a3467-3600-4bc4-bf17-d95dbb51ae92" providerId="ADAL" clId="{F0ED9837-ACA1-4616-A60E-49934154A288}" dt="2026-09-22T05:04:27.943" v="579" actId="1076"/>
          <ac:spMkLst>
            <pc:docMk/>
            <pc:sldMk cId="4113161193" sldId="420"/>
            <ac:spMk id="73" creationId="{8CFDD5A1-3937-B917-686D-3701814395A4}"/>
          </ac:spMkLst>
        </pc:spChg>
        <pc:spChg chg="mod">
          <ac:chgData name="Umang, Swati" userId="7e7a3467-3600-4bc4-bf17-d95dbb51ae92" providerId="ADAL" clId="{F0ED9837-ACA1-4616-A60E-49934154A288}" dt="2026-09-22T05:11:31.561" v="743" actId="20577"/>
          <ac:spMkLst>
            <pc:docMk/>
            <pc:sldMk cId="4113161193" sldId="420"/>
            <ac:spMk id="92" creationId="{713117BF-E335-5392-F37A-71F67B911E38}"/>
          </ac:spMkLst>
        </pc:spChg>
        <pc:picChg chg="add del">
          <ac:chgData name="Umang, Swati" userId="7e7a3467-3600-4bc4-bf17-d95dbb51ae92" providerId="ADAL" clId="{F0ED9837-ACA1-4616-A60E-49934154A288}" dt="2026-09-22T05:04:05.906" v="577" actId="22"/>
          <ac:picMkLst>
            <pc:docMk/>
            <pc:sldMk cId="4113161193" sldId="420"/>
            <ac:picMk id="3" creationId="{930C77D9-5245-83F3-0F54-AA97CEEAC33C}"/>
          </ac:picMkLst>
        </pc:picChg>
        <pc:picChg chg="mod">
          <ac:chgData name="Umang, Swati" userId="7e7a3467-3600-4bc4-bf17-d95dbb51ae92" providerId="ADAL" clId="{F0ED9837-ACA1-4616-A60E-49934154A288}" dt="2026-09-22T05:04:22.034" v="578" actId="1076"/>
          <ac:picMkLst>
            <pc:docMk/>
            <pc:sldMk cId="4113161193" sldId="420"/>
            <ac:picMk id="7" creationId="{BD577AD2-B473-10DB-FA27-77F8DF24277D}"/>
          </ac:picMkLst>
        </pc:picChg>
      </pc:sldChg>
      <pc:sldChg chg="modSp mod">
        <pc:chgData name="Umang, Swati" userId="7e7a3467-3600-4bc4-bf17-d95dbb51ae92" providerId="ADAL" clId="{F0ED9837-ACA1-4616-A60E-49934154A288}" dt="2026-09-22T04:47:37.753" v="412" actId="1076"/>
        <pc:sldMkLst>
          <pc:docMk/>
          <pc:sldMk cId="3290999650" sldId="421"/>
        </pc:sldMkLst>
        <pc:spChg chg="mod">
          <ac:chgData name="Umang, Swati" userId="7e7a3467-3600-4bc4-bf17-d95dbb51ae92" providerId="ADAL" clId="{F0ED9837-ACA1-4616-A60E-49934154A288}" dt="2026-09-22T04:47:12.465" v="409" actId="14100"/>
          <ac:spMkLst>
            <pc:docMk/>
            <pc:sldMk cId="3290999650" sldId="421"/>
            <ac:spMk id="7" creationId="{2ED590EC-7A44-7C92-FF40-19FD0DD73623}"/>
          </ac:spMkLst>
        </pc:spChg>
        <pc:spChg chg="mod">
          <ac:chgData name="Umang, Swati" userId="7e7a3467-3600-4bc4-bf17-d95dbb51ae92" providerId="ADAL" clId="{F0ED9837-ACA1-4616-A60E-49934154A288}" dt="2026-09-22T04:47:12.465" v="409" actId="14100"/>
          <ac:spMkLst>
            <pc:docMk/>
            <pc:sldMk cId="3290999650" sldId="421"/>
            <ac:spMk id="15" creationId="{57949009-DCE3-BF94-3B70-AECCFA0A3E53}"/>
          </ac:spMkLst>
        </pc:spChg>
        <pc:spChg chg="mod">
          <ac:chgData name="Umang, Swati" userId="7e7a3467-3600-4bc4-bf17-d95dbb51ae92" providerId="ADAL" clId="{F0ED9837-ACA1-4616-A60E-49934154A288}" dt="2026-09-22T04:46:45.879" v="404" actId="1076"/>
          <ac:spMkLst>
            <pc:docMk/>
            <pc:sldMk cId="3290999650" sldId="421"/>
            <ac:spMk id="17" creationId="{68334668-87F8-3E7A-DC6F-366E07AF8B4E}"/>
          </ac:spMkLst>
        </pc:spChg>
        <pc:spChg chg="mod">
          <ac:chgData name="Umang, Swati" userId="7e7a3467-3600-4bc4-bf17-d95dbb51ae92" providerId="ADAL" clId="{F0ED9837-ACA1-4616-A60E-49934154A288}" dt="2026-09-22T04:46:45.879" v="404" actId="1076"/>
          <ac:spMkLst>
            <pc:docMk/>
            <pc:sldMk cId="3290999650" sldId="421"/>
            <ac:spMk id="19" creationId="{2A182DF2-B5A3-863C-F4B7-E9B802D8561B}"/>
          </ac:spMkLst>
        </pc:spChg>
        <pc:spChg chg="mod">
          <ac:chgData name="Umang, Swati" userId="7e7a3467-3600-4bc4-bf17-d95dbb51ae92" providerId="ADAL" clId="{F0ED9837-ACA1-4616-A60E-49934154A288}" dt="2026-09-22T04:46:45.879" v="404" actId="1076"/>
          <ac:spMkLst>
            <pc:docMk/>
            <pc:sldMk cId="3290999650" sldId="421"/>
            <ac:spMk id="21" creationId="{3BFC3C8B-63C5-F9C6-02B8-0F6A5D81C085}"/>
          </ac:spMkLst>
        </pc:spChg>
        <pc:spChg chg="mod">
          <ac:chgData name="Umang, Swati" userId="7e7a3467-3600-4bc4-bf17-d95dbb51ae92" providerId="ADAL" clId="{F0ED9837-ACA1-4616-A60E-49934154A288}" dt="2026-09-22T04:47:12.465" v="409" actId="14100"/>
          <ac:spMkLst>
            <pc:docMk/>
            <pc:sldMk cId="3290999650" sldId="421"/>
            <ac:spMk id="25" creationId="{FFAF20C6-D48C-F179-5BAF-983CDC762BD0}"/>
          </ac:spMkLst>
        </pc:spChg>
        <pc:spChg chg="mod">
          <ac:chgData name="Umang, Swati" userId="7e7a3467-3600-4bc4-bf17-d95dbb51ae92" providerId="ADAL" clId="{F0ED9837-ACA1-4616-A60E-49934154A288}" dt="2026-09-22T04:46:45.879" v="404" actId="1076"/>
          <ac:spMkLst>
            <pc:docMk/>
            <pc:sldMk cId="3290999650" sldId="421"/>
            <ac:spMk id="27" creationId="{E6ABDDA5-5C49-590E-1D82-706AB0483E7D}"/>
          </ac:spMkLst>
        </pc:spChg>
        <pc:spChg chg="mod">
          <ac:chgData name="Umang, Swati" userId="7e7a3467-3600-4bc4-bf17-d95dbb51ae92" providerId="ADAL" clId="{F0ED9837-ACA1-4616-A60E-49934154A288}" dt="2026-09-22T04:46:45.879" v="404" actId="1076"/>
          <ac:spMkLst>
            <pc:docMk/>
            <pc:sldMk cId="3290999650" sldId="421"/>
            <ac:spMk id="29" creationId="{9BA2E1EF-6C2F-A8C6-7715-68ABEAFB17F0}"/>
          </ac:spMkLst>
        </pc:spChg>
        <pc:spChg chg="mod">
          <ac:chgData name="Umang, Swati" userId="7e7a3467-3600-4bc4-bf17-d95dbb51ae92" providerId="ADAL" clId="{F0ED9837-ACA1-4616-A60E-49934154A288}" dt="2026-09-22T04:46:45.879" v="404" actId="1076"/>
          <ac:spMkLst>
            <pc:docMk/>
            <pc:sldMk cId="3290999650" sldId="421"/>
            <ac:spMk id="31" creationId="{C9472D9B-A955-CC0E-90C8-10A6CC202CA7}"/>
          </ac:spMkLst>
        </pc:spChg>
        <pc:spChg chg="mod">
          <ac:chgData name="Umang, Swati" userId="7e7a3467-3600-4bc4-bf17-d95dbb51ae92" providerId="ADAL" clId="{F0ED9837-ACA1-4616-A60E-49934154A288}" dt="2026-09-22T04:47:30.853" v="411" actId="14100"/>
          <ac:spMkLst>
            <pc:docMk/>
            <pc:sldMk cId="3290999650" sldId="421"/>
            <ac:spMk id="35" creationId="{35FE229D-D03C-7C98-4A58-B86A2A4ADE43}"/>
          </ac:spMkLst>
        </pc:spChg>
        <pc:spChg chg="mod">
          <ac:chgData name="Umang, Swati" userId="7e7a3467-3600-4bc4-bf17-d95dbb51ae92" providerId="ADAL" clId="{F0ED9837-ACA1-4616-A60E-49934154A288}" dt="2026-09-22T04:47:30.853" v="411" actId="14100"/>
          <ac:spMkLst>
            <pc:docMk/>
            <pc:sldMk cId="3290999650" sldId="421"/>
            <ac:spMk id="37" creationId="{A9CC0FBA-F961-5979-7C64-B751497D7FCC}"/>
          </ac:spMkLst>
        </pc:spChg>
        <pc:spChg chg="mod">
          <ac:chgData name="Umang, Swati" userId="7e7a3467-3600-4bc4-bf17-d95dbb51ae92" providerId="ADAL" clId="{F0ED9837-ACA1-4616-A60E-49934154A288}" dt="2026-09-22T04:47:03.277" v="408" actId="14100"/>
          <ac:spMkLst>
            <pc:docMk/>
            <pc:sldMk cId="3290999650" sldId="421"/>
            <ac:spMk id="39" creationId="{F48543CA-1459-F852-E58F-514B9C24DDEF}"/>
          </ac:spMkLst>
        </pc:spChg>
        <pc:spChg chg="mod">
          <ac:chgData name="Umang, Swati" userId="7e7a3467-3600-4bc4-bf17-d95dbb51ae92" providerId="ADAL" clId="{F0ED9837-ACA1-4616-A60E-49934154A288}" dt="2026-09-22T04:47:03.277" v="408" actId="14100"/>
          <ac:spMkLst>
            <pc:docMk/>
            <pc:sldMk cId="3290999650" sldId="421"/>
            <ac:spMk id="41" creationId="{29B35F10-2856-86C3-A3DA-29A5542EF0EF}"/>
          </ac:spMkLst>
        </pc:spChg>
        <pc:spChg chg="mod">
          <ac:chgData name="Umang, Swati" userId="7e7a3467-3600-4bc4-bf17-d95dbb51ae92" providerId="ADAL" clId="{F0ED9837-ACA1-4616-A60E-49934154A288}" dt="2026-09-22T04:47:37.753" v="412" actId="1076"/>
          <ac:spMkLst>
            <pc:docMk/>
            <pc:sldMk cId="3290999650" sldId="421"/>
            <ac:spMk id="43" creationId="{BB18837C-9922-FCFD-B474-2792EAD21429}"/>
          </ac:spMkLst>
        </pc:spChg>
        <pc:spChg chg="mod">
          <ac:chgData name="Umang, Swati" userId="7e7a3467-3600-4bc4-bf17-d95dbb51ae92" providerId="ADAL" clId="{F0ED9837-ACA1-4616-A60E-49934154A288}" dt="2026-09-22T04:46:45.879" v="404" actId="1076"/>
          <ac:spMkLst>
            <pc:docMk/>
            <pc:sldMk cId="3290999650" sldId="421"/>
            <ac:spMk id="47" creationId="{E3D6F0D3-2C09-507A-389C-440A0E1B2227}"/>
          </ac:spMkLst>
        </pc:spChg>
        <pc:spChg chg="mod">
          <ac:chgData name="Umang, Swati" userId="7e7a3467-3600-4bc4-bf17-d95dbb51ae92" providerId="ADAL" clId="{F0ED9837-ACA1-4616-A60E-49934154A288}" dt="2026-09-22T04:46:53.625" v="407" actId="1076"/>
          <ac:spMkLst>
            <pc:docMk/>
            <pc:sldMk cId="3290999650" sldId="421"/>
            <ac:spMk id="53" creationId="{5DDCCFE8-3142-ABDC-7021-F6435C5BB18D}"/>
          </ac:spMkLst>
        </pc:spChg>
        <pc:spChg chg="mod">
          <ac:chgData name="Umang, Swati" userId="7e7a3467-3600-4bc4-bf17-d95dbb51ae92" providerId="ADAL" clId="{F0ED9837-ACA1-4616-A60E-49934154A288}" dt="2026-09-22T04:46:48.749" v="405" actId="1076"/>
          <ac:spMkLst>
            <pc:docMk/>
            <pc:sldMk cId="3290999650" sldId="421"/>
            <ac:spMk id="54" creationId="{677DD172-DCA9-C067-A9AF-951225D7A50D}"/>
          </ac:spMkLst>
        </pc:spChg>
        <pc:spChg chg="mod">
          <ac:chgData name="Umang, Swati" userId="7e7a3467-3600-4bc4-bf17-d95dbb51ae92" providerId="ADAL" clId="{F0ED9837-ACA1-4616-A60E-49934154A288}" dt="2026-09-22T04:46:41.797" v="403" actId="1076"/>
          <ac:spMkLst>
            <pc:docMk/>
            <pc:sldMk cId="3290999650" sldId="421"/>
            <ac:spMk id="55" creationId="{82A8D15C-CEDB-52A6-5C13-C9EAFE76DA8F}"/>
          </ac:spMkLst>
        </pc:spChg>
        <pc:cxnChg chg="mod">
          <ac:chgData name="Umang, Swati" userId="7e7a3467-3600-4bc4-bf17-d95dbb51ae92" providerId="ADAL" clId="{F0ED9837-ACA1-4616-A60E-49934154A288}" dt="2026-09-22T04:47:15.433" v="410" actId="14100"/>
          <ac:cxnSpMkLst>
            <pc:docMk/>
            <pc:sldMk cId="3290999650" sldId="421"/>
            <ac:cxnSpMk id="50" creationId="{102849E4-2756-CAD8-E960-B8D5F9269998}"/>
          </ac:cxnSpMkLst>
        </pc:cxnChg>
        <pc:cxnChg chg="mod">
          <ac:chgData name="Umang, Swati" userId="7e7a3467-3600-4bc4-bf17-d95dbb51ae92" providerId="ADAL" clId="{F0ED9837-ACA1-4616-A60E-49934154A288}" dt="2026-09-22T04:46:48.749" v="405" actId="1076"/>
          <ac:cxnSpMkLst>
            <pc:docMk/>
            <pc:sldMk cId="3290999650" sldId="421"/>
            <ac:cxnSpMk id="52" creationId="{FBE1739D-C825-19F8-A260-2D8AFF1089B2}"/>
          </ac:cxnSpMkLst>
        </pc:cxnChg>
      </pc:sldChg>
      <pc:sldChg chg="delSp modSp mod">
        <pc:chgData name="Umang, Swati" userId="7e7a3467-3600-4bc4-bf17-d95dbb51ae92" providerId="ADAL" clId="{F0ED9837-ACA1-4616-A60E-49934154A288}" dt="2026-09-22T04:48:55.041" v="427" actId="403"/>
        <pc:sldMkLst>
          <pc:docMk/>
          <pc:sldMk cId="2540299221" sldId="422"/>
        </pc:sldMkLst>
        <pc:spChg chg="del">
          <ac:chgData name="Umang, Swati" userId="7e7a3467-3600-4bc4-bf17-d95dbb51ae92" providerId="ADAL" clId="{F0ED9837-ACA1-4616-A60E-49934154A288}" dt="2026-09-21T14:41:13.201" v="63" actId="478"/>
          <ac:spMkLst>
            <pc:docMk/>
            <pc:sldMk cId="2540299221" sldId="422"/>
            <ac:spMk id="4" creationId="{B9319371-1A9C-DA01-7420-802BFDDCEB49}"/>
          </ac:spMkLst>
        </pc:spChg>
        <pc:spChg chg="mod">
          <ac:chgData name="Umang, Swati" userId="7e7a3467-3600-4bc4-bf17-d95dbb51ae92" providerId="ADAL" clId="{F0ED9837-ACA1-4616-A60E-49934154A288}" dt="2026-09-22T04:48:42.435" v="426" actId="1035"/>
          <ac:spMkLst>
            <pc:docMk/>
            <pc:sldMk cId="2540299221" sldId="422"/>
            <ac:spMk id="9" creationId="{2C1E1C71-1B6B-4CF4-54AC-FF8FD8C0D95C}"/>
          </ac:spMkLst>
        </pc:spChg>
        <pc:spChg chg="mod">
          <ac:chgData name="Umang, Swati" userId="7e7a3467-3600-4bc4-bf17-d95dbb51ae92" providerId="ADAL" clId="{F0ED9837-ACA1-4616-A60E-49934154A288}" dt="2026-09-22T04:48:42.435" v="426" actId="1035"/>
          <ac:spMkLst>
            <pc:docMk/>
            <pc:sldMk cId="2540299221" sldId="422"/>
            <ac:spMk id="13" creationId="{CC3C2F92-2D43-FD9C-0896-F6CCACF67D7D}"/>
          </ac:spMkLst>
        </pc:spChg>
        <pc:spChg chg="mod">
          <ac:chgData name="Umang, Swati" userId="7e7a3467-3600-4bc4-bf17-d95dbb51ae92" providerId="ADAL" clId="{F0ED9837-ACA1-4616-A60E-49934154A288}" dt="2026-09-22T04:48:42.435" v="426" actId="1035"/>
          <ac:spMkLst>
            <pc:docMk/>
            <pc:sldMk cId="2540299221" sldId="422"/>
            <ac:spMk id="15" creationId="{E7475F45-3B78-F42B-4288-AB9FC781A8C2}"/>
          </ac:spMkLst>
        </pc:spChg>
        <pc:spChg chg="mod">
          <ac:chgData name="Umang, Swati" userId="7e7a3467-3600-4bc4-bf17-d95dbb51ae92" providerId="ADAL" clId="{F0ED9837-ACA1-4616-A60E-49934154A288}" dt="2026-09-22T04:48:42.435" v="426" actId="1035"/>
          <ac:spMkLst>
            <pc:docMk/>
            <pc:sldMk cId="2540299221" sldId="422"/>
            <ac:spMk id="19" creationId="{1B45BB13-ABDB-0CFE-5C31-6D443ADB7E83}"/>
          </ac:spMkLst>
        </pc:spChg>
        <pc:spChg chg="mod">
          <ac:chgData name="Umang, Swati" userId="7e7a3467-3600-4bc4-bf17-d95dbb51ae92" providerId="ADAL" clId="{F0ED9837-ACA1-4616-A60E-49934154A288}" dt="2026-09-22T04:48:42.435" v="426" actId="1035"/>
          <ac:spMkLst>
            <pc:docMk/>
            <pc:sldMk cId="2540299221" sldId="422"/>
            <ac:spMk id="23" creationId="{C28E0688-237E-AC6D-ED9D-526816A5B79F}"/>
          </ac:spMkLst>
        </pc:spChg>
        <pc:spChg chg="mod">
          <ac:chgData name="Umang, Swati" userId="7e7a3467-3600-4bc4-bf17-d95dbb51ae92" providerId="ADAL" clId="{F0ED9837-ACA1-4616-A60E-49934154A288}" dt="2026-09-22T04:48:55.041" v="427" actId="403"/>
          <ac:spMkLst>
            <pc:docMk/>
            <pc:sldMk cId="2540299221" sldId="422"/>
            <ac:spMk id="25" creationId="{2AEFA7EE-26EB-3DC6-0539-D07F76EC2CA1}"/>
          </ac:spMkLst>
        </pc:spChg>
        <pc:spChg chg="mod">
          <ac:chgData name="Umang, Swati" userId="7e7a3467-3600-4bc4-bf17-d95dbb51ae92" providerId="ADAL" clId="{F0ED9837-ACA1-4616-A60E-49934154A288}" dt="2026-09-22T04:48:13.274" v="417" actId="404"/>
          <ac:spMkLst>
            <pc:docMk/>
            <pc:sldMk cId="2540299221" sldId="422"/>
            <ac:spMk id="31" creationId="{D0193269-29F4-46E4-51DE-1802BD86948B}"/>
          </ac:spMkLst>
        </pc:spChg>
        <pc:spChg chg="mod">
          <ac:chgData name="Umang, Swati" userId="7e7a3467-3600-4bc4-bf17-d95dbb51ae92" providerId="ADAL" clId="{F0ED9837-ACA1-4616-A60E-49934154A288}" dt="2026-09-22T04:48:55.041" v="427" actId="403"/>
          <ac:spMkLst>
            <pc:docMk/>
            <pc:sldMk cId="2540299221" sldId="422"/>
            <ac:spMk id="33" creationId="{F2E3ED4C-41CF-8200-A105-82FCBC123CEE}"/>
          </ac:spMkLst>
        </pc:spChg>
        <pc:spChg chg="mod">
          <ac:chgData name="Umang, Swati" userId="7e7a3467-3600-4bc4-bf17-d95dbb51ae92" providerId="ADAL" clId="{F0ED9837-ACA1-4616-A60E-49934154A288}" dt="2026-09-22T04:48:13.274" v="417" actId="404"/>
          <ac:spMkLst>
            <pc:docMk/>
            <pc:sldMk cId="2540299221" sldId="422"/>
            <ac:spMk id="39" creationId="{51E3BE77-E3B9-069F-6AEA-E3BCB1E667D5}"/>
          </ac:spMkLst>
        </pc:spChg>
        <pc:spChg chg="mod">
          <ac:chgData name="Umang, Swati" userId="7e7a3467-3600-4bc4-bf17-d95dbb51ae92" providerId="ADAL" clId="{F0ED9837-ACA1-4616-A60E-49934154A288}" dt="2026-09-22T04:48:55.041" v="427" actId="403"/>
          <ac:spMkLst>
            <pc:docMk/>
            <pc:sldMk cId="2540299221" sldId="422"/>
            <ac:spMk id="41" creationId="{C13405F0-BA52-F47E-FF35-990F9357184D}"/>
          </ac:spMkLst>
        </pc:spChg>
        <pc:spChg chg="mod">
          <ac:chgData name="Umang, Swati" userId="7e7a3467-3600-4bc4-bf17-d95dbb51ae92" providerId="ADAL" clId="{F0ED9837-ACA1-4616-A60E-49934154A288}" dt="2026-09-22T04:47:55.699" v="416" actId="404"/>
          <ac:spMkLst>
            <pc:docMk/>
            <pc:sldMk cId="2540299221" sldId="422"/>
            <ac:spMk id="43" creationId="{EF799EB9-CE15-FA82-06A0-23C103D2B588}"/>
          </ac:spMkLst>
        </pc:spChg>
        <pc:spChg chg="mod">
          <ac:chgData name="Umang, Swati" userId="7e7a3467-3600-4bc4-bf17-d95dbb51ae92" providerId="ADAL" clId="{F0ED9837-ACA1-4616-A60E-49934154A288}" dt="2026-09-22T04:48:13.274" v="417" actId="404"/>
          <ac:spMkLst>
            <pc:docMk/>
            <pc:sldMk cId="2540299221" sldId="422"/>
            <ac:spMk id="46" creationId="{CBE0F807-5933-5CA3-11DD-86E86D2DA202}"/>
          </ac:spMkLst>
        </pc:spChg>
        <pc:spChg chg="mod">
          <ac:chgData name="Umang, Swati" userId="7e7a3467-3600-4bc4-bf17-d95dbb51ae92" providerId="ADAL" clId="{F0ED9837-ACA1-4616-A60E-49934154A288}" dt="2026-09-22T04:48:55.041" v="427" actId="403"/>
          <ac:spMkLst>
            <pc:docMk/>
            <pc:sldMk cId="2540299221" sldId="422"/>
            <ac:spMk id="47" creationId="{FF88B4B4-DFD5-105D-0C3D-545CA28C2326}"/>
          </ac:spMkLst>
        </pc:spChg>
        <pc:spChg chg="mod">
          <ac:chgData name="Umang, Swati" userId="7e7a3467-3600-4bc4-bf17-d95dbb51ae92" providerId="ADAL" clId="{F0ED9837-ACA1-4616-A60E-49934154A288}" dt="2026-09-21T14:47:56.625" v="89"/>
          <ac:spMkLst>
            <pc:docMk/>
            <pc:sldMk cId="2540299221" sldId="422"/>
            <ac:spMk id="49" creationId="{0FAA0EA9-D7FC-1150-7CF6-65DC86C98532}"/>
          </ac:spMkLst>
        </pc:spChg>
        <pc:spChg chg="mod">
          <ac:chgData name="Umang, Swati" userId="7e7a3467-3600-4bc4-bf17-d95dbb51ae92" providerId="ADAL" clId="{F0ED9837-ACA1-4616-A60E-49934154A288}" dt="2026-09-22T04:47:55.699" v="416" actId="404"/>
          <ac:spMkLst>
            <pc:docMk/>
            <pc:sldMk cId="2540299221" sldId="422"/>
            <ac:spMk id="50" creationId="{E824D74F-B12A-9EA6-20DD-15D873C9C147}"/>
          </ac:spMkLst>
        </pc:spChg>
        <pc:spChg chg="mod">
          <ac:chgData name="Umang, Swati" userId="7e7a3467-3600-4bc4-bf17-d95dbb51ae92" providerId="ADAL" clId="{F0ED9837-ACA1-4616-A60E-49934154A288}" dt="2026-09-22T04:47:55.699" v="416" actId="404"/>
          <ac:spMkLst>
            <pc:docMk/>
            <pc:sldMk cId="2540299221" sldId="422"/>
            <ac:spMk id="52" creationId="{B62BEAC5-0A9B-3FC4-5337-C8081EF50DDB}"/>
          </ac:spMkLst>
        </pc:spChg>
        <pc:spChg chg="mod">
          <ac:chgData name="Umang, Swati" userId="7e7a3467-3600-4bc4-bf17-d95dbb51ae92" providerId="ADAL" clId="{F0ED9837-ACA1-4616-A60E-49934154A288}" dt="2026-09-22T04:48:13.274" v="417" actId="404"/>
          <ac:spMkLst>
            <pc:docMk/>
            <pc:sldMk cId="2540299221" sldId="422"/>
            <ac:spMk id="53" creationId="{A67C4FF1-B43C-C5D5-FEF7-1F4F8293F864}"/>
          </ac:spMkLst>
        </pc:spChg>
        <pc:spChg chg="mod">
          <ac:chgData name="Umang, Swati" userId="7e7a3467-3600-4bc4-bf17-d95dbb51ae92" providerId="ADAL" clId="{F0ED9837-ACA1-4616-A60E-49934154A288}" dt="2026-09-22T04:48:55.041" v="427" actId="403"/>
          <ac:spMkLst>
            <pc:docMk/>
            <pc:sldMk cId="2540299221" sldId="422"/>
            <ac:spMk id="54" creationId="{1DDD7CF0-BEF3-9F47-849D-F02B84FD6E9C}"/>
          </ac:spMkLst>
        </pc:spChg>
        <pc:spChg chg="mod">
          <ac:chgData name="Umang, Swati" userId="7e7a3467-3600-4bc4-bf17-d95dbb51ae92" providerId="ADAL" clId="{F0ED9837-ACA1-4616-A60E-49934154A288}" dt="2026-09-22T04:48:55.041" v="427" actId="403"/>
          <ac:spMkLst>
            <pc:docMk/>
            <pc:sldMk cId="2540299221" sldId="422"/>
            <ac:spMk id="58" creationId="{CE9A0086-0E48-D4B4-71AC-8C7B8C4D4A3B}"/>
          </ac:spMkLst>
        </pc:spChg>
        <pc:spChg chg="mod">
          <ac:chgData name="Umang, Swati" userId="7e7a3467-3600-4bc4-bf17-d95dbb51ae92" providerId="ADAL" clId="{F0ED9837-ACA1-4616-A60E-49934154A288}" dt="2026-09-22T04:48:42.435" v="426" actId="1035"/>
          <ac:spMkLst>
            <pc:docMk/>
            <pc:sldMk cId="2540299221" sldId="422"/>
            <ac:spMk id="59" creationId="{1A385875-A7F5-310F-8F6C-27B33DA495C6}"/>
          </ac:spMkLst>
        </pc:spChg>
        <pc:spChg chg="mod">
          <ac:chgData name="Umang, Swati" userId="7e7a3467-3600-4bc4-bf17-d95dbb51ae92" providerId="ADAL" clId="{F0ED9837-ACA1-4616-A60E-49934154A288}" dt="2026-09-22T04:48:42.435" v="426" actId="1035"/>
          <ac:spMkLst>
            <pc:docMk/>
            <pc:sldMk cId="2540299221" sldId="422"/>
            <ac:spMk id="60" creationId="{F502FBD9-A564-599B-45F5-395D0D470C00}"/>
          </ac:spMkLst>
        </pc:spChg>
        <pc:spChg chg="mod">
          <ac:chgData name="Umang, Swati" userId="7e7a3467-3600-4bc4-bf17-d95dbb51ae92" providerId="ADAL" clId="{F0ED9837-ACA1-4616-A60E-49934154A288}" dt="2026-09-22T04:48:42.435" v="426" actId="1035"/>
          <ac:spMkLst>
            <pc:docMk/>
            <pc:sldMk cId="2540299221" sldId="422"/>
            <ac:spMk id="61" creationId="{D8ACAFA3-3736-BBDC-E62D-EB060327A02A}"/>
          </ac:spMkLst>
        </pc:spChg>
        <pc:spChg chg="mod">
          <ac:chgData name="Umang, Swati" userId="7e7a3467-3600-4bc4-bf17-d95dbb51ae92" providerId="ADAL" clId="{F0ED9837-ACA1-4616-A60E-49934154A288}" dt="2026-09-22T04:48:42.435" v="426" actId="1035"/>
          <ac:spMkLst>
            <pc:docMk/>
            <pc:sldMk cId="2540299221" sldId="422"/>
            <ac:spMk id="62" creationId="{101D6BED-CDAC-618E-55F3-FC111196F161}"/>
          </ac:spMkLst>
        </pc:spChg>
        <pc:spChg chg="mod">
          <ac:chgData name="Umang, Swati" userId="7e7a3467-3600-4bc4-bf17-d95dbb51ae92" providerId="ADAL" clId="{F0ED9837-ACA1-4616-A60E-49934154A288}" dt="2026-09-22T04:47:55.699" v="416" actId="404"/>
          <ac:spMkLst>
            <pc:docMk/>
            <pc:sldMk cId="2540299221" sldId="422"/>
            <ac:spMk id="76" creationId="{6FB94409-8976-623E-1B94-B29C3B9846ED}"/>
          </ac:spMkLst>
        </pc:spChg>
        <pc:spChg chg="mod">
          <ac:chgData name="Umang, Swati" userId="7e7a3467-3600-4bc4-bf17-d95dbb51ae92" providerId="ADAL" clId="{F0ED9837-ACA1-4616-A60E-49934154A288}" dt="2026-09-22T04:48:55.041" v="427" actId="403"/>
          <ac:spMkLst>
            <pc:docMk/>
            <pc:sldMk cId="2540299221" sldId="422"/>
            <ac:spMk id="78" creationId="{E12B937B-6307-D373-DC37-4E85A7D84506}"/>
          </ac:spMkLst>
        </pc:spChg>
        <pc:spChg chg="mod">
          <ac:chgData name="Umang, Swati" userId="7e7a3467-3600-4bc4-bf17-d95dbb51ae92" providerId="ADAL" clId="{F0ED9837-ACA1-4616-A60E-49934154A288}" dt="2026-09-22T04:48:13.274" v="417" actId="404"/>
          <ac:spMkLst>
            <pc:docMk/>
            <pc:sldMk cId="2540299221" sldId="422"/>
            <ac:spMk id="81" creationId="{958723A9-779E-8B17-B5E5-31D9F20F25A2}"/>
          </ac:spMkLst>
        </pc:spChg>
        <pc:spChg chg="mod">
          <ac:chgData name="Umang, Swati" userId="7e7a3467-3600-4bc4-bf17-d95dbb51ae92" providerId="ADAL" clId="{F0ED9837-ACA1-4616-A60E-49934154A288}" dt="2026-09-22T04:48:55.041" v="427" actId="403"/>
          <ac:spMkLst>
            <pc:docMk/>
            <pc:sldMk cId="2540299221" sldId="422"/>
            <ac:spMk id="82" creationId="{EEBD699B-6D19-D246-A54E-3F3CC827B235}"/>
          </ac:spMkLst>
        </pc:spChg>
        <pc:spChg chg="mod">
          <ac:chgData name="Umang, Swati" userId="7e7a3467-3600-4bc4-bf17-d95dbb51ae92" providerId="ADAL" clId="{F0ED9837-ACA1-4616-A60E-49934154A288}" dt="2026-09-22T04:48:13.274" v="417" actId="404"/>
          <ac:spMkLst>
            <pc:docMk/>
            <pc:sldMk cId="2540299221" sldId="422"/>
            <ac:spMk id="85" creationId="{AE384B06-4F1F-CDB2-BF0A-866988E5EE37}"/>
          </ac:spMkLst>
        </pc:spChg>
        <pc:spChg chg="mod">
          <ac:chgData name="Umang, Swati" userId="7e7a3467-3600-4bc4-bf17-d95dbb51ae92" providerId="ADAL" clId="{F0ED9837-ACA1-4616-A60E-49934154A288}" dt="2026-09-22T04:48:55.041" v="427" actId="403"/>
          <ac:spMkLst>
            <pc:docMk/>
            <pc:sldMk cId="2540299221" sldId="422"/>
            <ac:spMk id="86" creationId="{D73E2EDA-D37D-3723-5E55-DD6C12A63793}"/>
          </ac:spMkLst>
        </pc:spChg>
        <pc:spChg chg="mod">
          <ac:chgData name="Umang, Swati" userId="7e7a3467-3600-4bc4-bf17-d95dbb51ae92" providerId="ADAL" clId="{F0ED9837-ACA1-4616-A60E-49934154A288}" dt="2026-09-22T04:48:13.274" v="417" actId="404"/>
          <ac:spMkLst>
            <pc:docMk/>
            <pc:sldMk cId="2540299221" sldId="422"/>
            <ac:spMk id="89" creationId="{82EB7469-328A-B567-BCFE-7F9869BAB570}"/>
          </ac:spMkLst>
        </pc:spChg>
        <pc:spChg chg="mod">
          <ac:chgData name="Umang, Swati" userId="7e7a3467-3600-4bc4-bf17-d95dbb51ae92" providerId="ADAL" clId="{F0ED9837-ACA1-4616-A60E-49934154A288}" dt="2026-09-22T04:48:55.041" v="427" actId="403"/>
          <ac:spMkLst>
            <pc:docMk/>
            <pc:sldMk cId="2540299221" sldId="422"/>
            <ac:spMk id="90" creationId="{3BCB0F7D-63E6-BD82-1E3C-BF64ECD25011}"/>
          </ac:spMkLst>
        </pc:spChg>
        <pc:spChg chg="mod">
          <ac:chgData name="Umang, Swati" userId="7e7a3467-3600-4bc4-bf17-d95dbb51ae92" providerId="ADAL" clId="{F0ED9837-ACA1-4616-A60E-49934154A288}" dt="2026-09-22T04:48:13.274" v="417" actId="404"/>
          <ac:spMkLst>
            <pc:docMk/>
            <pc:sldMk cId="2540299221" sldId="422"/>
            <ac:spMk id="94" creationId="{7BA92269-4015-97C6-E934-428B00D6C93E}"/>
          </ac:spMkLst>
        </pc:spChg>
      </pc:sldChg>
      <pc:sldChg chg="delSp modSp mod">
        <pc:chgData name="Umang, Swati" userId="7e7a3467-3600-4bc4-bf17-d95dbb51ae92" providerId="ADAL" clId="{F0ED9837-ACA1-4616-A60E-49934154A288}" dt="2026-09-22T04:50:38.287" v="443" actId="1076"/>
        <pc:sldMkLst>
          <pc:docMk/>
          <pc:sldMk cId="3361424002" sldId="423"/>
        </pc:sldMkLst>
        <pc:spChg chg="del">
          <ac:chgData name="Umang, Swati" userId="7e7a3467-3600-4bc4-bf17-d95dbb51ae92" providerId="ADAL" clId="{F0ED9837-ACA1-4616-A60E-49934154A288}" dt="2026-09-21T14:35:03.566" v="35" actId="478"/>
          <ac:spMkLst>
            <pc:docMk/>
            <pc:sldMk cId="3361424002" sldId="423"/>
            <ac:spMk id="4" creationId="{07636A99-C88F-2CD2-75AA-1C31A49EA141}"/>
          </ac:spMkLst>
        </pc:spChg>
        <pc:spChg chg="mod">
          <ac:chgData name="Umang, Swati" userId="7e7a3467-3600-4bc4-bf17-d95dbb51ae92" providerId="ADAL" clId="{F0ED9837-ACA1-4616-A60E-49934154A288}" dt="2026-09-21T14:34:52.860" v="32" actId="20577"/>
          <ac:spMkLst>
            <pc:docMk/>
            <pc:sldMk cId="3361424002" sldId="423"/>
            <ac:spMk id="49" creationId="{563826C1-0C53-78FF-22D1-9286603EF9F5}"/>
          </ac:spMkLst>
        </pc:spChg>
        <pc:spChg chg="mod">
          <ac:chgData name="Umang, Swati" userId="7e7a3467-3600-4bc4-bf17-d95dbb51ae92" providerId="ADAL" clId="{F0ED9837-ACA1-4616-A60E-49934154A288}" dt="2026-09-22T04:49:25.455" v="438" actId="404"/>
          <ac:spMkLst>
            <pc:docMk/>
            <pc:sldMk cId="3361424002" sldId="423"/>
            <ac:spMk id="136" creationId="{3F48CEB8-C933-074D-E207-643EDF70A074}"/>
          </ac:spMkLst>
        </pc:spChg>
        <pc:spChg chg="mod">
          <ac:chgData name="Umang, Swati" userId="7e7a3467-3600-4bc4-bf17-d95dbb51ae92" providerId="ADAL" clId="{F0ED9837-ACA1-4616-A60E-49934154A288}" dt="2026-09-22T04:49:46.768" v="440" actId="14100"/>
          <ac:spMkLst>
            <pc:docMk/>
            <pc:sldMk cId="3361424002" sldId="423"/>
            <ac:spMk id="138" creationId="{15F73948-26AE-78A4-5F92-16BCE609E33D}"/>
          </ac:spMkLst>
        </pc:spChg>
        <pc:spChg chg="mod">
          <ac:chgData name="Umang, Swati" userId="7e7a3467-3600-4bc4-bf17-d95dbb51ae92" providerId="ADAL" clId="{F0ED9837-ACA1-4616-A60E-49934154A288}" dt="2026-09-22T04:49:18.980" v="435" actId="14100"/>
          <ac:spMkLst>
            <pc:docMk/>
            <pc:sldMk cId="3361424002" sldId="423"/>
            <ac:spMk id="140" creationId="{BB2A4A76-EEBC-7554-8843-F3292AEDBE3C}"/>
          </ac:spMkLst>
        </pc:spChg>
        <pc:spChg chg="mod">
          <ac:chgData name="Umang, Swati" userId="7e7a3467-3600-4bc4-bf17-d95dbb51ae92" providerId="ADAL" clId="{F0ED9837-ACA1-4616-A60E-49934154A288}" dt="2026-09-22T04:49:18.980" v="435" actId="14100"/>
          <ac:spMkLst>
            <pc:docMk/>
            <pc:sldMk cId="3361424002" sldId="423"/>
            <ac:spMk id="142" creationId="{5443C423-423F-D2B5-F4C2-A1511DE6824B}"/>
          </ac:spMkLst>
        </pc:spChg>
        <pc:spChg chg="mod">
          <ac:chgData name="Umang, Swati" userId="7e7a3467-3600-4bc4-bf17-d95dbb51ae92" providerId="ADAL" clId="{F0ED9837-ACA1-4616-A60E-49934154A288}" dt="2026-09-22T04:49:18.980" v="435" actId="14100"/>
          <ac:spMkLst>
            <pc:docMk/>
            <pc:sldMk cId="3361424002" sldId="423"/>
            <ac:spMk id="146" creationId="{592E81BF-F95F-900E-45F1-70566C72D18D}"/>
          </ac:spMkLst>
        </pc:spChg>
        <pc:spChg chg="mod">
          <ac:chgData name="Umang, Swati" userId="7e7a3467-3600-4bc4-bf17-d95dbb51ae92" providerId="ADAL" clId="{F0ED9837-ACA1-4616-A60E-49934154A288}" dt="2026-09-22T04:49:02.728" v="429" actId="403"/>
          <ac:spMkLst>
            <pc:docMk/>
            <pc:sldMk cId="3361424002" sldId="423"/>
            <ac:spMk id="150" creationId="{328CE406-D600-A838-A3A3-F7878346792A}"/>
          </ac:spMkLst>
        </pc:spChg>
        <pc:spChg chg="mod">
          <ac:chgData name="Umang, Swati" userId="7e7a3467-3600-4bc4-bf17-d95dbb51ae92" providerId="ADAL" clId="{F0ED9837-ACA1-4616-A60E-49934154A288}" dt="2026-09-22T04:49:25.455" v="438" actId="404"/>
          <ac:spMkLst>
            <pc:docMk/>
            <pc:sldMk cId="3361424002" sldId="423"/>
            <ac:spMk id="152" creationId="{60568034-A51D-0679-4211-65F5B8A3BEF1}"/>
          </ac:spMkLst>
        </pc:spChg>
        <pc:spChg chg="mod">
          <ac:chgData name="Umang, Swati" userId="7e7a3467-3600-4bc4-bf17-d95dbb51ae92" providerId="ADAL" clId="{F0ED9837-ACA1-4616-A60E-49934154A288}" dt="2026-09-22T04:49:48.568" v="441" actId="6549"/>
          <ac:spMkLst>
            <pc:docMk/>
            <pc:sldMk cId="3361424002" sldId="423"/>
            <ac:spMk id="154" creationId="{AEB2FD09-6672-F817-B0DD-3879EC43D4C0}"/>
          </ac:spMkLst>
        </pc:spChg>
        <pc:spChg chg="mod">
          <ac:chgData name="Umang, Swati" userId="7e7a3467-3600-4bc4-bf17-d95dbb51ae92" providerId="ADAL" clId="{F0ED9837-ACA1-4616-A60E-49934154A288}" dt="2026-09-22T04:50:27.653" v="442" actId="1076"/>
          <ac:spMkLst>
            <pc:docMk/>
            <pc:sldMk cId="3361424002" sldId="423"/>
            <ac:spMk id="156" creationId="{83716FA6-F375-D562-14FC-4531DB272F30}"/>
          </ac:spMkLst>
        </pc:spChg>
        <pc:spChg chg="mod">
          <ac:chgData name="Umang, Swati" userId="7e7a3467-3600-4bc4-bf17-d95dbb51ae92" providerId="ADAL" clId="{F0ED9837-ACA1-4616-A60E-49934154A288}" dt="2026-09-22T04:50:27.653" v="442" actId="1076"/>
          <ac:spMkLst>
            <pc:docMk/>
            <pc:sldMk cId="3361424002" sldId="423"/>
            <ac:spMk id="158" creationId="{3EA54881-0A34-C1F9-33D9-5D377265774F}"/>
          </ac:spMkLst>
        </pc:spChg>
        <pc:spChg chg="mod">
          <ac:chgData name="Umang, Swati" userId="7e7a3467-3600-4bc4-bf17-d95dbb51ae92" providerId="ADAL" clId="{F0ED9837-ACA1-4616-A60E-49934154A288}" dt="2026-09-22T04:50:38.287" v="443" actId="1076"/>
          <ac:spMkLst>
            <pc:docMk/>
            <pc:sldMk cId="3361424002" sldId="423"/>
            <ac:spMk id="160" creationId="{393A0429-C951-352C-0944-ECBE868D547F}"/>
          </ac:spMkLst>
        </pc:spChg>
        <pc:spChg chg="mod">
          <ac:chgData name="Umang, Swati" userId="7e7a3467-3600-4bc4-bf17-d95dbb51ae92" providerId="ADAL" clId="{F0ED9837-ACA1-4616-A60E-49934154A288}" dt="2026-09-22T04:50:38.287" v="443" actId="1076"/>
          <ac:spMkLst>
            <pc:docMk/>
            <pc:sldMk cId="3361424002" sldId="423"/>
            <ac:spMk id="162" creationId="{62C52954-7350-8552-10EF-6FDC1BBC2026}"/>
          </ac:spMkLst>
        </pc:spChg>
        <pc:spChg chg="mod">
          <ac:chgData name="Umang, Swati" userId="7e7a3467-3600-4bc4-bf17-d95dbb51ae92" providerId="ADAL" clId="{F0ED9837-ACA1-4616-A60E-49934154A288}" dt="2026-09-22T04:49:18.980" v="435" actId="14100"/>
          <ac:spMkLst>
            <pc:docMk/>
            <pc:sldMk cId="3361424002" sldId="423"/>
            <ac:spMk id="164" creationId="{CFE7772F-8BAE-290E-EC0E-D28FD2EB13AF}"/>
          </ac:spMkLst>
        </pc:spChg>
        <pc:spChg chg="mod">
          <ac:chgData name="Umang, Swati" userId="7e7a3467-3600-4bc4-bf17-d95dbb51ae92" providerId="ADAL" clId="{F0ED9837-ACA1-4616-A60E-49934154A288}" dt="2026-09-22T04:49:25.455" v="438" actId="404"/>
          <ac:spMkLst>
            <pc:docMk/>
            <pc:sldMk cId="3361424002" sldId="423"/>
            <ac:spMk id="168" creationId="{9294A153-940B-4B4D-74CD-6E73825E5827}"/>
          </ac:spMkLst>
        </pc:spChg>
        <pc:spChg chg="mod">
          <ac:chgData name="Umang, Swati" userId="7e7a3467-3600-4bc4-bf17-d95dbb51ae92" providerId="ADAL" clId="{F0ED9837-ACA1-4616-A60E-49934154A288}" dt="2026-09-22T04:49:46.768" v="440" actId="14100"/>
          <ac:spMkLst>
            <pc:docMk/>
            <pc:sldMk cId="3361424002" sldId="423"/>
            <ac:spMk id="170" creationId="{0017908F-A4E6-E809-FFDD-49405E616204}"/>
          </ac:spMkLst>
        </pc:spChg>
        <pc:spChg chg="mod">
          <ac:chgData name="Umang, Swati" userId="7e7a3467-3600-4bc4-bf17-d95dbb51ae92" providerId="ADAL" clId="{F0ED9837-ACA1-4616-A60E-49934154A288}" dt="2026-09-22T04:49:18.980" v="435" actId="14100"/>
          <ac:spMkLst>
            <pc:docMk/>
            <pc:sldMk cId="3361424002" sldId="423"/>
            <ac:spMk id="174" creationId="{88181CD4-F576-085B-24A2-1111C0EBEDCC}"/>
          </ac:spMkLst>
        </pc:spChg>
        <pc:spChg chg="mod">
          <ac:chgData name="Umang, Swati" userId="7e7a3467-3600-4bc4-bf17-d95dbb51ae92" providerId="ADAL" clId="{F0ED9837-ACA1-4616-A60E-49934154A288}" dt="2026-09-22T04:49:25.455" v="438" actId="404"/>
          <ac:spMkLst>
            <pc:docMk/>
            <pc:sldMk cId="3361424002" sldId="423"/>
            <ac:spMk id="180" creationId="{E30F6F3B-E04C-38A3-2909-0E6B6A237077}"/>
          </ac:spMkLst>
        </pc:spChg>
        <pc:spChg chg="mod">
          <ac:chgData name="Umang, Swati" userId="7e7a3467-3600-4bc4-bf17-d95dbb51ae92" providerId="ADAL" clId="{F0ED9837-ACA1-4616-A60E-49934154A288}" dt="2026-09-22T04:49:46.768" v="440" actId="14100"/>
          <ac:spMkLst>
            <pc:docMk/>
            <pc:sldMk cId="3361424002" sldId="423"/>
            <ac:spMk id="182" creationId="{4EB2C08B-FBE2-67F3-BE24-9E9D02B2D93A}"/>
          </ac:spMkLst>
        </pc:spChg>
        <pc:spChg chg="mod">
          <ac:chgData name="Umang, Swati" userId="7e7a3467-3600-4bc4-bf17-d95dbb51ae92" providerId="ADAL" clId="{F0ED9837-ACA1-4616-A60E-49934154A288}" dt="2026-09-22T04:49:25.455" v="438" actId="404"/>
          <ac:spMkLst>
            <pc:docMk/>
            <pc:sldMk cId="3361424002" sldId="423"/>
            <ac:spMk id="190" creationId="{8005B5CA-E7CC-AB4B-D706-1B9B94EDF5D7}"/>
          </ac:spMkLst>
        </pc:spChg>
        <pc:spChg chg="mod">
          <ac:chgData name="Umang, Swati" userId="7e7a3467-3600-4bc4-bf17-d95dbb51ae92" providerId="ADAL" clId="{F0ED9837-ACA1-4616-A60E-49934154A288}" dt="2026-09-22T04:49:46.768" v="440" actId="14100"/>
          <ac:spMkLst>
            <pc:docMk/>
            <pc:sldMk cId="3361424002" sldId="423"/>
            <ac:spMk id="192" creationId="{D3EF5FC4-4491-4DCC-6FB0-1D3E478186CF}"/>
          </ac:spMkLst>
        </pc:spChg>
      </pc:sldChg>
      <pc:sldChg chg="delSp modSp mod">
        <pc:chgData name="Umang, Swati" userId="7e7a3467-3600-4bc4-bf17-d95dbb51ae92" providerId="ADAL" clId="{F0ED9837-ACA1-4616-A60E-49934154A288}" dt="2026-09-21T14:34:59.711" v="34" actId="478"/>
        <pc:sldMkLst>
          <pc:docMk/>
          <pc:sldMk cId="2973076065" sldId="424"/>
        </pc:sldMkLst>
        <pc:spChg chg="del">
          <ac:chgData name="Umang, Swati" userId="7e7a3467-3600-4bc4-bf17-d95dbb51ae92" providerId="ADAL" clId="{F0ED9837-ACA1-4616-A60E-49934154A288}" dt="2026-09-21T14:34:59.711" v="34" actId="478"/>
          <ac:spMkLst>
            <pc:docMk/>
            <pc:sldMk cId="2973076065" sldId="424"/>
            <ac:spMk id="4" creationId="{EC365945-84ED-EDD0-69B6-D160A6748492}"/>
          </ac:spMkLst>
        </pc:spChg>
        <pc:spChg chg="mod">
          <ac:chgData name="Umang, Swati" userId="7e7a3467-3600-4bc4-bf17-d95dbb51ae92" providerId="ADAL" clId="{F0ED9837-ACA1-4616-A60E-49934154A288}" dt="2026-09-21T14:34:58.180" v="33"/>
          <ac:spMkLst>
            <pc:docMk/>
            <pc:sldMk cId="2973076065" sldId="424"/>
            <ac:spMk id="49" creationId="{0C48BA10-8985-BA8B-A946-D813F620184D}"/>
          </ac:spMkLst>
        </pc:spChg>
      </pc:sldChg>
      <pc:sldChg chg="modSp mod">
        <pc:chgData name="Umang, Swati" userId="7e7a3467-3600-4bc4-bf17-d95dbb51ae92" providerId="ADAL" clId="{F0ED9837-ACA1-4616-A60E-49934154A288}" dt="2026-09-21T14:41:34.952" v="66" actId="207"/>
        <pc:sldMkLst>
          <pc:docMk/>
          <pc:sldMk cId="3250519667" sldId="426"/>
        </pc:sldMkLst>
        <pc:spChg chg="mod">
          <ac:chgData name="Umang, Swati" userId="7e7a3467-3600-4bc4-bf17-d95dbb51ae92" providerId="ADAL" clId="{F0ED9837-ACA1-4616-A60E-49934154A288}" dt="2026-09-21T14:41:34.952" v="66" actId="207"/>
          <ac:spMkLst>
            <pc:docMk/>
            <pc:sldMk cId="3250519667" sldId="426"/>
            <ac:spMk id="4" creationId="{DA4121EF-D40F-D921-5445-37BF6835E5E8}"/>
          </ac:spMkLst>
        </pc:spChg>
        <pc:spChg chg="mod">
          <ac:chgData name="Umang, Swati" userId="7e7a3467-3600-4bc4-bf17-d95dbb51ae92" providerId="ADAL" clId="{F0ED9837-ACA1-4616-A60E-49934154A288}" dt="2026-09-21T14:35:58.540" v="41" actId="20577"/>
          <ac:spMkLst>
            <pc:docMk/>
            <pc:sldMk cId="3250519667" sldId="426"/>
            <ac:spMk id="49" creationId="{A8537329-E295-C746-8A50-A8F12E57A397}"/>
          </ac:spMkLst>
        </pc:spChg>
      </pc:sldChg>
      <pc:sldChg chg="delSp modSp mod">
        <pc:chgData name="Umang, Swati" userId="7e7a3467-3600-4bc4-bf17-d95dbb51ae92" providerId="ADAL" clId="{F0ED9837-ACA1-4616-A60E-49934154A288}" dt="2026-09-22T05:01:58.549" v="575" actId="6549"/>
        <pc:sldMkLst>
          <pc:docMk/>
          <pc:sldMk cId="2073134993" sldId="427"/>
        </pc:sldMkLst>
        <pc:spChg chg="mod">
          <ac:chgData name="Umang, Swati" userId="7e7a3467-3600-4bc4-bf17-d95dbb51ae92" providerId="ADAL" clId="{F0ED9837-ACA1-4616-A60E-49934154A288}" dt="2026-09-22T05:01:41.439" v="568" actId="14100"/>
          <ac:spMkLst>
            <pc:docMk/>
            <pc:sldMk cId="2073134993" sldId="427"/>
            <ac:spMk id="7" creationId="{A018097F-93AA-AA52-D67C-A9B48170725F}"/>
          </ac:spMkLst>
        </pc:spChg>
        <pc:spChg chg="mod">
          <ac:chgData name="Umang, Swati" userId="7e7a3467-3600-4bc4-bf17-d95dbb51ae92" providerId="ADAL" clId="{F0ED9837-ACA1-4616-A60E-49934154A288}" dt="2026-09-22T05:01:35.768" v="567" actId="1076"/>
          <ac:spMkLst>
            <pc:docMk/>
            <pc:sldMk cId="2073134993" sldId="427"/>
            <ac:spMk id="11" creationId="{11F64837-9BD4-176E-D2D8-AB9625805063}"/>
          </ac:spMkLst>
        </pc:spChg>
        <pc:spChg chg="mod">
          <ac:chgData name="Umang, Swati" userId="7e7a3467-3600-4bc4-bf17-d95dbb51ae92" providerId="ADAL" clId="{F0ED9837-ACA1-4616-A60E-49934154A288}" dt="2026-09-22T05:01:22.566" v="564" actId="403"/>
          <ac:spMkLst>
            <pc:docMk/>
            <pc:sldMk cId="2073134993" sldId="427"/>
            <ac:spMk id="13" creationId="{C982ABBF-EE65-D517-D791-FE3B1AA59E0E}"/>
          </ac:spMkLst>
        </pc:spChg>
        <pc:spChg chg="mod">
          <ac:chgData name="Umang, Swati" userId="7e7a3467-3600-4bc4-bf17-d95dbb51ae92" providerId="ADAL" clId="{F0ED9837-ACA1-4616-A60E-49934154A288}" dt="2026-09-22T05:01:35.768" v="567" actId="1076"/>
          <ac:spMkLst>
            <pc:docMk/>
            <pc:sldMk cId="2073134993" sldId="427"/>
            <ac:spMk id="15" creationId="{31DA636B-AB1D-0912-0689-C69FF341CC6A}"/>
          </ac:spMkLst>
        </pc:spChg>
        <pc:spChg chg="mod">
          <ac:chgData name="Umang, Swati" userId="7e7a3467-3600-4bc4-bf17-d95dbb51ae92" providerId="ADAL" clId="{F0ED9837-ACA1-4616-A60E-49934154A288}" dt="2026-09-22T05:01:22.566" v="564" actId="403"/>
          <ac:spMkLst>
            <pc:docMk/>
            <pc:sldMk cId="2073134993" sldId="427"/>
            <ac:spMk id="17" creationId="{AC41E2CF-502A-0FED-26DA-87F158D42F9C}"/>
          </ac:spMkLst>
        </pc:spChg>
        <pc:spChg chg="mod">
          <ac:chgData name="Umang, Swati" userId="7e7a3467-3600-4bc4-bf17-d95dbb51ae92" providerId="ADAL" clId="{F0ED9837-ACA1-4616-A60E-49934154A288}" dt="2026-09-22T05:01:35.768" v="567" actId="1076"/>
          <ac:spMkLst>
            <pc:docMk/>
            <pc:sldMk cId="2073134993" sldId="427"/>
            <ac:spMk id="19" creationId="{B6827331-D266-E350-BAC0-56E55D6037ED}"/>
          </ac:spMkLst>
        </pc:spChg>
        <pc:spChg chg="mod">
          <ac:chgData name="Umang, Swati" userId="7e7a3467-3600-4bc4-bf17-d95dbb51ae92" providerId="ADAL" clId="{F0ED9837-ACA1-4616-A60E-49934154A288}" dt="2026-09-22T05:01:22.566" v="564" actId="403"/>
          <ac:spMkLst>
            <pc:docMk/>
            <pc:sldMk cId="2073134993" sldId="427"/>
            <ac:spMk id="21" creationId="{784D3F01-7502-AA50-F1D1-923103943D3E}"/>
          </ac:spMkLst>
        </pc:spChg>
        <pc:spChg chg="mod">
          <ac:chgData name="Umang, Swati" userId="7e7a3467-3600-4bc4-bf17-d95dbb51ae92" providerId="ADAL" clId="{F0ED9837-ACA1-4616-A60E-49934154A288}" dt="2026-09-22T05:01:35.768" v="567" actId="1076"/>
          <ac:spMkLst>
            <pc:docMk/>
            <pc:sldMk cId="2073134993" sldId="427"/>
            <ac:spMk id="23" creationId="{5BE4983C-264F-BB20-0F5D-71A6E798FB12}"/>
          </ac:spMkLst>
        </pc:spChg>
        <pc:spChg chg="mod">
          <ac:chgData name="Umang, Swati" userId="7e7a3467-3600-4bc4-bf17-d95dbb51ae92" providerId="ADAL" clId="{F0ED9837-ACA1-4616-A60E-49934154A288}" dt="2026-09-22T05:01:22.566" v="564" actId="403"/>
          <ac:spMkLst>
            <pc:docMk/>
            <pc:sldMk cId="2073134993" sldId="427"/>
            <ac:spMk id="25" creationId="{2DF214BC-B776-F4C9-BF3A-FE04372E8709}"/>
          </ac:spMkLst>
        </pc:spChg>
        <pc:spChg chg="mod">
          <ac:chgData name="Umang, Swati" userId="7e7a3467-3600-4bc4-bf17-d95dbb51ae92" providerId="ADAL" clId="{F0ED9837-ACA1-4616-A60E-49934154A288}" dt="2026-09-22T05:01:35.768" v="567" actId="1076"/>
          <ac:spMkLst>
            <pc:docMk/>
            <pc:sldMk cId="2073134993" sldId="427"/>
            <ac:spMk id="27" creationId="{B7A190A3-A1C2-CB43-2CE5-D2CC0BAA741D}"/>
          </ac:spMkLst>
        </pc:spChg>
        <pc:spChg chg="mod">
          <ac:chgData name="Umang, Swati" userId="7e7a3467-3600-4bc4-bf17-d95dbb51ae92" providerId="ADAL" clId="{F0ED9837-ACA1-4616-A60E-49934154A288}" dt="2026-09-22T05:01:22.566" v="564" actId="403"/>
          <ac:spMkLst>
            <pc:docMk/>
            <pc:sldMk cId="2073134993" sldId="427"/>
            <ac:spMk id="29" creationId="{390B2C8F-9109-BD39-DF94-272F4B8EE735}"/>
          </ac:spMkLst>
        </pc:spChg>
        <pc:spChg chg="mod">
          <ac:chgData name="Umang, Swati" userId="7e7a3467-3600-4bc4-bf17-d95dbb51ae92" providerId="ADAL" clId="{F0ED9837-ACA1-4616-A60E-49934154A288}" dt="2026-09-22T05:01:35.768" v="567" actId="1076"/>
          <ac:spMkLst>
            <pc:docMk/>
            <pc:sldMk cId="2073134993" sldId="427"/>
            <ac:spMk id="31" creationId="{D1CDBDB2-3A65-2347-5ECF-E63255DDB1CB}"/>
          </ac:spMkLst>
        </pc:spChg>
        <pc:spChg chg="mod">
          <ac:chgData name="Umang, Swati" userId="7e7a3467-3600-4bc4-bf17-d95dbb51ae92" providerId="ADAL" clId="{F0ED9837-ACA1-4616-A60E-49934154A288}" dt="2026-09-22T05:01:22.566" v="564" actId="403"/>
          <ac:spMkLst>
            <pc:docMk/>
            <pc:sldMk cId="2073134993" sldId="427"/>
            <ac:spMk id="33" creationId="{9BE67F22-A570-1A77-1E0F-2B5E13990CDD}"/>
          </ac:spMkLst>
        </pc:spChg>
        <pc:spChg chg="mod">
          <ac:chgData name="Umang, Swati" userId="7e7a3467-3600-4bc4-bf17-d95dbb51ae92" providerId="ADAL" clId="{F0ED9837-ACA1-4616-A60E-49934154A288}" dt="2026-09-22T05:01:35.768" v="567" actId="1076"/>
          <ac:spMkLst>
            <pc:docMk/>
            <pc:sldMk cId="2073134993" sldId="427"/>
            <ac:spMk id="35" creationId="{6CF0FD3B-BAFC-EB21-D0C4-9797605A1AEB}"/>
          </ac:spMkLst>
        </pc:spChg>
        <pc:spChg chg="mod">
          <ac:chgData name="Umang, Swati" userId="7e7a3467-3600-4bc4-bf17-d95dbb51ae92" providerId="ADAL" clId="{F0ED9837-ACA1-4616-A60E-49934154A288}" dt="2026-09-22T05:01:22.566" v="564" actId="403"/>
          <ac:spMkLst>
            <pc:docMk/>
            <pc:sldMk cId="2073134993" sldId="427"/>
            <ac:spMk id="37" creationId="{3D685C0A-A828-17A3-E7F3-4C5FE9A92D0E}"/>
          </ac:spMkLst>
        </pc:spChg>
        <pc:spChg chg="mod">
          <ac:chgData name="Umang, Swati" userId="7e7a3467-3600-4bc4-bf17-d95dbb51ae92" providerId="ADAL" clId="{F0ED9837-ACA1-4616-A60E-49934154A288}" dt="2026-09-21T14:36:09.338" v="42"/>
          <ac:spMkLst>
            <pc:docMk/>
            <pc:sldMk cId="2073134993" sldId="427"/>
            <ac:spMk id="49" creationId="{60D740EB-918E-3364-DD5D-528BBDF42891}"/>
          </ac:spMkLst>
        </pc:spChg>
        <pc:spChg chg="mod">
          <ac:chgData name="Umang, Swati" userId="7e7a3467-3600-4bc4-bf17-d95dbb51ae92" providerId="ADAL" clId="{F0ED9837-ACA1-4616-A60E-49934154A288}" dt="2026-09-22T04:52:17.067" v="446" actId="403"/>
          <ac:spMkLst>
            <pc:docMk/>
            <pc:sldMk cId="2073134993" sldId="427"/>
            <ac:spMk id="55" creationId="{A8FD7FC2-5E4E-32F4-DA64-8FEBD3F2EF7F}"/>
          </ac:spMkLst>
        </pc:spChg>
        <pc:spChg chg="mod">
          <ac:chgData name="Umang, Swati" userId="7e7a3467-3600-4bc4-bf17-d95dbb51ae92" providerId="ADAL" clId="{F0ED9837-ACA1-4616-A60E-49934154A288}" dt="2026-09-22T04:52:17.067" v="446" actId="403"/>
          <ac:spMkLst>
            <pc:docMk/>
            <pc:sldMk cId="2073134993" sldId="427"/>
            <ac:spMk id="60" creationId="{DAB843C3-6B8E-D342-33F4-E202F052A30E}"/>
          </ac:spMkLst>
        </pc:spChg>
        <pc:spChg chg="mod">
          <ac:chgData name="Umang, Swati" userId="7e7a3467-3600-4bc4-bf17-d95dbb51ae92" providerId="ADAL" clId="{F0ED9837-ACA1-4616-A60E-49934154A288}" dt="2026-09-22T04:52:17.067" v="446" actId="403"/>
          <ac:spMkLst>
            <pc:docMk/>
            <pc:sldMk cId="2073134993" sldId="427"/>
            <ac:spMk id="83" creationId="{AA2CB5EF-345B-95B6-83D3-B43FDAD1D0ED}"/>
          </ac:spMkLst>
        </pc:spChg>
        <pc:spChg chg="mod">
          <ac:chgData name="Umang, Swati" userId="7e7a3467-3600-4bc4-bf17-d95dbb51ae92" providerId="ADAL" clId="{F0ED9837-ACA1-4616-A60E-49934154A288}" dt="2026-09-22T04:52:17.067" v="446" actId="403"/>
          <ac:spMkLst>
            <pc:docMk/>
            <pc:sldMk cId="2073134993" sldId="427"/>
            <ac:spMk id="88" creationId="{AA62EA66-27BC-1D29-6029-7C08DE342C55}"/>
          </ac:spMkLst>
        </pc:spChg>
        <pc:spChg chg="mod">
          <ac:chgData name="Umang, Swati" userId="7e7a3467-3600-4bc4-bf17-d95dbb51ae92" providerId="ADAL" clId="{F0ED9837-ACA1-4616-A60E-49934154A288}" dt="2026-09-22T04:52:17.067" v="446" actId="403"/>
          <ac:spMkLst>
            <pc:docMk/>
            <pc:sldMk cId="2073134993" sldId="427"/>
            <ac:spMk id="91" creationId="{21847518-E4E4-604A-90F8-63DFE9CF4119}"/>
          </ac:spMkLst>
        </pc:spChg>
        <pc:spChg chg="mod">
          <ac:chgData name="Umang, Swati" userId="7e7a3467-3600-4bc4-bf17-d95dbb51ae92" providerId="ADAL" clId="{F0ED9837-ACA1-4616-A60E-49934154A288}" dt="2026-09-22T04:52:17.067" v="446" actId="403"/>
          <ac:spMkLst>
            <pc:docMk/>
            <pc:sldMk cId="2073134993" sldId="427"/>
            <ac:spMk id="163" creationId="{4D463EFA-F296-3B05-02A1-8D09890F7F8A}"/>
          </ac:spMkLst>
        </pc:spChg>
        <pc:spChg chg="mod">
          <ac:chgData name="Umang, Swati" userId="7e7a3467-3600-4bc4-bf17-d95dbb51ae92" providerId="ADAL" clId="{F0ED9837-ACA1-4616-A60E-49934154A288}" dt="2026-09-22T04:52:17.067" v="446" actId="403"/>
          <ac:spMkLst>
            <pc:docMk/>
            <pc:sldMk cId="2073134993" sldId="427"/>
            <ac:spMk id="170" creationId="{C24AE840-3415-AA47-FFF9-F771E17F2262}"/>
          </ac:spMkLst>
        </pc:spChg>
        <pc:spChg chg="mod">
          <ac:chgData name="Umang, Swati" userId="7e7a3467-3600-4bc4-bf17-d95dbb51ae92" providerId="ADAL" clId="{F0ED9837-ACA1-4616-A60E-49934154A288}" dt="2026-09-22T04:52:17.067" v="446" actId="403"/>
          <ac:spMkLst>
            <pc:docMk/>
            <pc:sldMk cId="2073134993" sldId="427"/>
            <ac:spMk id="173" creationId="{54C796FA-8A5A-9925-1C5B-FC5AED3CB1D3}"/>
          </ac:spMkLst>
        </pc:spChg>
        <pc:spChg chg="mod">
          <ac:chgData name="Umang, Swati" userId="7e7a3467-3600-4bc4-bf17-d95dbb51ae92" providerId="ADAL" clId="{F0ED9837-ACA1-4616-A60E-49934154A288}" dt="2026-09-22T04:52:17.067" v="446" actId="403"/>
          <ac:spMkLst>
            <pc:docMk/>
            <pc:sldMk cId="2073134993" sldId="427"/>
            <ac:spMk id="178" creationId="{EA486D53-BECE-BAEA-BBEF-E514EDD2E3FE}"/>
          </ac:spMkLst>
        </pc:spChg>
        <pc:spChg chg="mod">
          <ac:chgData name="Umang, Swati" userId="7e7a3467-3600-4bc4-bf17-d95dbb51ae92" providerId="ADAL" clId="{F0ED9837-ACA1-4616-A60E-49934154A288}" dt="2026-09-22T04:52:17.067" v="446" actId="403"/>
          <ac:spMkLst>
            <pc:docMk/>
            <pc:sldMk cId="2073134993" sldId="427"/>
            <ac:spMk id="179" creationId="{CC2F6B0E-B4F0-20CC-6ED4-CFFC413AE061}"/>
          </ac:spMkLst>
        </pc:spChg>
        <pc:spChg chg="mod">
          <ac:chgData name="Umang, Swati" userId="7e7a3467-3600-4bc4-bf17-d95dbb51ae92" providerId="ADAL" clId="{F0ED9837-ACA1-4616-A60E-49934154A288}" dt="2026-09-22T05:01:58.549" v="575" actId="6549"/>
          <ac:spMkLst>
            <pc:docMk/>
            <pc:sldMk cId="2073134993" sldId="427"/>
            <ac:spMk id="206" creationId="{CCF4DE67-C8FA-8A16-674D-4C7160197537}"/>
          </ac:spMkLst>
        </pc:spChg>
        <pc:spChg chg="del">
          <ac:chgData name="Umang, Swati" userId="7e7a3467-3600-4bc4-bf17-d95dbb51ae92" providerId="ADAL" clId="{F0ED9837-ACA1-4616-A60E-49934154A288}" dt="2026-09-21T14:41:29.818" v="65" actId="478"/>
          <ac:spMkLst>
            <pc:docMk/>
            <pc:sldMk cId="2073134993" sldId="427"/>
            <ac:spMk id="223" creationId="{3D61DFB4-3CA2-7B2F-BC89-53535F120534}"/>
          </ac:spMkLst>
        </pc:spChg>
        <pc:spChg chg="mod">
          <ac:chgData name="Umang, Swati" userId="7e7a3467-3600-4bc4-bf17-d95dbb51ae92" providerId="ADAL" clId="{F0ED9837-ACA1-4616-A60E-49934154A288}" dt="2026-09-22T05:01:52.538" v="571" actId="1076"/>
          <ac:spMkLst>
            <pc:docMk/>
            <pc:sldMk cId="2073134993" sldId="427"/>
            <ac:spMk id="225" creationId="{FE75FEF9-FAD4-392B-6B34-61B740F0D0BB}"/>
          </ac:spMkLst>
        </pc:spChg>
        <pc:cxnChg chg="del">
          <ac:chgData name="Umang, Swati" userId="7e7a3467-3600-4bc4-bf17-d95dbb51ae92" providerId="ADAL" clId="{F0ED9837-ACA1-4616-A60E-49934154A288}" dt="2026-09-22T05:01:54.190" v="572" actId="478"/>
          <ac:cxnSpMkLst>
            <pc:docMk/>
            <pc:sldMk cId="2073134993" sldId="427"/>
            <ac:cxnSpMk id="221" creationId="{44649198-A96F-55B4-40F7-54A0724EABD0}"/>
          </ac:cxnSpMkLst>
        </pc:cxnChg>
      </pc:sldChg>
      <pc:sldChg chg="delSp modSp mod">
        <pc:chgData name="Umang, Swati" userId="7e7a3467-3600-4bc4-bf17-d95dbb51ae92" providerId="ADAL" clId="{F0ED9837-ACA1-4616-A60E-49934154A288}" dt="2026-09-21T14:36:41.274" v="50" actId="478"/>
        <pc:sldMkLst>
          <pc:docMk/>
          <pc:sldMk cId="771681522" sldId="428"/>
        </pc:sldMkLst>
        <pc:spChg chg="mod">
          <ac:chgData name="Umang, Swati" userId="7e7a3467-3600-4bc4-bf17-d95dbb51ae92" providerId="ADAL" clId="{F0ED9837-ACA1-4616-A60E-49934154A288}" dt="2026-09-21T14:36:39.745" v="49" actId="20577"/>
          <ac:spMkLst>
            <pc:docMk/>
            <pc:sldMk cId="771681522" sldId="428"/>
            <ac:spMk id="49" creationId="{C77705B4-0DC1-4DC9-3019-5DAEEB3C7AEC}"/>
          </ac:spMkLst>
        </pc:spChg>
        <pc:cxnChg chg="del">
          <ac:chgData name="Umang, Swati" userId="7e7a3467-3600-4bc4-bf17-d95dbb51ae92" providerId="ADAL" clId="{F0ED9837-ACA1-4616-A60E-49934154A288}" dt="2026-09-21T14:36:41.274" v="50" actId="478"/>
          <ac:cxnSpMkLst>
            <pc:docMk/>
            <pc:sldMk cId="771681522" sldId="428"/>
            <ac:cxnSpMk id="51" creationId="{B05C3A35-434C-A141-8260-89A6E9B28AB7}"/>
          </ac:cxnSpMkLst>
        </pc:cxnChg>
      </pc:sldChg>
      <pc:sldChg chg="addSp modSp mod">
        <pc:chgData name="Umang, Swati" userId="7e7a3467-3600-4bc4-bf17-d95dbb51ae92" providerId="ADAL" clId="{F0ED9837-ACA1-4616-A60E-49934154A288}" dt="2026-09-22T04:56:36.869" v="524" actId="688"/>
        <pc:sldMkLst>
          <pc:docMk/>
          <pc:sldMk cId="1133158615" sldId="429"/>
        </pc:sldMkLst>
        <pc:spChg chg="add mod ord">
          <ac:chgData name="Umang, Swati" userId="7e7a3467-3600-4bc4-bf17-d95dbb51ae92" providerId="ADAL" clId="{F0ED9837-ACA1-4616-A60E-49934154A288}" dt="2026-09-22T04:53:41.917" v="478" actId="14100"/>
          <ac:spMkLst>
            <pc:docMk/>
            <pc:sldMk cId="1133158615" sldId="429"/>
            <ac:spMk id="2" creationId="{3E63F291-E77C-5B51-6BF2-E1545963441C}"/>
          </ac:spMkLst>
        </pc:spChg>
        <pc:spChg chg="mod">
          <ac:chgData name="Umang, Swati" userId="7e7a3467-3600-4bc4-bf17-d95dbb51ae92" providerId="ADAL" clId="{F0ED9837-ACA1-4616-A60E-49934154A288}" dt="2026-09-22T04:53:47.946" v="479" actId="1076"/>
          <ac:spMkLst>
            <pc:docMk/>
            <pc:sldMk cId="1133158615" sldId="429"/>
            <ac:spMk id="7" creationId="{3930304B-2D73-4873-8669-B5D29B743617}"/>
          </ac:spMkLst>
        </pc:spChg>
        <pc:spChg chg="mod">
          <ac:chgData name="Umang, Swati" userId="7e7a3467-3600-4bc4-bf17-d95dbb51ae92" providerId="ADAL" clId="{F0ED9837-ACA1-4616-A60E-49934154A288}" dt="2026-09-22T04:53:59.864" v="481" actId="404"/>
          <ac:spMkLst>
            <pc:docMk/>
            <pc:sldMk cId="1133158615" sldId="429"/>
            <ac:spMk id="11" creationId="{79FC57BF-BDD3-CCE7-414F-5CD36B9A80BD}"/>
          </ac:spMkLst>
        </pc:spChg>
        <pc:spChg chg="mod">
          <ac:chgData name="Umang, Swati" userId="7e7a3467-3600-4bc4-bf17-d95dbb51ae92" providerId="ADAL" clId="{F0ED9837-ACA1-4616-A60E-49934154A288}" dt="2026-09-22T04:54:03.668" v="482" actId="14100"/>
          <ac:spMkLst>
            <pc:docMk/>
            <pc:sldMk cId="1133158615" sldId="429"/>
            <ac:spMk id="15" creationId="{C6E9E4B8-73E1-FFFC-49A6-047BB9E19826}"/>
          </ac:spMkLst>
        </pc:spChg>
        <pc:spChg chg="mod">
          <ac:chgData name="Umang, Swati" userId="7e7a3467-3600-4bc4-bf17-d95dbb51ae92" providerId="ADAL" clId="{F0ED9837-ACA1-4616-A60E-49934154A288}" dt="2026-09-22T04:55:54.286" v="515" actId="1076"/>
          <ac:spMkLst>
            <pc:docMk/>
            <pc:sldMk cId="1133158615" sldId="429"/>
            <ac:spMk id="19" creationId="{1D4F5F86-288A-92E0-6F30-E27E91CF022A}"/>
          </ac:spMkLst>
        </pc:spChg>
        <pc:spChg chg="mod">
          <ac:chgData name="Umang, Swati" userId="7e7a3467-3600-4bc4-bf17-d95dbb51ae92" providerId="ADAL" clId="{F0ED9837-ACA1-4616-A60E-49934154A288}" dt="2026-09-22T04:55:39.160" v="510" actId="1076"/>
          <ac:spMkLst>
            <pc:docMk/>
            <pc:sldMk cId="1133158615" sldId="429"/>
            <ac:spMk id="23" creationId="{82BFA9B7-C16B-8B65-ED10-E2CA0DC9B3FE}"/>
          </ac:spMkLst>
        </pc:spChg>
        <pc:spChg chg="mod">
          <ac:chgData name="Umang, Swati" userId="7e7a3467-3600-4bc4-bf17-d95dbb51ae92" providerId="ADAL" clId="{F0ED9837-ACA1-4616-A60E-49934154A288}" dt="2026-09-22T04:56:36.869" v="524" actId="688"/>
          <ac:spMkLst>
            <pc:docMk/>
            <pc:sldMk cId="1133158615" sldId="429"/>
            <ac:spMk id="37" creationId="{024D3201-32BA-548D-AF50-46295BCA12E6}"/>
          </ac:spMkLst>
        </pc:spChg>
        <pc:spChg chg="mod">
          <ac:chgData name="Umang, Swati" userId="7e7a3467-3600-4bc4-bf17-d95dbb51ae92" providerId="ADAL" clId="{F0ED9837-ACA1-4616-A60E-49934154A288}" dt="2026-09-22T04:55:46.177" v="511" actId="1076"/>
          <ac:spMkLst>
            <pc:docMk/>
            <pc:sldMk cId="1133158615" sldId="429"/>
            <ac:spMk id="39" creationId="{86D440AA-6BDF-0A67-B322-B304A0918E9C}"/>
          </ac:spMkLst>
        </pc:spChg>
        <pc:spChg chg="mod">
          <ac:chgData name="Umang, Swati" userId="7e7a3467-3600-4bc4-bf17-d95dbb51ae92" providerId="ADAL" clId="{F0ED9837-ACA1-4616-A60E-49934154A288}" dt="2026-09-22T04:55:46.177" v="511" actId="1076"/>
          <ac:spMkLst>
            <pc:docMk/>
            <pc:sldMk cId="1133158615" sldId="429"/>
            <ac:spMk id="41" creationId="{C2949AFA-C8D8-1177-79AB-05AD8184738C}"/>
          </ac:spMkLst>
        </pc:spChg>
        <pc:spChg chg="mod">
          <ac:chgData name="Umang, Swati" userId="7e7a3467-3600-4bc4-bf17-d95dbb51ae92" providerId="ADAL" clId="{F0ED9837-ACA1-4616-A60E-49934154A288}" dt="2026-09-22T04:55:46.177" v="511" actId="1076"/>
          <ac:spMkLst>
            <pc:docMk/>
            <pc:sldMk cId="1133158615" sldId="429"/>
            <ac:spMk id="42" creationId="{791DA165-9952-F41D-1507-878C69E19D50}"/>
          </ac:spMkLst>
        </pc:spChg>
        <pc:spChg chg="mod">
          <ac:chgData name="Umang, Swati" userId="7e7a3467-3600-4bc4-bf17-d95dbb51ae92" providerId="ADAL" clId="{F0ED9837-ACA1-4616-A60E-49934154A288}" dt="2026-09-22T04:55:46.177" v="511" actId="1076"/>
          <ac:spMkLst>
            <pc:docMk/>
            <pc:sldMk cId="1133158615" sldId="429"/>
            <ac:spMk id="43" creationId="{10E77089-2A3C-3681-583B-AA1ADA1B3B0E}"/>
          </ac:spMkLst>
        </pc:spChg>
        <pc:spChg chg="mod">
          <ac:chgData name="Umang, Swati" userId="7e7a3467-3600-4bc4-bf17-d95dbb51ae92" providerId="ADAL" clId="{F0ED9837-ACA1-4616-A60E-49934154A288}" dt="2026-09-22T04:55:31.781" v="506" actId="1076"/>
          <ac:spMkLst>
            <pc:docMk/>
            <pc:sldMk cId="1133158615" sldId="429"/>
            <ac:spMk id="44" creationId="{23673F8B-1FCB-C206-8B60-4F51A72D31AA}"/>
          </ac:spMkLst>
        </pc:spChg>
        <pc:spChg chg="mod">
          <ac:chgData name="Umang, Swati" userId="7e7a3467-3600-4bc4-bf17-d95dbb51ae92" providerId="ADAL" clId="{F0ED9837-ACA1-4616-A60E-49934154A288}" dt="2026-09-22T04:55:31.781" v="506" actId="1076"/>
          <ac:spMkLst>
            <pc:docMk/>
            <pc:sldMk cId="1133158615" sldId="429"/>
            <ac:spMk id="45" creationId="{3358884A-8935-E652-D08E-7D292E4CC2D2}"/>
          </ac:spMkLst>
        </pc:spChg>
        <pc:spChg chg="mod">
          <ac:chgData name="Umang, Swati" userId="7e7a3467-3600-4bc4-bf17-d95dbb51ae92" providerId="ADAL" clId="{F0ED9837-ACA1-4616-A60E-49934154A288}" dt="2026-09-22T04:55:36.555" v="509" actId="1076"/>
          <ac:spMkLst>
            <pc:docMk/>
            <pc:sldMk cId="1133158615" sldId="429"/>
            <ac:spMk id="46" creationId="{0ABFDA6E-BBE5-2110-D24B-1A41C490A015}"/>
          </ac:spMkLst>
        </pc:spChg>
        <pc:spChg chg="mod">
          <ac:chgData name="Umang, Swati" userId="7e7a3467-3600-4bc4-bf17-d95dbb51ae92" providerId="ADAL" clId="{F0ED9837-ACA1-4616-A60E-49934154A288}" dt="2026-09-22T04:55:31.781" v="506" actId="1076"/>
          <ac:spMkLst>
            <pc:docMk/>
            <pc:sldMk cId="1133158615" sldId="429"/>
            <ac:spMk id="47" creationId="{F66FC290-478F-F79B-B5E9-210EA41B7C5A}"/>
          </ac:spMkLst>
        </pc:spChg>
        <pc:spChg chg="mod">
          <ac:chgData name="Umang, Swati" userId="7e7a3467-3600-4bc4-bf17-d95dbb51ae92" providerId="ADAL" clId="{F0ED9837-ACA1-4616-A60E-49934154A288}" dt="2026-09-21T14:37:15.290" v="56"/>
          <ac:spMkLst>
            <pc:docMk/>
            <pc:sldMk cId="1133158615" sldId="429"/>
            <ac:spMk id="48" creationId="{3472C017-CBAE-DA16-E2A6-7B897E5AB947}"/>
          </ac:spMkLst>
        </pc:spChg>
        <pc:spChg chg="mod">
          <ac:chgData name="Umang, Swati" userId="7e7a3467-3600-4bc4-bf17-d95dbb51ae92" providerId="ADAL" clId="{F0ED9837-ACA1-4616-A60E-49934154A288}" dt="2026-09-21T14:36:36.518" v="47" actId="20577"/>
          <ac:spMkLst>
            <pc:docMk/>
            <pc:sldMk cId="1133158615" sldId="429"/>
            <ac:spMk id="49" creationId="{ED9CCE49-05E1-EE2B-33D1-1500A2D664FB}"/>
          </ac:spMkLst>
        </pc:spChg>
        <pc:spChg chg="mod">
          <ac:chgData name="Umang, Swati" userId="7e7a3467-3600-4bc4-bf17-d95dbb51ae92" providerId="ADAL" clId="{F0ED9837-ACA1-4616-A60E-49934154A288}" dt="2026-09-22T04:55:31.781" v="506" actId="1076"/>
          <ac:spMkLst>
            <pc:docMk/>
            <pc:sldMk cId="1133158615" sldId="429"/>
            <ac:spMk id="50" creationId="{3A1B6669-35AA-A276-4D50-776DD9593FA2}"/>
          </ac:spMkLst>
        </pc:spChg>
        <pc:spChg chg="mod">
          <ac:chgData name="Umang, Swati" userId="7e7a3467-3600-4bc4-bf17-d95dbb51ae92" providerId="ADAL" clId="{F0ED9837-ACA1-4616-A60E-49934154A288}" dt="2026-09-22T04:52:45.175" v="464" actId="403"/>
          <ac:spMkLst>
            <pc:docMk/>
            <pc:sldMk cId="1133158615" sldId="429"/>
            <ac:spMk id="52" creationId="{E0B35D6D-3406-A22C-5323-80C1C2BD160F}"/>
          </ac:spMkLst>
        </pc:spChg>
        <pc:spChg chg="mod">
          <ac:chgData name="Umang, Swati" userId="7e7a3467-3600-4bc4-bf17-d95dbb51ae92" providerId="ADAL" clId="{F0ED9837-ACA1-4616-A60E-49934154A288}" dt="2026-09-22T04:56:07.452" v="516" actId="1076"/>
          <ac:spMkLst>
            <pc:docMk/>
            <pc:sldMk cId="1133158615" sldId="429"/>
            <ac:spMk id="56" creationId="{9D344A16-0E79-5412-4849-3759FB0232B1}"/>
          </ac:spMkLst>
        </pc:spChg>
        <pc:spChg chg="mod">
          <ac:chgData name="Umang, Swati" userId="7e7a3467-3600-4bc4-bf17-d95dbb51ae92" providerId="ADAL" clId="{F0ED9837-ACA1-4616-A60E-49934154A288}" dt="2026-09-22T04:56:07.452" v="516" actId="1076"/>
          <ac:spMkLst>
            <pc:docMk/>
            <pc:sldMk cId="1133158615" sldId="429"/>
            <ac:spMk id="57" creationId="{2535B231-FC2A-B636-45E1-48F67250E9E0}"/>
          </ac:spMkLst>
        </pc:spChg>
        <pc:spChg chg="mod">
          <ac:chgData name="Umang, Swati" userId="7e7a3467-3600-4bc4-bf17-d95dbb51ae92" providerId="ADAL" clId="{F0ED9837-ACA1-4616-A60E-49934154A288}" dt="2026-09-22T04:56:07.452" v="516" actId="1076"/>
          <ac:spMkLst>
            <pc:docMk/>
            <pc:sldMk cId="1133158615" sldId="429"/>
            <ac:spMk id="58" creationId="{4C66C167-5577-5C45-1813-922A9F497C4E}"/>
          </ac:spMkLst>
        </pc:spChg>
        <pc:spChg chg="mod">
          <ac:chgData name="Umang, Swati" userId="7e7a3467-3600-4bc4-bf17-d95dbb51ae92" providerId="ADAL" clId="{F0ED9837-ACA1-4616-A60E-49934154A288}" dt="2026-09-22T04:56:07.452" v="516" actId="1076"/>
          <ac:spMkLst>
            <pc:docMk/>
            <pc:sldMk cId="1133158615" sldId="429"/>
            <ac:spMk id="59" creationId="{2A7748AD-F81C-6838-8AF2-F49481014CC9}"/>
          </ac:spMkLst>
        </pc:spChg>
        <pc:spChg chg="mod">
          <ac:chgData name="Umang, Swati" userId="7e7a3467-3600-4bc4-bf17-d95dbb51ae92" providerId="ADAL" clId="{F0ED9837-ACA1-4616-A60E-49934154A288}" dt="2026-09-22T04:56:07.452" v="516" actId="1076"/>
          <ac:spMkLst>
            <pc:docMk/>
            <pc:sldMk cId="1133158615" sldId="429"/>
            <ac:spMk id="60" creationId="{B7848562-2D34-4B27-60BC-F89F464426D9}"/>
          </ac:spMkLst>
        </pc:spChg>
        <pc:spChg chg="mod">
          <ac:chgData name="Umang, Swati" userId="7e7a3467-3600-4bc4-bf17-d95dbb51ae92" providerId="ADAL" clId="{F0ED9837-ACA1-4616-A60E-49934154A288}" dt="2026-09-22T04:55:06.694" v="500" actId="1076"/>
          <ac:spMkLst>
            <pc:docMk/>
            <pc:sldMk cId="1133158615" sldId="429"/>
            <ac:spMk id="65" creationId="{7EDE2B3A-4A10-46C1-3F26-B875A77042AE}"/>
          </ac:spMkLst>
        </pc:spChg>
        <pc:spChg chg="mod">
          <ac:chgData name="Umang, Swati" userId="7e7a3467-3600-4bc4-bf17-d95dbb51ae92" providerId="ADAL" clId="{F0ED9837-ACA1-4616-A60E-49934154A288}" dt="2026-09-22T04:55:06.694" v="500" actId="1076"/>
          <ac:spMkLst>
            <pc:docMk/>
            <pc:sldMk cId="1133158615" sldId="429"/>
            <ac:spMk id="66" creationId="{D594ECC0-339D-3E46-90C1-11E8D72F7B6D}"/>
          </ac:spMkLst>
        </pc:spChg>
        <pc:spChg chg="mod">
          <ac:chgData name="Umang, Swati" userId="7e7a3467-3600-4bc4-bf17-d95dbb51ae92" providerId="ADAL" clId="{F0ED9837-ACA1-4616-A60E-49934154A288}" dt="2026-09-22T04:55:06.694" v="500" actId="1076"/>
          <ac:spMkLst>
            <pc:docMk/>
            <pc:sldMk cId="1133158615" sldId="429"/>
            <ac:spMk id="67" creationId="{A7939DFA-589D-C809-52C6-3E805E588351}"/>
          </ac:spMkLst>
        </pc:spChg>
        <pc:spChg chg="mod">
          <ac:chgData name="Umang, Swati" userId="7e7a3467-3600-4bc4-bf17-d95dbb51ae92" providerId="ADAL" clId="{F0ED9837-ACA1-4616-A60E-49934154A288}" dt="2026-09-22T04:55:06.694" v="500" actId="1076"/>
          <ac:spMkLst>
            <pc:docMk/>
            <pc:sldMk cId="1133158615" sldId="429"/>
            <ac:spMk id="68" creationId="{C084215B-E916-E21F-3317-7F36EFE93766}"/>
          </ac:spMkLst>
        </pc:spChg>
        <pc:spChg chg="mod">
          <ac:chgData name="Umang, Swati" userId="7e7a3467-3600-4bc4-bf17-d95dbb51ae92" providerId="ADAL" clId="{F0ED9837-ACA1-4616-A60E-49934154A288}" dt="2026-09-22T04:55:12.912" v="503" actId="1076"/>
          <ac:spMkLst>
            <pc:docMk/>
            <pc:sldMk cId="1133158615" sldId="429"/>
            <ac:spMk id="69" creationId="{061834F8-E937-E3FF-999C-0D64E345F110}"/>
          </ac:spMkLst>
        </pc:spChg>
        <pc:spChg chg="mod">
          <ac:chgData name="Umang, Swati" userId="7e7a3467-3600-4bc4-bf17-d95dbb51ae92" providerId="ADAL" clId="{F0ED9837-ACA1-4616-A60E-49934154A288}" dt="2026-09-22T04:54:59.272" v="498" actId="1076"/>
          <ac:spMkLst>
            <pc:docMk/>
            <pc:sldMk cId="1133158615" sldId="429"/>
            <ac:spMk id="70" creationId="{EAFB2298-90FE-3F39-0899-1BA7671408CB}"/>
          </ac:spMkLst>
        </pc:spChg>
        <pc:spChg chg="mod">
          <ac:chgData name="Umang, Swati" userId="7e7a3467-3600-4bc4-bf17-d95dbb51ae92" providerId="ADAL" clId="{F0ED9837-ACA1-4616-A60E-49934154A288}" dt="2026-09-22T04:54:59.272" v="498" actId="1076"/>
          <ac:spMkLst>
            <pc:docMk/>
            <pc:sldMk cId="1133158615" sldId="429"/>
            <ac:spMk id="71" creationId="{48E5C0C6-48F3-D431-9861-11566B7ED71C}"/>
          </ac:spMkLst>
        </pc:spChg>
        <pc:spChg chg="mod">
          <ac:chgData name="Umang, Swati" userId="7e7a3467-3600-4bc4-bf17-d95dbb51ae92" providerId="ADAL" clId="{F0ED9837-ACA1-4616-A60E-49934154A288}" dt="2026-09-22T04:54:59.272" v="498" actId="1076"/>
          <ac:spMkLst>
            <pc:docMk/>
            <pc:sldMk cId="1133158615" sldId="429"/>
            <ac:spMk id="72" creationId="{3C2521D3-42F5-D765-9C55-ABFCA90AA6A9}"/>
          </ac:spMkLst>
        </pc:spChg>
        <pc:spChg chg="mod">
          <ac:chgData name="Umang, Swati" userId="7e7a3467-3600-4bc4-bf17-d95dbb51ae92" providerId="ADAL" clId="{F0ED9837-ACA1-4616-A60E-49934154A288}" dt="2026-09-22T04:54:59.272" v="498" actId="1076"/>
          <ac:spMkLst>
            <pc:docMk/>
            <pc:sldMk cId="1133158615" sldId="429"/>
            <ac:spMk id="73" creationId="{F6086096-5D67-F02F-C3E3-9F4D8EC412C0}"/>
          </ac:spMkLst>
        </pc:spChg>
        <pc:spChg chg="mod">
          <ac:chgData name="Umang, Swati" userId="7e7a3467-3600-4bc4-bf17-d95dbb51ae92" providerId="ADAL" clId="{F0ED9837-ACA1-4616-A60E-49934154A288}" dt="2026-09-22T04:54:59.272" v="498" actId="1076"/>
          <ac:spMkLst>
            <pc:docMk/>
            <pc:sldMk cId="1133158615" sldId="429"/>
            <ac:spMk id="74" creationId="{766091A9-61B0-E340-5F77-56BDC6A53A49}"/>
          </ac:spMkLst>
        </pc:spChg>
        <pc:spChg chg="mod">
          <ac:chgData name="Umang, Swati" userId="7e7a3467-3600-4bc4-bf17-d95dbb51ae92" providerId="ADAL" clId="{F0ED9837-ACA1-4616-A60E-49934154A288}" dt="2026-09-22T04:52:45.175" v="464" actId="403"/>
          <ac:spMkLst>
            <pc:docMk/>
            <pc:sldMk cId="1133158615" sldId="429"/>
            <ac:spMk id="75" creationId="{30602031-0811-FFAB-102F-3D77992AB8C8}"/>
          </ac:spMkLst>
        </pc:spChg>
        <pc:spChg chg="mod">
          <ac:chgData name="Umang, Swati" userId="7e7a3467-3600-4bc4-bf17-d95dbb51ae92" providerId="ADAL" clId="{F0ED9837-ACA1-4616-A60E-49934154A288}" dt="2026-09-22T04:56:29.162" v="523" actId="1076"/>
          <ac:spMkLst>
            <pc:docMk/>
            <pc:sldMk cId="1133158615" sldId="429"/>
            <ac:spMk id="78" creationId="{09C52222-9553-8A41-7CB0-C83D05253088}"/>
          </ac:spMkLst>
        </pc:spChg>
        <pc:spChg chg="mod">
          <ac:chgData name="Umang, Swati" userId="7e7a3467-3600-4bc4-bf17-d95dbb51ae92" providerId="ADAL" clId="{F0ED9837-ACA1-4616-A60E-49934154A288}" dt="2026-09-21T14:37:27.405" v="60"/>
          <ac:spMkLst>
            <pc:docMk/>
            <pc:sldMk cId="1133158615" sldId="429"/>
            <ac:spMk id="223" creationId="{6DA32A0E-C6CD-F871-611A-C5C1161BA1B9}"/>
          </ac:spMkLst>
        </pc:spChg>
        <pc:cxnChg chg="mod">
          <ac:chgData name="Umang, Swati" userId="7e7a3467-3600-4bc4-bf17-d95dbb51ae92" providerId="ADAL" clId="{F0ED9837-ACA1-4616-A60E-49934154A288}" dt="2026-09-22T04:53:55.993" v="480" actId="1076"/>
          <ac:cxnSpMkLst>
            <pc:docMk/>
            <pc:sldMk cId="1133158615" sldId="429"/>
            <ac:cxnSpMk id="9" creationId="{27FC4720-9117-70C9-5E35-AE8CB0C43244}"/>
          </ac:cxnSpMkLst>
        </pc:cxnChg>
        <pc:cxnChg chg="mod">
          <ac:chgData name="Umang, Swati" userId="7e7a3467-3600-4bc4-bf17-d95dbb51ae92" providerId="ADAL" clId="{F0ED9837-ACA1-4616-A60E-49934154A288}" dt="2026-09-22T04:53:55.993" v="480" actId="1076"/>
          <ac:cxnSpMkLst>
            <pc:docMk/>
            <pc:sldMk cId="1133158615" sldId="429"/>
            <ac:cxnSpMk id="13" creationId="{A1F53582-762D-38EA-7CD8-E2F5DE3A0D33}"/>
          </ac:cxnSpMkLst>
        </pc:cxnChg>
        <pc:cxnChg chg="mod">
          <ac:chgData name="Umang, Swati" userId="7e7a3467-3600-4bc4-bf17-d95dbb51ae92" providerId="ADAL" clId="{F0ED9837-ACA1-4616-A60E-49934154A288}" dt="2026-09-22T04:55:51.067" v="513" actId="14100"/>
          <ac:cxnSpMkLst>
            <pc:docMk/>
            <pc:sldMk cId="1133158615" sldId="429"/>
            <ac:cxnSpMk id="17" creationId="{78B89616-B1C7-87E0-DE23-DAF45DEEA327}"/>
          </ac:cxnSpMkLst>
        </pc:cxnChg>
        <pc:cxnChg chg="mod">
          <ac:chgData name="Umang, Swati" userId="7e7a3467-3600-4bc4-bf17-d95dbb51ae92" providerId="ADAL" clId="{F0ED9837-ACA1-4616-A60E-49934154A288}" dt="2026-09-22T04:56:10.271" v="517" actId="14100"/>
          <ac:cxnSpMkLst>
            <pc:docMk/>
            <pc:sldMk cId="1133158615" sldId="429"/>
            <ac:cxnSpMk id="25" creationId="{21A51CBC-EC2A-1831-C04E-9B85710B528C}"/>
          </ac:cxnSpMkLst>
        </pc:cxnChg>
        <pc:cxnChg chg="mod">
          <ac:chgData name="Umang, Swati" userId="7e7a3467-3600-4bc4-bf17-d95dbb51ae92" providerId="ADAL" clId="{F0ED9837-ACA1-4616-A60E-49934154A288}" dt="2026-09-22T04:55:02.379" v="499" actId="14100"/>
          <ac:cxnSpMkLst>
            <pc:docMk/>
            <pc:sldMk cId="1133158615" sldId="429"/>
            <ac:cxnSpMk id="29" creationId="{529E1800-FFC8-6408-CB51-E815D797D06F}"/>
          </ac:cxnSpMkLst>
        </pc:cxnChg>
        <pc:cxnChg chg="mod">
          <ac:chgData name="Umang, Swati" userId="7e7a3467-3600-4bc4-bf17-d95dbb51ae92" providerId="ADAL" clId="{F0ED9837-ACA1-4616-A60E-49934154A288}" dt="2026-09-21T14:36:34.251" v="45" actId="1076"/>
          <ac:cxnSpMkLst>
            <pc:docMk/>
            <pc:sldMk cId="1133158615" sldId="429"/>
            <ac:cxnSpMk id="51" creationId="{70C1AE58-2E1B-CDB6-AC80-DFEA95C4E3E6}"/>
          </ac:cxnSpMkLst>
        </pc:cxnChg>
        <pc:cxnChg chg="mod">
          <ac:chgData name="Umang, Swati" userId="7e7a3467-3600-4bc4-bf17-d95dbb51ae92" providerId="ADAL" clId="{F0ED9837-ACA1-4616-A60E-49934154A288}" dt="2026-09-22T04:55:34.461" v="507" actId="14100"/>
          <ac:cxnSpMkLst>
            <pc:docMk/>
            <pc:sldMk cId="1133158615" sldId="429"/>
            <ac:cxnSpMk id="83" creationId="{C4D1A46A-3AB6-C74C-3F96-B1353E7BBD47}"/>
          </ac:cxnSpMkLst>
        </pc:cxnChg>
        <pc:cxnChg chg="mod">
          <ac:chgData name="Umang, Swati" userId="7e7a3467-3600-4bc4-bf17-d95dbb51ae92" providerId="ADAL" clId="{F0ED9837-ACA1-4616-A60E-49934154A288}" dt="2026-09-22T04:55:15.497" v="504" actId="14100"/>
          <ac:cxnSpMkLst>
            <pc:docMk/>
            <pc:sldMk cId="1133158615" sldId="429"/>
            <ac:cxnSpMk id="87" creationId="{C3D0DCE1-D22A-7563-6973-80EFA1228022}"/>
          </ac:cxnSpMkLst>
        </pc:cxnChg>
      </pc:sldChg>
      <pc:sldChg chg="modSp mod">
        <pc:chgData name="Umang, Swati" userId="7e7a3467-3600-4bc4-bf17-d95dbb51ae92" providerId="ADAL" clId="{F0ED9837-ACA1-4616-A60E-49934154A288}" dt="2026-09-22T04:57:58.942" v="544" actId="14100"/>
        <pc:sldMkLst>
          <pc:docMk/>
          <pc:sldMk cId="676712649" sldId="430"/>
        </pc:sldMkLst>
        <pc:spChg chg="mod">
          <ac:chgData name="Umang, Swati" userId="7e7a3467-3600-4bc4-bf17-d95dbb51ae92" providerId="ADAL" clId="{F0ED9837-ACA1-4616-A60E-49934154A288}" dt="2026-09-22T04:57:58.942" v="544" actId="14100"/>
          <ac:spMkLst>
            <pc:docMk/>
            <pc:sldMk cId="676712649" sldId="430"/>
            <ac:spMk id="7" creationId="{C2749DC0-387F-7BE1-790C-DF2F91369BC0}"/>
          </ac:spMkLst>
        </pc:spChg>
        <pc:spChg chg="mod">
          <ac:chgData name="Umang, Swati" userId="7e7a3467-3600-4bc4-bf17-d95dbb51ae92" providerId="ADAL" clId="{F0ED9837-ACA1-4616-A60E-49934154A288}" dt="2026-09-22T04:57:08.132" v="535" actId="1076"/>
          <ac:spMkLst>
            <pc:docMk/>
            <pc:sldMk cId="676712649" sldId="430"/>
            <ac:spMk id="9" creationId="{56C2FD96-D3F6-F65B-1688-204DF46F46A8}"/>
          </ac:spMkLst>
        </pc:spChg>
        <pc:spChg chg="mod">
          <ac:chgData name="Umang, Swati" userId="7e7a3467-3600-4bc4-bf17-d95dbb51ae92" providerId="ADAL" clId="{F0ED9837-ACA1-4616-A60E-49934154A288}" dt="2026-09-22T04:57:08.132" v="535" actId="1076"/>
          <ac:spMkLst>
            <pc:docMk/>
            <pc:sldMk cId="676712649" sldId="430"/>
            <ac:spMk id="11" creationId="{D4E3023B-D080-CA7B-F6CC-4E6821DCC48F}"/>
          </ac:spMkLst>
        </pc:spChg>
        <pc:spChg chg="mod">
          <ac:chgData name="Umang, Swati" userId="7e7a3467-3600-4bc4-bf17-d95dbb51ae92" providerId="ADAL" clId="{F0ED9837-ACA1-4616-A60E-49934154A288}" dt="2026-09-22T04:57:24.223" v="538" actId="403"/>
          <ac:spMkLst>
            <pc:docMk/>
            <pc:sldMk cId="676712649" sldId="430"/>
            <ac:spMk id="15" creationId="{27E0AF93-8B4D-E837-88FA-DAB5F1982F46}"/>
          </ac:spMkLst>
        </pc:spChg>
        <pc:spChg chg="mod">
          <ac:chgData name="Umang, Swati" userId="7e7a3467-3600-4bc4-bf17-d95dbb51ae92" providerId="ADAL" clId="{F0ED9837-ACA1-4616-A60E-49934154A288}" dt="2026-09-22T04:57:08.132" v="535" actId="1076"/>
          <ac:spMkLst>
            <pc:docMk/>
            <pc:sldMk cId="676712649" sldId="430"/>
            <ac:spMk id="17" creationId="{94B7F92F-FDE8-10BA-F31A-805879609385}"/>
          </ac:spMkLst>
        </pc:spChg>
        <pc:spChg chg="mod">
          <ac:chgData name="Umang, Swati" userId="7e7a3467-3600-4bc4-bf17-d95dbb51ae92" providerId="ADAL" clId="{F0ED9837-ACA1-4616-A60E-49934154A288}" dt="2026-09-22T04:57:58.942" v="544" actId="14100"/>
          <ac:spMkLst>
            <pc:docMk/>
            <pc:sldMk cId="676712649" sldId="430"/>
            <ac:spMk id="19" creationId="{54E46E92-DDE0-0CD3-BE94-909F66F65571}"/>
          </ac:spMkLst>
        </pc:spChg>
        <pc:spChg chg="mod">
          <ac:chgData name="Umang, Swati" userId="7e7a3467-3600-4bc4-bf17-d95dbb51ae92" providerId="ADAL" clId="{F0ED9837-ACA1-4616-A60E-49934154A288}" dt="2026-09-22T04:57:24.223" v="538" actId="403"/>
          <ac:spMkLst>
            <pc:docMk/>
            <pc:sldMk cId="676712649" sldId="430"/>
            <ac:spMk id="25" creationId="{CB98F35B-688D-D44C-5BD1-2BFAB27EA713}"/>
          </ac:spMkLst>
        </pc:spChg>
        <pc:spChg chg="mod">
          <ac:chgData name="Umang, Swati" userId="7e7a3467-3600-4bc4-bf17-d95dbb51ae92" providerId="ADAL" clId="{F0ED9837-ACA1-4616-A60E-49934154A288}" dt="2026-09-22T04:57:08.132" v="535" actId="1076"/>
          <ac:spMkLst>
            <pc:docMk/>
            <pc:sldMk cId="676712649" sldId="430"/>
            <ac:spMk id="27" creationId="{3685B14F-BFC9-051A-8CC6-D7CAC1BCC443}"/>
          </ac:spMkLst>
        </pc:spChg>
        <pc:spChg chg="mod">
          <ac:chgData name="Umang, Swati" userId="7e7a3467-3600-4bc4-bf17-d95dbb51ae92" providerId="ADAL" clId="{F0ED9837-ACA1-4616-A60E-49934154A288}" dt="2026-09-22T04:57:58.942" v="544" actId="14100"/>
          <ac:spMkLst>
            <pc:docMk/>
            <pc:sldMk cId="676712649" sldId="430"/>
            <ac:spMk id="29" creationId="{23317AE2-0BAD-72F9-5C3F-5039ECA81645}"/>
          </ac:spMkLst>
        </pc:spChg>
        <pc:spChg chg="mod">
          <ac:chgData name="Umang, Swati" userId="7e7a3467-3600-4bc4-bf17-d95dbb51ae92" providerId="ADAL" clId="{F0ED9837-ACA1-4616-A60E-49934154A288}" dt="2026-09-22T04:57:08.132" v="535" actId="1076"/>
          <ac:spMkLst>
            <pc:docMk/>
            <pc:sldMk cId="676712649" sldId="430"/>
            <ac:spMk id="31" creationId="{873A31E6-4EFC-FC42-5763-080C8B067E36}"/>
          </ac:spMkLst>
        </pc:spChg>
        <pc:spChg chg="mod">
          <ac:chgData name="Umang, Swati" userId="7e7a3467-3600-4bc4-bf17-d95dbb51ae92" providerId="ADAL" clId="{F0ED9837-ACA1-4616-A60E-49934154A288}" dt="2026-09-22T04:57:24.223" v="538" actId="403"/>
          <ac:spMkLst>
            <pc:docMk/>
            <pc:sldMk cId="676712649" sldId="430"/>
            <ac:spMk id="33" creationId="{1D3E3C60-EEB8-94A0-98BC-58FF5A829896}"/>
          </ac:spMkLst>
        </pc:spChg>
        <pc:spChg chg="mod">
          <ac:chgData name="Umang, Swati" userId="7e7a3467-3600-4bc4-bf17-d95dbb51ae92" providerId="ADAL" clId="{F0ED9837-ACA1-4616-A60E-49934154A288}" dt="2026-09-22T04:57:08.132" v="535" actId="1076"/>
          <ac:spMkLst>
            <pc:docMk/>
            <pc:sldMk cId="676712649" sldId="430"/>
            <ac:spMk id="35" creationId="{88B1A3DD-7FAD-C625-AF0D-9D0E6E6F26AB}"/>
          </ac:spMkLst>
        </pc:spChg>
        <pc:spChg chg="mod">
          <ac:chgData name="Umang, Swati" userId="7e7a3467-3600-4bc4-bf17-d95dbb51ae92" providerId="ADAL" clId="{F0ED9837-ACA1-4616-A60E-49934154A288}" dt="2026-09-22T04:57:58.942" v="544" actId="14100"/>
          <ac:spMkLst>
            <pc:docMk/>
            <pc:sldMk cId="676712649" sldId="430"/>
            <ac:spMk id="37" creationId="{D76015F7-03F3-2B76-EE26-38DF7D97A15D}"/>
          </ac:spMkLst>
        </pc:spChg>
        <pc:spChg chg="mod">
          <ac:chgData name="Umang, Swati" userId="7e7a3467-3600-4bc4-bf17-d95dbb51ae92" providerId="ADAL" clId="{F0ED9837-ACA1-4616-A60E-49934154A288}" dt="2026-09-22T04:57:48.274" v="543" actId="1076"/>
          <ac:spMkLst>
            <pc:docMk/>
            <pc:sldMk cId="676712649" sldId="430"/>
            <ac:spMk id="42" creationId="{495F60F6-A275-647E-4122-3371F2EF6805}"/>
          </ac:spMkLst>
        </pc:spChg>
        <pc:spChg chg="mod">
          <ac:chgData name="Umang, Swati" userId="7e7a3467-3600-4bc4-bf17-d95dbb51ae92" providerId="ADAL" clId="{F0ED9837-ACA1-4616-A60E-49934154A288}" dt="2026-09-22T04:57:48.274" v="543" actId="1076"/>
          <ac:spMkLst>
            <pc:docMk/>
            <pc:sldMk cId="676712649" sldId="430"/>
            <ac:spMk id="43" creationId="{18EC0D02-16A6-C748-225E-BF38C30F30C2}"/>
          </ac:spMkLst>
        </pc:spChg>
        <pc:spChg chg="mod">
          <ac:chgData name="Umang, Swati" userId="7e7a3467-3600-4bc4-bf17-d95dbb51ae92" providerId="ADAL" clId="{F0ED9837-ACA1-4616-A60E-49934154A288}" dt="2026-09-22T04:57:48.274" v="543" actId="1076"/>
          <ac:spMkLst>
            <pc:docMk/>
            <pc:sldMk cId="676712649" sldId="430"/>
            <ac:spMk id="44" creationId="{7CED4023-A2B6-FCBD-5C70-6847517F3CB1}"/>
          </ac:spMkLst>
        </pc:spChg>
        <pc:spChg chg="mod">
          <ac:chgData name="Umang, Swati" userId="7e7a3467-3600-4bc4-bf17-d95dbb51ae92" providerId="ADAL" clId="{F0ED9837-ACA1-4616-A60E-49934154A288}" dt="2026-09-22T04:57:48.274" v="543" actId="1076"/>
          <ac:spMkLst>
            <pc:docMk/>
            <pc:sldMk cId="676712649" sldId="430"/>
            <ac:spMk id="45" creationId="{02D5A036-7F8C-0A6A-CE98-F2A0B25A9E90}"/>
          </ac:spMkLst>
        </pc:spChg>
        <pc:spChg chg="mod">
          <ac:chgData name="Umang, Swati" userId="7e7a3467-3600-4bc4-bf17-d95dbb51ae92" providerId="ADAL" clId="{F0ED9837-ACA1-4616-A60E-49934154A288}" dt="2026-09-22T04:57:58.942" v="544" actId="14100"/>
          <ac:spMkLst>
            <pc:docMk/>
            <pc:sldMk cId="676712649" sldId="430"/>
            <ac:spMk id="46" creationId="{B0AC5061-DD47-438B-7529-FD12C34A1616}"/>
          </ac:spMkLst>
        </pc:spChg>
        <pc:spChg chg="mod">
          <ac:chgData name="Umang, Swati" userId="7e7a3467-3600-4bc4-bf17-d95dbb51ae92" providerId="ADAL" clId="{F0ED9837-ACA1-4616-A60E-49934154A288}" dt="2026-09-22T04:57:48.274" v="543" actId="1076"/>
          <ac:spMkLst>
            <pc:docMk/>
            <pc:sldMk cId="676712649" sldId="430"/>
            <ac:spMk id="47" creationId="{C9554CAE-2038-20D0-8781-D9B4F0745F11}"/>
          </ac:spMkLst>
        </pc:spChg>
        <pc:spChg chg="mod">
          <ac:chgData name="Umang, Swati" userId="7e7a3467-3600-4bc4-bf17-d95dbb51ae92" providerId="ADAL" clId="{F0ED9837-ACA1-4616-A60E-49934154A288}" dt="2026-09-21T14:36:46.613" v="52" actId="20577"/>
          <ac:spMkLst>
            <pc:docMk/>
            <pc:sldMk cId="676712649" sldId="430"/>
            <ac:spMk id="49" creationId="{8D085624-E5CC-CB37-464A-B4B7718F0E7A}"/>
          </ac:spMkLst>
        </pc:spChg>
        <pc:spChg chg="mod">
          <ac:chgData name="Umang, Swati" userId="7e7a3467-3600-4bc4-bf17-d95dbb51ae92" providerId="ADAL" clId="{F0ED9837-ACA1-4616-A60E-49934154A288}" dt="2026-09-22T04:57:48.274" v="543" actId="1076"/>
          <ac:spMkLst>
            <pc:docMk/>
            <pc:sldMk cId="676712649" sldId="430"/>
            <ac:spMk id="53" creationId="{598491A9-0E54-2B1C-3ACE-17BDDB6AE859}"/>
          </ac:spMkLst>
        </pc:spChg>
        <pc:spChg chg="mod">
          <ac:chgData name="Umang, Swati" userId="7e7a3467-3600-4bc4-bf17-d95dbb51ae92" providerId="ADAL" clId="{F0ED9837-ACA1-4616-A60E-49934154A288}" dt="2026-09-22T04:57:48.274" v="543" actId="1076"/>
          <ac:spMkLst>
            <pc:docMk/>
            <pc:sldMk cId="676712649" sldId="430"/>
            <ac:spMk id="54" creationId="{FF829919-C98A-3447-74DB-59D23B3C64B4}"/>
          </ac:spMkLst>
        </pc:spChg>
        <pc:spChg chg="mod">
          <ac:chgData name="Umang, Swati" userId="7e7a3467-3600-4bc4-bf17-d95dbb51ae92" providerId="ADAL" clId="{F0ED9837-ACA1-4616-A60E-49934154A288}" dt="2026-09-22T04:57:58.942" v="544" actId="14100"/>
          <ac:spMkLst>
            <pc:docMk/>
            <pc:sldMk cId="676712649" sldId="430"/>
            <ac:spMk id="55" creationId="{CF89E950-22F0-9B15-E70D-7C0BF35D30D1}"/>
          </ac:spMkLst>
        </pc:spChg>
        <pc:spChg chg="mod">
          <ac:chgData name="Umang, Swati" userId="7e7a3467-3600-4bc4-bf17-d95dbb51ae92" providerId="ADAL" clId="{F0ED9837-ACA1-4616-A60E-49934154A288}" dt="2026-09-22T04:57:48.274" v="543" actId="1076"/>
          <ac:spMkLst>
            <pc:docMk/>
            <pc:sldMk cId="676712649" sldId="430"/>
            <ac:spMk id="58" creationId="{3EA81065-AE69-D8C4-F428-DDC809BDAC99}"/>
          </ac:spMkLst>
        </pc:spChg>
        <pc:spChg chg="mod">
          <ac:chgData name="Umang, Swati" userId="7e7a3467-3600-4bc4-bf17-d95dbb51ae92" providerId="ADAL" clId="{F0ED9837-ACA1-4616-A60E-49934154A288}" dt="2026-09-22T04:57:48.274" v="543" actId="1076"/>
          <ac:spMkLst>
            <pc:docMk/>
            <pc:sldMk cId="676712649" sldId="430"/>
            <ac:spMk id="59" creationId="{3342EEEC-7F57-E5C3-2793-6AEABC16560F}"/>
          </ac:spMkLst>
        </pc:spChg>
        <pc:spChg chg="mod">
          <ac:chgData name="Umang, Swati" userId="7e7a3467-3600-4bc4-bf17-d95dbb51ae92" providerId="ADAL" clId="{F0ED9837-ACA1-4616-A60E-49934154A288}" dt="2026-09-22T04:57:48.274" v="543" actId="1076"/>
          <ac:spMkLst>
            <pc:docMk/>
            <pc:sldMk cId="676712649" sldId="430"/>
            <ac:spMk id="60" creationId="{24EA15A0-614A-FFE7-2FBA-F17BB72F9EEE}"/>
          </ac:spMkLst>
        </pc:spChg>
      </pc:sldChg>
      <pc:sldChg chg="modSp mod ord">
        <pc:chgData name="Umang, Swati" userId="7e7a3467-3600-4bc4-bf17-d95dbb51ae92" providerId="ADAL" clId="{F0ED9837-ACA1-4616-A60E-49934154A288}" dt="2026-09-22T05:49:51.275" v="919" actId="2084"/>
        <pc:sldMkLst>
          <pc:docMk/>
          <pc:sldMk cId="3491575521" sldId="434"/>
        </pc:sldMkLst>
        <pc:graphicFrameChg chg="modGraphic">
          <ac:chgData name="Umang, Swati" userId="7e7a3467-3600-4bc4-bf17-d95dbb51ae92" providerId="ADAL" clId="{F0ED9837-ACA1-4616-A60E-49934154A288}" dt="2026-09-22T05:49:51.275" v="919" actId="2084"/>
          <ac:graphicFrameMkLst>
            <pc:docMk/>
            <pc:sldMk cId="3491575521" sldId="434"/>
            <ac:graphicFrameMk id="42" creationId="{50616EC6-7DDF-34A1-AE32-6832399EB56D}"/>
          </ac:graphicFrameMkLst>
        </pc:graphicFrameChg>
      </pc:sldChg>
      <pc:sldChg chg="addSp delSp modSp mod">
        <pc:chgData name="Umang, Swati" userId="7e7a3467-3600-4bc4-bf17-d95dbb51ae92" providerId="ADAL" clId="{F0ED9837-ACA1-4616-A60E-49934154A288}" dt="2026-09-22T05:22:59.391" v="917" actId="20577"/>
        <pc:sldMkLst>
          <pc:docMk/>
          <pc:sldMk cId="3071619637" sldId="435"/>
        </pc:sldMkLst>
        <pc:spChg chg="add mod">
          <ac:chgData name="Umang, Swati" userId="7e7a3467-3600-4bc4-bf17-d95dbb51ae92" providerId="ADAL" clId="{F0ED9837-ACA1-4616-A60E-49934154A288}" dt="2026-09-22T04:37:52.462" v="231" actId="1076"/>
          <ac:spMkLst>
            <pc:docMk/>
            <pc:sldMk cId="3071619637" sldId="435"/>
            <ac:spMk id="4" creationId="{66D56132-B3DA-4889-3084-AA5E5A8126C2}"/>
          </ac:spMkLst>
        </pc:spChg>
        <pc:spChg chg="del mod">
          <ac:chgData name="Umang, Swati" userId="7e7a3467-3600-4bc4-bf17-d95dbb51ae92" providerId="ADAL" clId="{F0ED9837-ACA1-4616-A60E-49934154A288}" dt="2026-09-22T04:25:18.447" v="120" actId="478"/>
          <ac:spMkLst>
            <pc:docMk/>
            <pc:sldMk cId="3071619637" sldId="435"/>
            <ac:spMk id="5" creationId="{232C2D91-FFC8-903B-79E4-68FE42BE1B09}"/>
          </ac:spMkLst>
        </pc:spChg>
        <pc:spChg chg="add mod">
          <ac:chgData name="Umang, Swati" userId="7e7a3467-3600-4bc4-bf17-d95dbb51ae92" providerId="ADAL" clId="{F0ED9837-ACA1-4616-A60E-49934154A288}" dt="2026-09-22T04:37:52.462" v="231" actId="1076"/>
          <ac:spMkLst>
            <pc:docMk/>
            <pc:sldMk cId="3071619637" sldId="435"/>
            <ac:spMk id="7" creationId="{9B99034D-C805-7F6A-63AF-43425415EB79}"/>
          </ac:spMkLst>
        </pc:spChg>
        <pc:spChg chg="add mod">
          <ac:chgData name="Umang, Swati" userId="7e7a3467-3600-4bc4-bf17-d95dbb51ae92" providerId="ADAL" clId="{F0ED9837-ACA1-4616-A60E-49934154A288}" dt="2026-09-22T05:22:59.391" v="917" actId="20577"/>
          <ac:spMkLst>
            <pc:docMk/>
            <pc:sldMk cId="3071619637" sldId="435"/>
            <ac:spMk id="10" creationId="{12964349-6DA9-2E50-EB16-D9BB261DEF8F}"/>
          </ac:spMkLst>
        </pc:spChg>
        <pc:spChg chg="add mod">
          <ac:chgData name="Umang, Swati" userId="7e7a3467-3600-4bc4-bf17-d95dbb51ae92" providerId="ADAL" clId="{F0ED9837-ACA1-4616-A60E-49934154A288}" dt="2026-09-22T05:22:56.510" v="915" actId="1076"/>
          <ac:spMkLst>
            <pc:docMk/>
            <pc:sldMk cId="3071619637" sldId="435"/>
            <ac:spMk id="12" creationId="{809E942E-8F09-41FA-76FC-EE158F1D0FB3}"/>
          </ac:spMkLst>
        </pc:spChg>
        <pc:spChg chg="add mod">
          <ac:chgData name="Umang, Swati" userId="7e7a3467-3600-4bc4-bf17-d95dbb51ae92" providerId="ADAL" clId="{F0ED9837-ACA1-4616-A60E-49934154A288}" dt="2026-09-22T05:22:13.469" v="907" actId="1076"/>
          <ac:spMkLst>
            <pc:docMk/>
            <pc:sldMk cId="3071619637" sldId="435"/>
            <ac:spMk id="14" creationId="{407D6799-97BD-982B-90FD-DB86013CF4EA}"/>
          </ac:spMkLst>
        </pc:spChg>
        <pc:spChg chg="add mod">
          <ac:chgData name="Umang, Swati" userId="7e7a3467-3600-4bc4-bf17-d95dbb51ae92" providerId="ADAL" clId="{F0ED9837-ACA1-4616-A60E-49934154A288}" dt="2026-09-22T05:22:40.071" v="912" actId="1076"/>
          <ac:spMkLst>
            <pc:docMk/>
            <pc:sldMk cId="3071619637" sldId="435"/>
            <ac:spMk id="16" creationId="{75531022-9255-2FCF-21CE-CB902EA82F36}"/>
          </ac:spMkLst>
        </pc:spChg>
        <pc:spChg chg="add del mod">
          <ac:chgData name="Umang, Swati" userId="7e7a3467-3600-4bc4-bf17-d95dbb51ae92" providerId="ADAL" clId="{F0ED9837-ACA1-4616-A60E-49934154A288}" dt="2026-09-22T04:34:51.526" v="179" actId="478"/>
          <ac:spMkLst>
            <pc:docMk/>
            <pc:sldMk cId="3071619637" sldId="435"/>
            <ac:spMk id="17" creationId="{B34844B6-0434-A466-A321-38A77DE5E5CC}"/>
          </ac:spMkLst>
        </pc:spChg>
        <pc:spChg chg="add del mod">
          <ac:chgData name="Umang, Swati" userId="7e7a3467-3600-4bc4-bf17-d95dbb51ae92" providerId="ADAL" clId="{F0ED9837-ACA1-4616-A60E-49934154A288}" dt="2026-09-22T04:34:51.526" v="179" actId="478"/>
          <ac:spMkLst>
            <pc:docMk/>
            <pc:sldMk cId="3071619637" sldId="435"/>
            <ac:spMk id="18" creationId="{708D25A0-1EC7-1F66-AFF0-04BD7CA36824}"/>
          </ac:spMkLst>
        </pc:spChg>
        <pc:spChg chg="add del mod">
          <ac:chgData name="Umang, Swati" userId="7e7a3467-3600-4bc4-bf17-d95dbb51ae92" providerId="ADAL" clId="{F0ED9837-ACA1-4616-A60E-49934154A288}" dt="2026-09-22T04:34:51.526" v="179" actId="478"/>
          <ac:spMkLst>
            <pc:docMk/>
            <pc:sldMk cId="3071619637" sldId="435"/>
            <ac:spMk id="21" creationId="{E25B9289-C897-D419-EEE5-C458E052C323}"/>
          </ac:spMkLst>
        </pc:spChg>
        <pc:graphicFrameChg chg="del mod modGraphic">
          <ac:chgData name="Umang, Swati" userId="7e7a3467-3600-4bc4-bf17-d95dbb51ae92" providerId="ADAL" clId="{F0ED9837-ACA1-4616-A60E-49934154A288}" dt="2026-09-22T04:33:22.364" v="159" actId="478"/>
          <ac:graphicFrameMkLst>
            <pc:docMk/>
            <pc:sldMk cId="3071619637" sldId="435"/>
            <ac:graphicFrameMk id="2" creationId="{1410D7F7-2387-F183-D558-7828D3300FD0}"/>
          </ac:graphicFrameMkLst>
        </pc:graphicFrameChg>
        <pc:graphicFrameChg chg="add del mod">
          <ac:chgData name="Umang, Swati" userId="7e7a3467-3600-4bc4-bf17-d95dbb51ae92" providerId="ADAL" clId="{F0ED9837-ACA1-4616-A60E-49934154A288}" dt="2026-09-22T04:27:13.232" v="124" actId="478"/>
          <ac:graphicFrameMkLst>
            <pc:docMk/>
            <pc:sldMk cId="3071619637" sldId="435"/>
            <ac:graphicFrameMk id="8" creationId="{38001F76-FAA3-D1C8-68F9-EF677DA2BB71}"/>
          </ac:graphicFrameMkLst>
        </pc:graphicFrameChg>
        <pc:graphicFrameChg chg="add mod modGraphic">
          <ac:chgData name="Umang, Swati" userId="7e7a3467-3600-4bc4-bf17-d95dbb51ae92" providerId="ADAL" clId="{F0ED9837-ACA1-4616-A60E-49934154A288}" dt="2026-09-22T05:22:51.042" v="914" actId="14734"/>
          <ac:graphicFrameMkLst>
            <pc:docMk/>
            <pc:sldMk cId="3071619637" sldId="435"/>
            <ac:graphicFrameMk id="24" creationId="{C8F93E94-DAF7-F558-0B96-FC7E5B4B66FC}"/>
          </ac:graphicFrameMkLst>
        </pc:graphicFrameChg>
        <pc:graphicFrameChg chg="add mod">
          <ac:chgData name="Umang, Swati" userId="7e7a3467-3600-4bc4-bf17-d95dbb51ae92" providerId="ADAL" clId="{F0ED9837-ACA1-4616-A60E-49934154A288}" dt="2026-09-22T05:22:13.469" v="907" actId="1076"/>
          <ac:graphicFrameMkLst>
            <pc:docMk/>
            <pc:sldMk cId="3071619637" sldId="435"/>
            <ac:graphicFrameMk id="29" creationId="{E3E55EA5-A6C7-1C97-117D-FB196A3B2321}"/>
          </ac:graphicFrameMkLst>
        </pc:graphicFrameChg>
        <pc:graphicFrameChg chg="add mod">
          <ac:chgData name="Umang, Swati" userId="7e7a3467-3600-4bc4-bf17-d95dbb51ae92" providerId="ADAL" clId="{F0ED9837-ACA1-4616-A60E-49934154A288}" dt="2026-09-22T05:22:32.841" v="911" actId="1076"/>
          <ac:graphicFrameMkLst>
            <pc:docMk/>
            <pc:sldMk cId="3071619637" sldId="435"/>
            <ac:graphicFrameMk id="32" creationId="{B8E6DB14-D3EC-EC08-BEC4-09183D694527}"/>
          </ac:graphicFrameMkLst>
        </pc:graphicFrameChg>
        <pc:cxnChg chg="add del mod">
          <ac:chgData name="Umang, Swati" userId="7e7a3467-3600-4bc4-bf17-d95dbb51ae92" providerId="ADAL" clId="{F0ED9837-ACA1-4616-A60E-49934154A288}" dt="2026-09-22T04:38:09.918" v="235" actId="478"/>
          <ac:cxnSpMkLst>
            <pc:docMk/>
            <pc:sldMk cId="3071619637" sldId="435"/>
            <ac:cxnSpMk id="19" creationId="{307F8F3C-1FF4-6C0A-D312-1B1365F4BCED}"/>
          </ac:cxnSpMkLst>
        </pc:cxnChg>
        <pc:cxnChg chg="add del mod">
          <ac:chgData name="Umang, Swati" userId="7e7a3467-3600-4bc4-bf17-d95dbb51ae92" providerId="ADAL" clId="{F0ED9837-ACA1-4616-A60E-49934154A288}" dt="2026-09-22T04:35:58.251" v="193" actId="478"/>
          <ac:cxnSpMkLst>
            <pc:docMk/>
            <pc:sldMk cId="3071619637" sldId="435"/>
            <ac:cxnSpMk id="20" creationId="{AB46BF24-0079-8B6C-49D9-A224C62FE542}"/>
          </ac:cxnSpMkLst>
        </pc:cxnChg>
        <pc:cxnChg chg="add del mod">
          <ac:chgData name="Umang, Swati" userId="7e7a3467-3600-4bc4-bf17-d95dbb51ae92" providerId="ADAL" clId="{F0ED9837-ACA1-4616-A60E-49934154A288}" dt="2026-09-22T04:38:56.321" v="244" actId="478"/>
          <ac:cxnSpMkLst>
            <pc:docMk/>
            <pc:sldMk cId="3071619637" sldId="435"/>
            <ac:cxnSpMk id="22" creationId="{4D519D3B-51CA-2AFC-5972-0FC8F7782C87}"/>
          </ac:cxnSpMkLst>
        </pc:cxnChg>
        <pc:cxnChg chg="add del mod">
          <ac:chgData name="Umang, Swati" userId="7e7a3467-3600-4bc4-bf17-d95dbb51ae92" providerId="ADAL" clId="{F0ED9837-ACA1-4616-A60E-49934154A288}" dt="2026-09-22T04:38:56.321" v="244" actId="478"/>
          <ac:cxnSpMkLst>
            <pc:docMk/>
            <pc:sldMk cId="3071619637" sldId="435"/>
            <ac:cxnSpMk id="25" creationId="{A7EC6B37-1956-6A49-00C4-8ABD9366023D}"/>
          </ac:cxnSpMkLst>
        </pc:cxnChg>
        <pc:cxnChg chg="add del mod">
          <ac:chgData name="Umang, Swati" userId="7e7a3467-3600-4bc4-bf17-d95dbb51ae92" providerId="ADAL" clId="{F0ED9837-ACA1-4616-A60E-49934154A288}" dt="2026-09-22T04:38:56.321" v="244" actId="478"/>
          <ac:cxnSpMkLst>
            <pc:docMk/>
            <pc:sldMk cId="3071619637" sldId="435"/>
            <ac:cxnSpMk id="26" creationId="{3282DF46-9F1D-63CB-1F5F-5202A1359459}"/>
          </ac:cxnSpMkLst>
        </pc:cxnChg>
      </pc:sldChg>
      <pc:sldChg chg="addSp modSp mod">
        <pc:chgData name="Umang, Swati" userId="7e7a3467-3600-4bc4-bf17-d95dbb51ae92" providerId="ADAL" clId="{F0ED9837-ACA1-4616-A60E-49934154A288}" dt="2026-09-22T05:20:26.557" v="883" actId="20577"/>
        <pc:sldMkLst>
          <pc:docMk/>
          <pc:sldMk cId="1632734525" sldId="436"/>
        </pc:sldMkLst>
        <pc:spChg chg="add mod">
          <ac:chgData name="Umang, Swati" userId="7e7a3467-3600-4bc4-bf17-d95dbb51ae92" providerId="ADAL" clId="{F0ED9837-ACA1-4616-A60E-49934154A288}" dt="2026-09-22T05:20:26.557" v="883" actId="20577"/>
          <ac:spMkLst>
            <pc:docMk/>
            <pc:sldMk cId="1632734525" sldId="436"/>
            <ac:spMk id="5" creationId="{8802F09A-BBDB-9F01-2046-3E2D6572F468}"/>
          </ac:spMkLst>
        </pc:spChg>
        <pc:graphicFrameChg chg="mod modGraphic">
          <ac:chgData name="Umang, Swati" userId="7e7a3467-3600-4bc4-bf17-d95dbb51ae92" providerId="ADAL" clId="{F0ED9837-ACA1-4616-A60E-49934154A288}" dt="2026-09-22T05:19:51.022" v="850" actId="3064"/>
          <ac:graphicFrameMkLst>
            <pc:docMk/>
            <pc:sldMk cId="1632734525" sldId="436"/>
            <ac:graphicFrameMk id="7" creationId="{33D62981-7CBC-2450-2EA3-001DA1B50CA8}"/>
          </ac:graphicFrameMkLst>
        </pc:graphicFrameChg>
      </pc:sldChg>
      <pc:sldChg chg="del">
        <pc:chgData name="Umang, Swati" userId="7e7a3467-3600-4bc4-bf17-d95dbb51ae92" providerId="ADAL" clId="{F0ED9837-ACA1-4616-A60E-49934154A288}" dt="2026-09-21T14:48:47.147" v="101" actId="47"/>
        <pc:sldMkLst>
          <pc:docMk/>
          <pc:sldMk cId="4143560051" sldId="436"/>
        </pc:sldMkLst>
      </pc:sldChg>
      <pc:sldChg chg="delSp modSp add del mod">
        <pc:chgData name="Umang, Swati" userId="7e7a3467-3600-4bc4-bf17-d95dbb51ae92" providerId="ADAL" clId="{F0ED9837-ACA1-4616-A60E-49934154A288}" dt="2026-09-22T04:35:34.550" v="188" actId="47"/>
        <pc:sldMkLst>
          <pc:docMk/>
          <pc:sldMk cId="1570716669" sldId="437"/>
        </pc:sldMkLst>
        <pc:graphicFrameChg chg="del mod">
          <ac:chgData name="Umang, Swati" userId="7e7a3467-3600-4bc4-bf17-d95dbb51ae92" providerId="ADAL" clId="{F0ED9837-ACA1-4616-A60E-49934154A288}" dt="2026-09-22T04:34:42.324" v="175" actId="21"/>
          <ac:graphicFrameMkLst>
            <pc:docMk/>
            <pc:sldMk cId="1570716669" sldId="437"/>
            <ac:graphicFrameMk id="2" creationId="{A78A009C-78DC-AD13-61A2-68574EBD47CE}"/>
          </ac:graphicFrameMkLst>
        </pc:graphicFrameChg>
      </pc:sldChg>
      <pc:sldMasterChg chg="del delSldLayout">
        <pc:chgData name="Umang, Swati" userId="7e7a3467-3600-4bc4-bf17-d95dbb51ae92" providerId="ADAL" clId="{F0ED9837-ACA1-4616-A60E-49934154A288}" dt="2026-09-21T14:31:47.354" v="2" actId="47"/>
        <pc:sldMasterMkLst>
          <pc:docMk/>
          <pc:sldMasterMk cId="241684002" sldId="2147483688"/>
        </pc:sldMasterMkLst>
        <pc:sldLayoutChg chg="del">
          <pc:chgData name="Umang, Swati" userId="7e7a3467-3600-4bc4-bf17-d95dbb51ae92" providerId="ADAL" clId="{F0ED9837-ACA1-4616-A60E-49934154A288}" dt="2026-09-21T14:31:47.354" v="2" actId="47"/>
          <pc:sldLayoutMkLst>
            <pc:docMk/>
            <pc:sldMasterMk cId="241684002" sldId="2147483688"/>
            <pc:sldLayoutMk cId="48675714" sldId="2147483689"/>
          </pc:sldLayoutMkLst>
        </pc:sldLayoutChg>
        <pc:sldLayoutChg chg="del">
          <pc:chgData name="Umang, Swati" userId="7e7a3467-3600-4bc4-bf17-d95dbb51ae92" providerId="ADAL" clId="{F0ED9837-ACA1-4616-A60E-49934154A288}" dt="2026-09-21T14:31:47.354" v="2" actId="47"/>
          <pc:sldLayoutMkLst>
            <pc:docMk/>
            <pc:sldMasterMk cId="241684002" sldId="2147483688"/>
            <pc:sldLayoutMk cId="668780921" sldId="2147483690"/>
          </pc:sldLayoutMkLst>
        </pc:sldLayoutChg>
        <pc:sldLayoutChg chg="del">
          <pc:chgData name="Umang, Swati" userId="7e7a3467-3600-4bc4-bf17-d95dbb51ae92" providerId="ADAL" clId="{F0ED9837-ACA1-4616-A60E-49934154A288}" dt="2026-09-21T14:31:47.354" v="2" actId="47"/>
          <pc:sldLayoutMkLst>
            <pc:docMk/>
            <pc:sldMasterMk cId="241684002" sldId="2147483688"/>
            <pc:sldLayoutMk cId="2258559694" sldId="2147483691"/>
          </pc:sldLayoutMkLst>
        </pc:sldLayoutChg>
        <pc:sldLayoutChg chg="del">
          <pc:chgData name="Umang, Swati" userId="7e7a3467-3600-4bc4-bf17-d95dbb51ae92" providerId="ADAL" clId="{F0ED9837-ACA1-4616-A60E-49934154A288}" dt="2026-09-21T14:31:47.354" v="2" actId="47"/>
          <pc:sldLayoutMkLst>
            <pc:docMk/>
            <pc:sldMasterMk cId="241684002" sldId="2147483688"/>
            <pc:sldLayoutMk cId="1625722611" sldId="2147483692"/>
          </pc:sldLayoutMkLst>
        </pc:sldLayoutChg>
        <pc:sldLayoutChg chg="del">
          <pc:chgData name="Umang, Swati" userId="7e7a3467-3600-4bc4-bf17-d95dbb51ae92" providerId="ADAL" clId="{F0ED9837-ACA1-4616-A60E-49934154A288}" dt="2026-09-21T14:31:47.354" v="2" actId="47"/>
          <pc:sldLayoutMkLst>
            <pc:docMk/>
            <pc:sldMasterMk cId="241684002" sldId="2147483688"/>
            <pc:sldLayoutMk cId="2468559821" sldId="2147483693"/>
          </pc:sldLayoutMkLst>
        </pc:sldLayoutChg>
        <pc:sldLayoutChg chg="del">
          <pc:chgData name="Umang, Swati" userId="7e7a3467-3600-4bc4-bf17-d95dbb51ae92" providerId="ADAL" clId="{F0ED9837-ACA1-4616-A60E-49934154A288}" dt="2026-09-21T14:31:47.354" v="2" actId="47"/>
          <pc:sldLayoutMkLst>
            <pc:docMk/>
            <pc:sldMasterMk cId="241684002" sldId="2147483688"/>
            <pc:sldLayoutMk cId="369824269" sldId="2147483694"/>
          </pc:sldLayoutMkLst>
        </pc:sldLayoutChg>
        <pc:sldLayoutChg chg="del">
          <pc:chgData name="Umang, Swati" userId="7e7a3467-3600-4bc4-bf17-d95dbb51ae92" providerId="ADAL" clId="{F0ED9837-ACA1-4616-A60E-49934154A288}" dt="2026-09-21T14:31:47.354" v="2" actId="47"/>
          <pc:sldLayoutMkLst>
            <pc:docMk/>
            <pc:sldMasterMk cId="241684002" sldId="2147483688"/>
            <pc:sldLayoutMk cId="532470832" sldId="2147483696"/>
          </pc:sldLayoutMkLst>
        </pc:sldLayoutChg>
        <pc:sldLayoutChg chg="del">
          <pc:chgData name="Umang, Swati" userId="7e7a3467-3600-4bc4-bf17-d95dbb51ae92" providerId="ADAL" clId="{F0ED9837-ACA1-4616-A60E-49934154A288}" dt="2026-09-21T14:31:47.354" v="2" actId="47"/>
          <pc:sldLayoutMkLst>
            <pc:docMk/>
            <pc:sldMasterMk cId="241684002" sldId="2147483688"/>
            <pc:sldLayoutMk cId="510663522" sldId="2147483697"/>
          </pc:sldLayoutMkLst>
        </pc:sldLayoutChg>
        <pc:sldLayoutChg chg="del">
          <pc:chgData name="Umang, Swati" userId="7e7a3467-3600-4bc4-bf17-d95dbb51ae92" providerId="ADAL" clId="{F0ED9837-ACA1-4616-A60E-49934154A288}" dt="2026-09-21T14:31:47.354" v="2" actId="47"/>
          <pc:sldLayoutMkLst>
            <pc:docMk/>
            <pc:sldMasterMk cId="241684002" sldId="2147483688"/>
            <pc:sldLayoutMk cId="2868956665" sldId="2147483698"/>
          </pc:sldLayoutMkLst>
        </pc:sldLayoutChg>
        <pc:sldLayoutChg chg="del">
          <pc:chgData name="Umang, Swati" userId="7e7a3467-3600-4bc4-bf17-d95dbb51ae92" providerId="ADAL" clId="{F0ED9837-ACA1-4616-A60E-49934154A288}" dt="2026-09-21T14:31:47.354" v="2" actId="47"/>
          <pc:sldLayoutMkLst>
            <pc:docMk/>
            <pc:sldMasterMk cId="241684002" sldId="2147483688"/>
            <pc:sldLayoutMk cId="3286939650" sldId="2147483699"/>
          </pc:sldLayoutMkLst>
        </pc:sldLayoutChg>
      </pc:sldMasterChg>
      <pc:sldMasterChg chg="modSldLayout">
        <pc:chgData name="Umang, Swati" userId="7e7a3467-3600-4bc4-bf17-d95dbb51ae92" providerId="ADAL" clId="{F0ED9837-ACA1-4616-A60E-49934154A288}" dt="2026-09-22T04:42:18.604" v="287" actId="403"/>
        <pc:sldMasterMkLst>
          <pc:docMk/>
          <pc:sldMasterMk cId="241684002" sldId="2147483724"/>
        </pc:sldMasterMkLst>
        <pc:sldLayoutChg chg="modSp mod">
          <pc:chgData name="Umang, Swati" userId="7e7a3467-3600-4bc4-bf17-d95dbb51ae92" providerId="ADAL" clId="{F0ED9837-ACA1-4616-A60E-49934154A288}" dt="2026-09-22T04:42:18.604" v="287" actId="403"/>
          <pc:sldLayoutMkLst>
            <pc:docMk/>
            <pc:sldMasterMk cId="241684002" sldId="2147483724"/>
            <pc:sldLayoutMk cId="1184408296" sldId="2147483731"/>
          </pc:sldLayoutMkLst>
          <pc:spChg chg="mod">
            <ac:chgData name="Umang, Swati" userId="7e7a3467-3600-4bc4-bf17-d95dbb51ae92" providerId="ADAL" clId="{F0ED9837-ACA1-4616-A60E-49934154A288}" dt="2026-09-22T04:42:18.604" v="287" actId="403"/>
            <ac:spMkLst>
              <pc:docMk/>
              <pc:sldMasterMk cId="241684002" sldId="2147483724"/>
              <pc:sldLayoutMk cId="1184408296" sldId="2147483731"/>
              <ac:spMk id="11" creationId="{6E2FD227-5AA4-51C1-265C-A156F7088D71}"/>
            </ac:spMkLst>
          </pc:spChg>
        </pc:sldLayoutChg>
      </pc:sldMasterChg>
    </pc:docChg>
  </pc:docChgLst>
  <pc:docChgLst>
    <pc:chgData name="Dookh, Faina" userId="586f960a-2230-43c0-a185-f546c3dab837" providerId="ADAL" clId="{C84F1009-D7B8-42BF-BFA7-F941ACDC40E1}"/>
    <pc:docChg chg="undo custSel addSld modSld sldOrd">
      <pc:chgData name="Dookh, Faina" userId="586f960a-2230-43c0-a185-f546c3dab837" providerId="ADAL" clId="{C84F1009-D7B8-42BF-BFA7-F941ACDC40E1}" dt="2026-09-22T05:14:24.616" v="1407" actId="20577"/>
      <pc:docMkLst>
        <pc:docMk/>
      </pc:docMkLst>
      <pc:sldChg chg="modSp mod">
        <pc:chgData name="Dookh, Faina" userId="586f960a-2230-43c0-a185-f546c3dab837" providerId="ADAL" clId="{C84F1009-D7B8-42BF-BFA7-F941ACDC40E1}" dt="2026-09-22T01:20:19.822" v="23" actId="403"/>
        <pc:sldMkLst>
          <pc:docMk/>
          <pc:sldMk cId="1832385473" sldId="376"/>
        </pc:sldMkLst>
        <pc:spChg chg="mod">
          <ac:chgData name="Dookh, Faina" userId="586f960a-2230-43c0-a185-f546c3dab837" providerId="ADAL" clId="{C84F1009-D7B8-42BF-BFA7-F941ACDC40E1}" dt="2026-09-22T01:19:57.910" v="15" actId="403"/>
          <ac:spMkLst>
            <pc:docMk/>
            <pc:sldMk cId="1832385473" sldId="376"/>
            <ac:spMk id="15" creationId="{00000000-0000-0000-0000-000000000000}"/>
          </ac:spMkLst>
        </pc:spChg>
        <pc:spChg chg="mod">
          <ac:chgData name="Dookh, Faina" userId="586f960a-2230-43c0-a185-f546c3dab837" providerId="ADAL" clId="{C84F1009-D7B8-42BF-BFA7-F941ACDC40E1}" dt="2026-09-22T01:19:51.016" v="12" actId="403"/>
          <ac:spMkLst>
            <pc:docMk/>
            <pc:sldMk cId="1832385473" sldId="376"/>
            <ac:spMk id="16" creationId="{00000000-0000-0000-0000-000000000000}"/>
          </ac:spMkLst>
        </pc:spChg>
        <pc:spChg chg="mod">
          <ac:chgData name="Dookh, Faina" userId="586f960a-2230-43c0-a185-f546c3dab837" providerId="ADAL" clId="{C84F1009-D7B8-42BF-BFA7-F941ACDC40E1}" dt="2026-09-22T01:20:14.006" v="22" actId="14100"/>
          <ac:spMkLst>
            <pc:docMk/>
            <pc:sldMk cId="1832385473" sldId="376"/>
            <ac:spMk id="17" creationId="{00000000-0000-0000-0000-000000000000}"/>
          </ac:spMkLst>
        </pc:spChg>
        <pc:spChg chg="mod">
          <ac:chgData name="Dookh, Faina" userId="586f960a-2230-43c0-a185-f546c3dab837" providerId="ADAL" clId="{C84F1009-D7B8-42BF-BFA7-F941ACDC40E1}" dt="2026-09-22T01:19:57.910" v="15" actId="403"/>
          <ac:spMkLst>
            <pc:docMk/>
            <pc:sldMk cId="1832385473" sldId="376"/>
            <ac:spMk id="21" creationId="{00000000-0000-0000-0000-000000000000}"/>
          </ac:spMkLst>
        </pc:spChg>
        <pc:spChg chg="mod">
          <ac:chgData name="Dookh, Faina" userId="586f960a-2230-43c0-a185-f546c3dab837" providerId="ADAL" clId="{C84F1009-D7B8-42BF-BFA7-F941ACDC40E1}" dt="2026-09-22T01:19:51.016" v="12" actId="403"/>
          <ac:spMkLst>
            <pc:docMk/>
            <pc:sldMk cId="1832385473" sldId="376"/>
            <ac:spMk id="22" creationId="{00000000-0000-0000-0000-000000000000}"/>
          </ac:spMkLst>
        </pc:spChg>
        <pc:spChg chg="mod">
          <ac:chgData name="Dookh, Faina" userId="586f960a-2230-43c0-a185-f546c3dab837" providerId="ADAL" clId="{C84F1009-D7B8-42BF-BFA7-F941ACDC40E1}" dt="2026-09-22T01:20:14.006" v="22" actId="14100"/>
          <ac:spMkLst>
            <pc:docMk/>
            <pc:sldMk cId="1832385473" sldId="376"/>
            <ac:spMk id="23" creationId="{00000000-0000-0000-0000-000000000000}"/>
          </ac:spMkLst>
        </pc:spChg>
        <pc:spChg chg="mod">
          <ac:chgData name="Dookh, Faina" userId="586f960a-2230-43c0-a185-f546c3dab837" providerId="ADAL" clId="{C84F1009-D7B8-42BF-BFA7-F941ACDC40E1}" dt="2026-09-22T01:19:57.910" v="15" actId="403"/>
          <ac:spMkLst>
            <pc:docMk/>
            <pc:sldMk cId="1832385473" sldId="376"/>
            <ac:spMk id="26" creationId="{00000000-0000-0000-0000-000000000000}"/>
          </ac:spMkLst>
        </pc:spChg>
        <pc:spChg chg="mod">
          <ac:chgData name="Dookh, Faina" userId="586f960a-2230-43c0-a185-f546c3dab837" providerId="ADAL" clId="{C84F1009-D7B8-42BF-BFA7-F941ACDC40E1}" dt="2026-09-22T01:19:51.016" v="12" actId="403"/>
          <ac:spMkLst>
            <pc:docMk/>
            <pc:sldMk cId="1832385473" sldId="376"/>
            <ac:spMk id="27" creationId="{00000000-0000-0000-0000-000000000000}"/>
          </ac:spMkLst>
        </pc:spChg>
        <pc:spChg chg="mod">
          <ac:chgData name="Dookh, Faina" userId="586f960a-2230-43c0-a185-f546c3dab837" providerId="ADAL" clId="{C84F1009-D7B8-42BF-BFA7-F941ACDC40E1}" dt="2026-09-22T01:20:14.006" v="22" actId="14100"/>
          <ac:spMkLst>
            <pc:docMk/>
            <pc:sldMk cId="1832385473" sldId="376"/>
            <ac:spMk id="28" creationId="{00000000-0000-0000-0000-000000000000}"/>
          </ac:spMkLst>
        </pc:spChg>
        <pc:spChg chg="mod">
          <ac:chgData name="Dookh, Faina" userId="586f960a-2230-43c0-a185-f546c3dab837" providerId="ADAL" clId="{C84F1009-D7B8-42BF-BFA7-F941ACDC40E1}" dt="2026-09-22T01:19:57.910" v="15" actId="403"/>
          <ac:spMkLst>
            <pc:docMk/>
            <pc:sldMk cId="1832385473" sldId="376"/>
            <ac:spMk id="33" creationId="{00000000-0000-0000-0000-000000000000}"/>
          </ac:spMkLst>
        </pc:spChg>
        <pc:spChg chg="mod">
          <ac:chgData name="Dookh, Faina" userId="586f960a-2230-43c0-a185-f546c3dab837" providerId="ADAL" clId="{C84F1009-D7B8-42BF-BFA7-F941ACDC40E1}" dt="2026-09-22T01:19:51.016" v="12" actId="403"/>
          <ac:spMkLst>
            <pc:docMk/>
            <pc:sldMk cId="1832385473" sldId="376"/>
            <ac:spMk id="34" creationId="{00000000-0000-0000-0000-000000000000}"/>
          </ac:spMkLst>
        </pc:spChg>
        <pc:spChg chg="mod">
          <ac:chgData name="Dookh, Faina" userId="586f960a-2230-43c0-a185-f546c3dab837" providerId="ADAL" clId="{C84F1009-D7B8-42BF-BFA7-F941ACDC40E1}" dt="2026-09-22T01:20:14.006" v="22" actId="14100"/>
          <ac:spMkLst>
            <pc:docMk/>
            <pc:sldMk cId="1832385473" sldId="376"/>
            <ac:spMk id="35" creationId="{00000000-0000-0000-0000-000000000000}"/>
          </ac:spMkLst>
        </pc:spChg>
        <pc:spChg chg="mod">
          <ac:chgData name="Dookh, Faina" userId="586f960a-2230-43c0-a185-f546c3dab837" providerId="ADAL" clId="{C84F1009-D7B8-42BF-BFA7-F941ACDC40E1}" dt="2026-09-22T01:19:57.910" v="15" actId="403"/>
          <ac:spMkLst>
            <pc:docMk/>
            <pc:sldMk cId="1832385473" sldId="376"/>
            <ac:spMk id="40" creationId="{00000000-0000-0000-0000-000000000000}"/>
          </ac:spMkLst>
        </pc:spChg>
        <pc:spChg chg="mod">
          <ac:chgData name="Dookh, Faina" userId="586f960a-2230-43c0-a185-f546c3dab837" providerId="ADAL" clId="{C84F1009-D7B8-42BF-BFA7-F941ACDC40E1}" dt="2026-09-22T01:19:51.016" v="12" actId="403"/>
          <ac:spMkLst>
            <pc:docMk/>
            <pc:sldMk cId="1832385473" sldId="376"/>
            <ac:spMk id="41" creationId="{00000000-0000-0000-0000-000000000000}"/>
          </ac:spMkLst>
        </pc:spChg>
        <pc:spChg chg="mod">
          <ac:chgData name="Dookh, Faina" userId="586f960a-2230-43c0-a185-f546c3dab837" providerId="ADAL" clId="{C84F1009-D7B8-42BF-BFA7-F941ACDC40E1}" dt="2026-09-22T01:20:14.006" v="22" actId="14100"/>
          <ac:spMkLst>
            <pc:docMk/>
            <pc:sldMk cId="1832385473" sldId="376"/>
            <ac:spMk id="42" creationId="{00000000-0000-0000-0000-000000000000}"/>
          </ac:spMkLst>
        </pc:spChg>
        <pc:spChg chg="mod">
          <ac:chgData name="Dookh, Faina" userId="586f960a-2230-43c0-a185-f546c3dab837" providerId="ADAL" clId="{C84F1009-D7B8-42BF-BFA7-F941ACDC40E1}" dt="2026-09-22T01:19:51.016" v="12" actId="403"/>
          <ac:spMkLst>
            <pc:docMk/>
            <pc:sldMk cId="1832385473" sldId="376"/>
            <ac:spMk id="44" creationId="{00000000-0000-0000-0000-000000000000}"/>
          </ac:spMkLst>
        </pc:spChg>
        <pc:spChg chg="mod">
          <ac:chgData name="Dookh, Faina" userId="586f960a-2230-43c0-a185-f546c3dab837" providerId="ADAL" clId="{C84F1009-D7B8-42BF-BFA7-F941ACDC40E1}" dt="2026-09-22T01:20:19.822" v="23" actId="403"/>
          <ac:spMkLst>
            <pc:docMk/>
            <pc:sldMk cId="1832385473" sldId="376"/>
            <ac:spMk id="61" creationId="{BC458A0C-187E-9FAF-BF9E-710C3960C25A}"/>
          </ac:spMkLst>
        </pc:spChg>
      </pc:sldChg>
      <pc:sldChg chg="modSp mod">
        <pc:chgData name="Dookh, Faina" userId="586f960a-2230-43c0-a185-f546c3dab837" providerId="ADAL" clId="{C84F1009-D7B8-42BF-BFA7-F941ACDC40E1}" dt="2026-09-22T04:37:53.178" v="713" actId="20577"/>
        <pc:sldMkLst>
          <pc:docMk/>
          <pc:sldMk cId="2356354733" sldId="396"/>
        </pc:sldMkLst>
        <pc:spChg chg="mod">
          <ac:chgData name="Dookh, Faina" userId="586f960a-2230-43c0-a185-f546c3dab837" providerId="ADAL" clId="{C84F1009-D7B8-42BF-BFA7-F941ACDC40E1}" dt="2026-09-22T04:37:53.178" v="713" actId="20577"/>
          <ac:spMkLst>
            <pc:docMk/>
            <pc:sldMk cId="2356354733" sldId="396"/>
            <ac:spMk id="12" creationId="{00000000-0000-0000-0000-000000000000}"/>
          </ac:spMkLst>
        </pc:spChg>
        <pc:spChg chg="mod">
          <ac:chgData name="Dookh, Faina" userId="586f960a-2230-43c0-a185-f546c3dab837" providerId="ADAL" clId="{C84F1009-D7B8-42BF-BFA7-F941ACDC40E1}" dt="2026-09-22T01:19:19.479" v="6" actId="403"/>
          <ac:spMkLst>
            <pc:docMk/>
            <pc:sldMk cId="2356354733" sldId="396"/>
            <ac:spMk id="13" creationId="{00000000-0000-0000-0000-000000000000}"/>
          </ac:spMkLst>
        </pc:spChg>
      </pc:sldChg>
      <pc:sldChg chg="modSp mod">
        <pc:chgData name="Dookh, Faina" userId="586f960a-2230-43c0-a185-f546c3dab837" providerId="ADAL" clId="{C84F1009-D7B8-42BF-BFA7-F941ACDC40E1}" dt="2026-09-22T05:14:24.616" v="1407" actId="20577"/>
        <pc:sldMkLst>
          <pc:docMk/>
          <pc:sldMk cId="4280179590" sldId="397"/>
        </pc:sldMkLst>
        <pc:graphicFrameChg chg="modGraphic">
          <ac:chgData name="Dookh, Faina" userId="586f960a-2230-43c0-a185-f546c3dab837" providerId="ADAL" clId="{C84F1009-D7B8-42BF-BFA7-F941ACDC40E1}" dt="2026-09-22T05:14:24.616" v="1407" actId="20577"/>
          <ac:graphicFrameMkLst>
            <pc:docMk/>
            <pc:sldMk cId="4280179590" sldId="397"/>
            <ac:graphicFrameMk id="32" creationId="{05A2A644-F856-36FB-F58E-C426A2B1E603}"/>
          </ac:graphicFrameMkLst>
        </pc:graphicFrameChg>
      </pc:sldChg>
      <pc:sldChg chg="modSp mod">
        <pc:chgData name="Dookh, Faina" userId="586f960a-2230-43c0-a185-f546c3dab837" providerId="ADAL" clId="{C84F1009-D7B8-42BF-BFA7-F941ACDC40E1}" dt="2026-09-22T01:20:48.795" v="33" actId="14100"/>
        <pc:sldMkLst>
          <pc:docMk/>
          <pc:sldMk cId="1136557157" sldId="398"/>
        </pc:sldMkLst>
        <pc:spChg chg="mod">
          <ac:chgData name="Dookh, Faina" userId="586f960a-2230-43c0-a185-f546c3dab837" providerId="ADAL" clId="{C84F1009-D7B8-42BF-BFA7-F941ACDC40E1}" dt="2026-09-22T01:20:43.402" v="32" actId="403"/>
          <ac:spMkLst>
            <pc:docMk/>
            <pc:sldMk cId="1136557157" sldId="398"/>
            <ac:spMk id="6" creationId="{00000000-0000-0000-0000-000000000000}"/>
          </ac:spMkLst>
        </pc:spChg>
        <pc:spChg chg="mod">
          <ac:chgData name="Dookh, Faina" userId="586f960a-2230-43c0-a185-f546c3dab837" providerId="ADAL" clId="{C84F1009-D7B8-42BF-BFA7-F941ACDC40E1}" dt="2026-09-22T01:20:43.402" v="32" actId="403"/>
          <ac:spMkLst>
            <pc:docMk/>
            <pc:sldMk cId="1136557157" sldId="398"/>
            <ac:spMk id="11" creationId="{00000000-0000-0000-0000-000000000000}"/>
          </ac:spMkLst>
        </pc:spChg>
        <pc:spChg chg="mod">
          <ac:chgData name="Dookh, Faina" userId="586f960a-2230-43c0-a185-f546c3dab837" providerId="ADAL" clId="{C84F1009-D7B8-42BF-BFA7-F941ACDC40E1}" dt="2026-09-22T01:20:43.402" v="32" actId="403"/>
          <ac:spMkLst>
            <pc:docMk/>
            <pc:sldMk cId="1136557157" sldId="398"/>
            <ac:spMk id="12" creationId="{00000000-0000-0000-0000-000000000000}"/>
          </ac:spMkLst>
        </pc:spChg>
        <pc:spChg chg="mod">
          <ac:chgData name="Dookh, Faina" userId="586f960a-2230-43c0-a185-f546c3dab837" providerId="ADAL" clId="{C84F1009-D7B8-42BF-BFA7-F941ACDC40E1}" dt="2026-09-22T01:20:43.402" v="32" actId="403"/>
          <ac:spMkLst>
            <pc:docMk/>
            <pc:sldMk cId="1136557157" sldId="398"/>
            <ac:spMk id="13" creationId="{00000000-0000-0000-0000-000000000000}"/>
          </ac:spMkLst>
        </pc:spChg>
        <pc:spChg chg="mod">
          <ac:chgData name="Dookh, Faina" userId="586f960a-2230-43c0-a185-f546c3dab837" providerId="ADAL" clId="{C84F1009-D7B8-42BF-BFA7-F941ACDC40E1}" dt="2026-09-22T01:20:43.402" v="32" actId="403"/>
          <ac:spMkLst>
            <pc:docMk/>
            <pc:sldMk cId="1136557157" sldId="398"/>
            <ac:spMk id="14" creationId="{00000000-0000-0000-0000-000000000000}"/>
          </ac:spMkLst>
        </pc:spChg>
        <pc:spChg chg="mod">
          <ac:chgData name="Dookh, Faina" userId="586f960a-2230-43c0-a185-f546c3dab837" providerId="ADAL" clId="{C84F1009-D7B8-42BF-BFA7-F941ACDC40E1}" dt="2026-09-22T01:20:43.402" v="32" actId="403"/>
          <ac:spMkLst>
            <pc:docMk/>
            <pc:sldMk cId="1136557157" sldId="398"/>
            <ac:spMk id="25" creationId="{00000000-0000-0000-0000-000000000000}"/>
          </ac:spMkLst>
        </pc:spChg>
        <pc:spChg chg="mod">
          <ac:chgData name="Dookh, Faina" userId="586f960a-2230-43c0-a185-f546c3dab837" providerId="ADAL" clId="{C84F1009-D7B8-42BF-BFA7-F941ACDC40E1}" dt="2026-09-22T01:20:43.402" v="32" actId="403"/>
          <ac:spMkLst>
            <pc:docMk/>
            <pc:sldMk cId="1136557157" sldId="398"/>
            <ac:spMk id="28" creationId="{00000000-0000-0000-0000-000000000000}"/>
          </ac:spMkLst>
        </pc:spChg>
        <pc:spChg chg="mod">
          <ac:chgData name="Dookh, Faina" userId="586f960a-2230-43c0-a185-f546c3dab837" providerId="ADAL" clId="{C84F1009-D7B8-42BF-BFA7-F941ACDC40E1}" dt="2026-09-22T01:20:48.795" v="33" actId="14100"/>
          <ac:spMkLst>
            <pc:docMk/>
            <pc:sldMk cId="1136557157" sldId="398"/>
            <ac:spMk id="29" creationId="{00000000-0000-0000-0000-000000000000}"/>
          </ac:spMkLst>
        </pc:spChg>
        <pc:spChg chg="mod">
          <ac:chgData name="Dookh, Faina" userId="586f960a-2230-43c0-a185-f546c3dab837" providerId="ADAL" clId="{C84F1009-D7B8-42BF-BFA7-F941ACDC40E1}" dt="2026-09-22T01:20:43.402" v="32" actId="403"/>
          <ac:spMkLst>
            <pc:docMk/>
            <pc:sldMk cId="1136557157" sldId="398"/>
            <ac:spMk id="36" creationId="{00000000-0000-0000-0000-000000000000}"/>
          </ac:spMkLst>
        </pc:spChg>
        <pc:spChg chg="mod">
          <ac:chgData name="Dookh, Faina" userId="586f960a-2230-43c0-a185-f546c3dab837" providerId="ADAL" clId="{C84F1009-D7B8-42BF-BFA7-F941ACDC40E1}" dt="2026-09-22T01:20:43.402" v="32" actId="403"/>
          <ac:spMkLst>
            <pc:docMk/>
            <pc:sldMk cId="1136557157" sldId="398"/>
            <ac:spMk id="42" creationId="{00000000-0000-0000-0000-000000000000}"/>
          </ac:spMkLst>
        </pc:spChg>
      </pc:sldChg>
      <pc:sldChg chg="modSp mod">
        <pc:chgData name="Dookh, Faina" userId="586f960a-2230-43c0-a185-f546c3dab837" providerId="ADAL" clId="{C84F1009-D7B8-42BF-BFA7-F941ACDC40E1}" dt="2026-09-22T04:39:43.847" v="766" actId="1076"/>
        <pc:sldMkLst>
          <pc:docMk/>
          <pc:sldMk cId="2587300203" sldId="416"/>
        </pc:sldMkLst>
        <pc:spChg chg="mod">
          <ac:chgData name="Dookh, Faina" userId="586f960a-2230-43c0-a185-f546c3dab837" providerId="ADAL" clId="{C84F1009-D7B8-42BF-BFA7-F941ACDC40E1}" dt="2026-09-22T01:23:11.778" v="37" actId="14100"/>
          <ac:spMkLst>
            <pc:docMk/>
            <pc:sldMk cId="2587300203" sldId="416"/>
            <ac:spMk id="2" creationId="{F1F948BE-BC5B-DE16-E624-23E19F686016}"/>
          </ac:spMkLst>
        </pc:spChg>
        <pc:spChg chg="mod">
          <ac:chgData name="Dookh, Faina" userId="586f960a-2230-43c0-a185-f546c3dab837" providerId="ADAL" clId="{C84F1009-D7B8-42BF-BFA7-F941ACDC40E1}" dt="2026-09-22T01:23:07.708" v="36" actId="403"/>
          <ac:spMkLst>
            <pc:docMk/>
            <pc:sldMk cId="2587300203" sldId="416"/>
            <ac:spMk id="3" creationId="{1CC318DE-F20F-336B-C08A-688C3CFF0742}"/>
          </ac:spMkLst>
        </pc:spChg>
        <pc:spChg chg="mod">
          <ac:chgData name="Dookh, Faina" userId="586f960a-2230-43c0-a185-f546c3dab837" providerId="ADAL" clId="{C84F1009-D7B8-42BF-BFA7-F941ACDC40E1}" dt="2026-09-22T01:23:29.885" v="41" actId="403"/>
          <ac:spMkLst>
            <pc:docMk/>
            <pc:sldMk cId="2587300203" sldId="416"/>
            <ac:spMk id="46" creationId="{3555D3F6-98AB-4CE4-DC4F-AF17F90DFC59}"/>
          </ac:spMkLst>
        </pc:spChg>
        <pc:spChg chg="mod">
          <ac:chgData name="Dookh, Faina" userId="586f960a-2230-43c0-a185-f546c3dab837" providerId="ADAL" clId="{C84F1009-D7B8-42BF-BFA7-F941ACDC40E1}" dt="2026-09-22T01:23:29.885" v="41" actId="403"/>
          <ac:spMkLst>
            <pc:docMk/>
            <pc:sldMk cId="2587300203" sldId="416"/>
            <ac:spMk id="55" creationId="{23BEF232-5664-1C6F-705C-09CF589AAAE9}"/>
          </ac:spMkLst>
        </pc:spChg>
        <pc:spChg chg="mod">
          <ac:chgData name="Dookh, Faina" userId="586f960a-2230-43c0-a185-f546c3dab837" providerId="ADAL" clId="{C84F1009-D7B8-42BF-BFA7-F941ACDC40E1}" dt="2026-09-22T01:23:29.885" v="41" actId="403"/>
          <ac:spMkLst>
            <pc:docMk/>
            <pc:sldMk cId="2587300203" sldId="416"/>
            <ac:spMk id="56" creationId="{C0093251-9E73-A171-A6E5-8318DE4151E8}"/>
          </ac:spMkLst>
        </pc:spChg>
        <pc:spChg chg="mod">
          <ac:chgData name="Dookh, Faina" userId="586f960a-2230-43c0-a185-f546c3dab837" providerId="ADAL" clId="{C84F1009-D7B8-42BF-BFA7-F941ACDC40E1}" dt="2026-09-22T01:23:29.885" v="41" actId="403"/>
          <ac:spMkLst>
            <pc:docMk/>
            <pc:sldMk cId="2587300203" sldId="416"/>
            <ac:spMk id="61" creationId="{908B3C76-EF5B-777F-F894-B10BF6497331}"/>
          </ac:spMkLst>
        </pc:spChg>
        <pc:spChg chg="mod">
          <ac:chgData name="Dookh, Faina" userId="586f960a-2230-43c0-a185-f546c3dab837" providerId="ADAL" clId="{C84F1009-D7B8-42BF-BFA7-F941ACDC40E1}" dt="2026-09-22T01:23:29.885" v="41" actId="403"/>
          <ac:spMkLst>
            <pc:docMk/>
            <pc:sldMk cId="2587300203" sldId="416"/>
            <ac:spMk id="64" creationId="{5EC455A9-85BB-CA69-0177-853EF64527C3}"/>
          </ac:spMkLst>
        </pc:spChg>
        <pc:spChg chg="mod">
          <ac:chgData name="Dookh, Faina" userId="586f960a-2230-43c0-a185-f546c3dab837" providerId="ADAL" clId="{C84F1009-D7B8-42BF-BFA7-F941ACDC40E1}" dt="2026-09-22T01:23:29.885" v="41" actId="403"/>
          <ac:spMkLst>
            <pc:docMk/>
            <pc:sldMk cId="2587300203" sldId="416"/>
            <ac:spMk id="65" creationId="{89F5EA95-A04A-1A6F-7B05-E8547C40E581}"/>
          </ac:spMkLst>
        </pc:spChg>
        <pc:spChg chg="mod">
          <ac:chgData name="Dookh, Faina" userId="586f960a-2230-43c0-a185-f546c3dab837" providerId="ADAL" clId="{C84F1009-D7B8-42BF-BFA7-F941ACDC40E1}" dt="2026-09-22T01:23:29.885" v="41" actId="403"/>
          <ac:spMkLst>
            <pc:docMk/>
            <pc:sldMk cId="2587300203" sldId="416"/>
            <ac:spMk id="66" creationId="{65B030AA-CA48-575D-CC58-0334FE4D45B8}"/>
          </ac:spMkLst>
        </pc:spChg>
        <pc:spChg chg="mod">
          <ac:chgData name="Dookh, Faina" userId="586f960a-2230-43c0-a185-f546c3dab837" providerId="ADAL" clId="{C84F1009-D7B8-42BF-BFA7-F941ACDC40E1}" dt="2026-09-22T01:23:29.885" v="41" actId="403"/>
          <ac:spMkLst>
            <pc:docMk/>
            <pc:sldMk cId="2587300203" sldId="416"/>
            <ac:spMk id="73" creationId="{B61D963D-1AB0-6909-C06C-6E1752D05397}"/>
          </ac:spMkLst>
        </pc:spChg>
        <pc:spChg chg="mod">
          <ac:chgData name="Dookh, Faina" userId="586f960a-2230-43c0-a185-f546c3dab837" providerId="ADAL" clId="{C84F1009-D7B8-42BF-BFA7-F941ACDC40E1}" dt="2026-09-22T01:23:29.885" v="41" actId="403"/>
          <ac:spMkLst>
            <pc:docMk/>
            <pc:sldMk cId="2587300203" sldId="416"/>
            <ac:spMk id="74" creationId="{72C8649D-BB65-C7C7-8D57-E5B8C03FBA26}"/>
          </ac:spMkLst>
        </pc:spChg>
        <pc:spChg chg="mod">
          <ac:chgData name="Dookh, Faina" userId="586f960a-2230-43c0-a185-f546c3dab837" providerId="ADAL" clId="{C84F1009-D7B8-42BF-BFA7-F941ACDC40E1}" dt="2026-09-22T01:23:29.885" v="41" actId="403"/>
          <ac:spMkLst>
            <pc:docMk/>
            <pc:sldMk cId="2587300203" sldId="416"/>
            <ac:spMk id="77" creationId="{19FD8202-9808-BDF4-4B07-F8AE4F2BD827}"/>
          </ac:spMkLst>
        </pc:spChg>
        <pc:spChg chg="mod">
          <ac:chgData name="Dookh, Faina" userId="586f960a-2230-43c0-a185-f546c3dab837" providerId="ADAL" clId="{C84F1009-D7B8-42BF-BFA7-F941ACDC40E1}" dt="2026-09-22T01:23:34.561" v="42" actId="403"/>
          <ac:spMkLst>
            <pc:docMk/>
            <pc:sldMk cId="2587300203" sldId="416"/>
            <ac:spMk id="79" creationId="{293F51BD-6CF5-A63D-35F9-8BB48727079E}"/>
          </ac:spMkLst>
        </pc:spChg>
        <pc:spChg chg="mod">
          <ac:chgData name="Dookh, Faina" userId="586f960a-2230-43c0-a185-f546c3dab837" providerId="ADAL" clId="{C84F1009-D7B8-42BF-BFA7-F941ACDC40E1}" dt="2026-09-22T01:23:45.548" v="48" actId="403"/>
          <ac:spMkLst>
            <pc:docMk/>
            <pc:sldMk cId="2587300203" sldId="416"/>
            <ac:spMk id="84" creationId="{2435D99B-EB2A-0508-F4B8-111398F33599}"/>
          </ac:spMkLst>
        </pc:spChg>
        <pc:graphicFrameChg chg="mod modGraphic">
          <ac:chgData name="Dookh, Faina" userId="586f960a-2230-43c0-a185-f546c3dab837" providerId="ADAL" clId="{C84F1009-D7B8-42BF-BFA7-F941ACDC40E1}" dt="2026-09-22T04:39:43.847" v="766" actId="1076"/>
          <ac:graphicFrameMkLst>
            <pc:docMk/>
            <pc:sldMk cId="2587300203" sldId="416"/>
            <ac:graphicFrameMk id="93" creationId="{FF04DB7C-1038-0D7E-107C-F01660CAB7B7}"/>
          </ac:graphicFrameMkLst>
        </pc:graphicFrameChg>
      </pc:sldChg>
      <pc:sldChg chg="modSp mod">
        <pc:chgData name="Dookh, Faina" userId="586f960a-2230-43c0-a185-f546c3dab837" providerId="ADAL" clId="{C84F1009-D7B8-42BF-BFA7-F941ACDC40E1}" dt="2026-09-22T01:27:13.606" v="59" actId="14100"/>
        <pc:sldMkLst>
          <pc:docMk/>
          <pc:sldMk cId="3300093514" sldId="417"/>
        </pc:sldMkLst>
        <pc:spChg chg="mod">
          <ac:chgData name="Dookh, Faina" userId="586f960a-2230-43c0-a185-f546c3dab837" providerId="ADAL" clId="{C84F1009-D7B8-42BF-BFA7-F941ACDC40E1}" dt="2026-09-22T01:26:57.577" v="50" actId="1076"/>
          <ac:spMkLst>
            <pc:docMk/>
            <pc:sldMk cId="3300093514" sldId="417"/>
            <ac:spMk id="7" creationId="{B7FB2F12-DC2A-FF29-E64B-159AC239F8F4}"/>
          </ac:spMkLst>
        </pc:spChg>
        <pc:spChg chg="mod">
          <ac:chgData name="Dookh, Faina" userId="586f960a-2230-43c0-a185-f546c3dab837" providerId="ADAL" clId="{C84F1009-D7B8-42BF-BFA7-F941ACDC40E1}" dt="2026-09-22T01:27:07.785" v="57" actId="403"/>
          <ac:spMkLst>
            <pc:docMk/>
            <pc:sldMk cId="3300093514" sldId="417"/>
            <ac:spMk id="9" creationId="{C72700C4-6795-F79F-95D0-52C391980C4A}"/>
          </ac:spMkLst>
        </pc:spChg>
        <pc:spChg chg="mod">
          <ac:chgData name="Dookh, Faina" userId="586f960a-2230-43c0-a185-f546c3dab837" providerId="ADAL" clId="{C84F1009-D7B8-42BF-BFA7-F941ACDC40E1}" dt="2026-09-22T01:27:01.904" v="54" actId="404"/>
          <ac:spMkLst>
            <pc:docMk/>
            <pc:sldMk cId="3300093514" sldId="417"/>
            <ac:spMk id="11" creationId="{141123D1-FEA8-7B74-4A73-F263A6292A63}"/>
          </ac:spMkLst>
        </pc:spChg>
        <pc:spChg chg="mod">
          <ac:chgData name="Dookh, Faina" userId="586f960a-2230-43c0-a185-f546c3dab837" providerId="ADAL" clId="{C84F1009-D7B8-42BF-BFA7-F941ACDC40E1}" dt="2026-09-22T01:27:13.606" v="59" actId="14100"/>
          <ac:spMkLst>
            <pc:docMk/>
            <pc:sldMk cId="3300093514" sldId="417"/>
            <ac:spMk id="15" creationId="{89A26B61-8073-B203-BC80-01A65DBBBF95}"/>
          </ac:spMkLst>
        </pc:spChg>
      </pc:sldChg>
      <pc:sldChg chg="modSp mod">
        <pc:chgData name="Dookh, Faina" userId="586f960a-2230-43c0-a185-f546c3dab837" providerId="ADAL" clId="{C84F1009-D7B8-42BF-BFA7-F941ACDC40E1}" dt="2026-09-22T04:39:02.760" v="759" actId="1038"/>
        <pc:sldMkLst>
          <pc:docMk/>
          <pc:sldMk cId="2057792808" sldId="418"/>
        </pc:sldMkLst>
        <pc:spChg chg="mod">
          <ac:chgData name="Dookh, Faina" userId="586f960a-2230-43c0-a185-f546c3dab837" providerId="ADAL" clId="{C84F1009-D7B8-42BF-BFA7-F941ACDC40E1}" dt="2026-09-22T01:27:24.045" v="61" actId="403"/>
          <ac:spMkLst>
            <pc:docMk/>
            <pc:sldMk cId="2057792808" sldId="418"/>
            <ac:spMk id="2" creationId="{3F738CDF-B3C6-672C-B03D-A72B63CC2FF6}"/>
          </ac:spMkLst>
        </pc:spChg>
        <pc:spChg chg="mod">
          <ac:chgData name="Dookh, Faina" userId="586f960a-2230-43c0-a185-f546c3dab837" providerId="ADAL" clId="{C84F1009-D7B8-42BF-BFA7-F941ACDC40E1}" dt="2026-09-22T01:27:24.045" v="61" actId="403"/>
          <ac:spMkLst>
            <pc:docMk/>
            <pc:sldMk cId="2057792808" sldId="418"/>
            <ac:spMk id="6" creationId="{DC0902BA-2248-0BFB-35F0-355A63D1F9DB}"/>
          </ac:spMkLst>
        </pc:spChg>
        <pc:spChg chg="mod">
          <ac:chgData name="Dookh, Faina" userId="586f960a-2230-43c0-a185-f546c3dab837" providerId="ADAL" clId="{C84F1009-D7B8-42BF-BFA7-F941ACDC40E1}" dt="2026-09-22T01:27:24.045" v="61" actId="403"/>
          <ac:spMkLst>
            <pc:docMk/>
            <pc:sldMk cId="2057792808" sldId="418"/>
            <ac:spMk id="8" creationId="{43242358-B4CF-00B5-EC9E-BB509DED8779}"/>
          </ac:spMkLst>
        </pc:spChg>
        <pc:spChg chg="mod">
          <ac:chgData name="Dookh, Faina" userId="586f960a-2230-43c0-a185-f546c3dab837" providerId="ADAL" clId="{C84F1009-D7B8-42BF-BFA7-F941ACDC40E1}" dt="2026-09-22T01:27:24.045" v="61" actId="403"/>
          <ac:spMkLst>
            <pc:docMk/>
            <pc:sldMk cId="2057792808" sldId="418"/>
            <ac:spMk id="10" creationId="{21D4DD5E-3493-EC40-F255-C7EFA0E78E24}"/>
          </ac:spMkLst>
        </pc:spChg>
        <pc:spChg chg="mod">
          <ac:chgData name="Dookh, Faina" userId="586f960a-2230-43c0-a185-f546c3dab837" providerId="ADAL" clId="{C84F1009-D7B8-42BF-BFA7-F941ACDC40E1}" dt="2026-09-22T01:27:24.045" v="61" actId="403"/>
          <ac:spMkLst>
            <pc:docMk/>
            <pc:sldMk cId="2057792808" sldId="418"/>
            <ac:spMk id="14" creationId="{93F6C6D1-8E49-C154-AB9F-91274B21586C}"/>
          </ac:spMkLst>
        </pc:spChg>
        <pc:spChg chg="mod">
          <ac:chgData name="Dookh, Faina" userId="586f960a-2230-43c0-a185-f546c3dab837" providerId="ADAL" clId="{C84F1009-D7B8-42BF-BFA7-F941ACDC40E1}" dt="2026-09-22T01:27:31.412" v="62" actId="207"/>
          <ac:spMkLst>
            <pc:docMk/>
            <pc:sldMk cId="2057792808" sldId="418"/>
            <ac:spMk id="16" creationId="{1A5801C1-DB0A-5272-F36D-C059778103DB}"/>
          </ac:spMkLst>
        </pc:spChg>
        <pc:spChg chg="mod">
          <ac:chgData name="Dookh, Faina" userId="586f960a-2230-43c0-a185-f546c3dab837" providerId="ADAL" clId="{C84F1009-D7B8-42BF-BFA7-F941ACDC40E1}" dt="2026-09-22T01:27:24.045" v="61" actId="403"/>
          <ac:spMkLst>
            <pc:docMk/>
            <pc:sldMk cId="2057792808" sldId="418"/>
            <ac:spMk id="20" creationId="{54DECEEF-C975-703B-8133-94E6F973BCE3}"/>
          </ac:spMkLst>
        </pc:spChg>
        <pc:spChg chg="mod">
          <ac:chgData name="Dookh, Faina" userId="586f960a-2230-43c0-a185-f546c3dab837" providerId="ADAL" clId="{C84F1009-D7B8-42BF-BFA7-F941ACDC40E1}" dt="2026-09-22T01:27:24.045" v="61" actId="403"/>
          <ac:spMkLst>
            <pc:docMk/>
            <pc:sldMk cId="2057792808" sldId="418"/>
            <ac:spMk id="22" creationId="{8C9A8A7E-CF41-563E-0733-231D9C41BA27}"/>
          </ac:spMkLst>
        </pc:spChg>
        <pc:spChg chg="mod">
          <ac:chgData name="Dookh, Faina" userId="586f960a-2230-43c0-a185-f546c3dab837" providerId="ADAL" clId="{C84F1009-D7B8-42BF-BFA7-F941ACDC40E1}" dt="2026-09-22T01:27:24.045" v="61" actId="403"/>
          <ac:spMkLst>
            <pc:docMk/>
            <pc:sldMk cId="2057792808" sldId="418"/>
            <ac:spMk id="30" creationId="{2A558BF8-F3D4-3990-F8F4-2343D034CA1F}"/>
          </ac:spMkLst>
        </pc:spChg>
        <pc:spChg chg="mod">
          <ac:chgData name="Dookh, Faina" userId="586f960a-2230-43c0-a185-f546c3dab837" providerId="ADAL" clId="{C84F1009-D7B8-42BF-BFA7-F941ACDC40E1}" dt="2026-09-22T01:27:24.045" v="61" actId="403"/>
          <ac:spMkLst>
            <pc:docMk/>
            <pc:sldMk cId="2057792808" sldId="418"/>
            <ac:spMk id="32" creationId="{949B81CF-524D-C5D7-8BB7-CF1356C9A182}"/>
          </ac:spMkLst>
        </pc:spChg>
        <pc:graphicFrameChg chg="mod modGraphic">
          <ac:chgData name="Dookh, Faina" userId="586f960a-2230-43c0-a185-f546c3dab837" providerId="ADAL" clId="{C84F1009-D7B8-42BF-BFA7-F941ACDC40E1}" dt="2026-09-22T04:39:02.760" v="759" actId="1038"/>
          <ac:graphicFrameMkLst>
            <pc:docMk/>
            <pc:sldMk cId="2057792808" sldId="418"/>
            <ac:graphicFrameMk id="50" creationId="{6E25E00F-2C73-3BAC-6477-35C7C5EB1C1E}"/>
          </ac:graphicFrameMkLst>
        </pc:graphicFrameChg>
      </pc:sldChg>
      <pc:sldChg chg="addSp delSp modSp mod ord">
        <pc:chgData name="Dookh, Faina" userId="586f960a-2230-43c0-a185-f546c3dab837" providerId="ADAL" clId="{C84F1009-D7B8-42BF-BFA7-F941ACDC40E1}" dt="2026-09-22T05:10:43.763" v="1317" actId="20577"/>
        <pc:sldMkLst>
          <pc:docMk/>
          <pc:sldMk cId="4113161193" sldId="420"/>
        </pc:sldMkLst>
        <pc:spChg chg="del mod">
          <ac:chgData name="Dookh, Faina" userId="586f960a-2230-43c0-a185-f546c3dab837" providerId="ADAL" clId="{C84F1009-D7B8-42BF-BFA7-F941ACDC40E1}" dt="2026-09-22T05:03:49.997" v="848" actId="478"/>
          <ac:spMkLst>
            <pc:docMk/>
            <pc:sldMk cId="4113161193" sldId="420"/>
            <ac:spMk id="2" creationId="{806CCAC0-7A8B-D290-7610-0B3951EB86E3}"/>
          </ac:spMkLst>
        </pc:spChg>
        <pc:spChg chg="del mod">
          <ac:chgData name="Dookh, Faina" userId="586f960a-2230-43c0-a185-f546c3dab837" providerId="ADAL" clId="{C84F1009-D7B8-42BF-BFA7-F941ACDC40E1}" dt="2026-09-22T05:03:49.997" v="848" actId="478"/>
          <ac:spMkLst>
            <pc:docMk/>
            <pc:sldMk cId="4113161193" sldId="420"/>
            <ac:spMk id="3" creationId="{68E7D720-AB82-6AE9-E700-53F77D9F0B93}"/>
          </ac:spMkLst>
        </pc:spChg>
        <pc:spChg chg="add del mod">
          <ac:chgData name="Dookh, Faina" userId="586f960a-2230-43c0-a185-f546c3dab837" providerId="ADAL" clId="{C84F1009-D7B8-42BF-BFA7-F941ACDC40E1}" dt="2026-09-22T05:09:00.670" v="1246" actId="478"/>
          <ac:spMkLst>
            <pc:docMk/>
            <pc:sldMk cId="4113161193" sldId="420"/>
            <ac:spMk id="3" creationId="{720CBEF3-EACD-AEC6-6F87-65C497A92E91}"/>
          </ac:spMkLst>
        </pc:spChg>
        <pc:spChg chg="del mod">
          <ac:chgData name="Dookh, Faina" userId="586f960a-2230-43c0-a185-f546c3dab837" providerId="ADAL" clId="{C84F1009-D7B8-42BF-BFA7-F941ACDC40E1}" dt="2026-09-22T05:03:49.997" v="848" actId="478"/>
          <ac:spMkLst>
            <pc:docMk/>
            <pc:sldMk cId="4113161193" sldId="420"/>
            <ac:spMk id="5" creationId="{088F8CBF-446E-3E5C-7ED5-FEF918C2B378}"/>
          </ac:spMkLst>
        </pc:spChg>
        <pc:spChg chg="add mod">
          <ac:chgData name="Dookh, Faina" userId="586f960a-2230-43c0-a185-f546c3dab837" providerId="ADAL" clId="{C84F1009-D7B8-42BF-BFA7-F941ACDC40E1}" dt="2026-09-22T05:08:02.563" v="1179" actId="20577"/>
          <ac:spMkLst>
            <pc:docMk/>
            <pc:sldMk cId="4113161193" sldId="420"/>
            <ac:spMk id="5" creationId="{981FF0CE-FB42-C9EB-E1AE-3F6D87517354}"/>
          </ac:spMkLst>
        </pc:spChg>
        <pc:spChg chg="mod">
          <ac:chgData name="Dookh, Faina" userId="586f960a-2230-43c0-a185-f546c3dab837" providerId="ADAL" clId="{C84F1009-D7B8-42BF-BFA7-F941ACDC40E1}" dt="2026-09-22T05:03:54.055" v="849" actId="403"/>
          <ac:spMkLst>
            <pc:docMk/>
            <pc:sldMk cId="4113161193" sldId="420"/>
            <ac:spMk id="6" creationId="{A07D9364-9FE8-8294-408F-D31CBA90AB5E}"/>
          </ac:spMkLst>
        </pc:spChg>
        <pc:spChg chg="mod">
          <ac:chgData name="Dookh, Faina" userId="586f960a-2230-43c0-a185-f546c3dab837" providerId="ADAL" clId="{C84F1009-D7B8-42BF-BFA7-F941ACDC40E1}" dt="2026-09-22T05:03:58.505" v="874" actId="1035"/>
          <ac:spMkLst>
            <pc:docMk/>
            <pc:sldMk cId="4113161193" sldId="420"/>
            <ac:spMk id="8" creationId="{87DFA6E6-BEF7-2F0D-8BF7-B3272CE9E91E}"/>
          </ac:spMkLst>
        </pc:spChg>
        <pc:spChg chg="add mod">
          <ac:chgData name="Dookh, Faina" userId="586f960a-2230-43c0-a185-f546c3dab837" providerId="ADAL" clId="{C84F1009-D7B8-42BF-BFA7-F941ACDC40E1}" dt="2026-09-22T05:09:03.933" v="1247" actId="1076"/>
          <ac:spMkLst>
            <pc:docMk/>
            <pc:sldMk cId="4113161193" sldId="420"/>
            <ac:spMk id="9" creationId="{5B8B9035-8128-CDA9-4C5F-9FEFF9F44976}"/>
          </ac:spMkLst>
        </pc:spChg>
        <pc:spChg chg="add del mod">
          <ac:chgData name="Dookh, Faina" userId="586f960a-2230-43c0-a185-f546c3dab837" providerId="ADAL" clId="{C84F1009-D7B8-42BF-BFA7-F941ACDC40E1}" dt="2026-09-22T05:06:39.365" v="1141" actId="478"/>
          <ac:spMkLst>
            <pc:docMk/>
            <pc:sldMk cId="4113161193" sldId="420"/>
            <ac:spMk id="11" creationId="{10F01362-F0C6-6520-DA92-5D48D11A77B0}"/>
          </ac:spMkLst>
        </pc:spChg>
        <pc:spChg chg="add mod">
          <ac:chgData name="Dookh, Faina" userId="586f960a-2230-43c0-a185-f546c3dab837" providerId="ADAL" clId="{C84F1009-D7B8-42BF-BFA7-F941ACDC40E1}" dt="2026-09-22T05:10:43.763" v="1317" actId="20577"/>
          <ac:spMkLst>
            <pc:docMk/>
            <pc:sldMk cId="4113161193" sldId="420"/>
            <ac:spMk id="11" creationId="{C3A08EA8-5C00-20A3-E3AC-84B42BB76983}"/>
          </ac:spMkLst>
        </pc:spChg>
        <pc:spChg chg="mod">
          <ac:chgData name="Dookh, Faina" userId="586f960a-2230-43c0-a185-f546c3dab837" providerId="ADAL" clId="{C84F1009-D7B8-42BF-BFA7-F941ACDC40E1}" dt="2026-09-22T05:03:58.505" v="874" actId="1035"/>
          <ac:spMkLst>
            <pc:docMk/>
            <pc:sldMk cId="4113161193" sldId="420"/>
            <ac:spMk id="12" creationId="{50E0258C-35E6-DA8A-21AC-3AACABD6BCB8}"/>
          </ac:spMkLst>
        </pc:spChg>
        <pc:spChg chg="add mod">
          <ac:chgData name="Dookh, Faina" userId="586f960a-2230-43c0-a185-f546c3dab837" providerId="ADAL" clId="{C84F1009-D7B8-42BF-BFA7-F941ACDC40E1}" dt="2026-09-22T05:04:42.256" v="877" actId="207"/>
          <ac:spMkLst>
            <pc:docMk/>
            <pc:sldMk cId="4113161193" sldId="420"/>
            <ac:spMk id="13" creationId="{A66B7DEE-322E-2A56-B0FA-5F634256122A}"/>
          </ac:spMkLst>
        </pc:spChg>
        <pc:spChg chg="mod">
          <ac:chgData name="Dookh, Faina" userId="586f960a-2230-43c0-a185-f546c3dab837" providerId="ADAL" clId="{C84F1009-D7B8-42BF-BFA7-F941ACDC40E1}" dt="2026-09-22T05:09:18.596" v="1248" actId="14100"/>
          <ac:spMkLst>
            <pc:docMk/>
            <pc:sldMk cId="4113161193" sldId="420"/>
            <ac:spMk id="14" creationId="{DACB211B-E30E-4A2B-3F18-1265FAC05521}"/>
          </ac:spMkLst>
        </pc:spChg>
        <pc:spChg chg="add del mod">
          <ac:chgData name="Dookh, Faina" userId="586f960a-2230-43c0-a185-f546c3dab837" providerId="ADAL" clId="{C84F1009-D7B8-42BF-BFA7-F941ACDC40E1}" dt="2026-09-22T05:04:48.290" v="880" actId="478"/>
          <ac:spMkLst>
            <pc:docMk/>
            <pc:sldMk cId="4113161193" sldId="420"/>
            <ac:spMk id="15" creationId="{1A2483A1-AB81-0F07-EF47-90AFC5F74F45}"/>
          </ac:spMkLst>
        </pc:spChg>
        <pc:spChg chg="mod">
          <ac:chgData name="Dookh, Faina" userId="586f960a-2230-43c0-a185-f546c3dab837" providerId="ADAL" clId="{C84F1009-D7B8-42BF-BFA7-F941ACDC40E1}" dt="2026-09-22T05:08:42.277" v="1240" actId="113"/>
          <ac:spMkLst>
            <pc:docMk/>
            <pc:sldMk cId="4113161193" sldId="420"/>
            <ac:spMk id="15" creationId="{B1DC650A-70E2-83E9-235A-BF3533AF72DB}"/>
          </ac:spMkLst>
        </pc:spChg>
        <pc:spChg chg="add del mod">
          <ac:chgData name="Dookh, Faina" userId="586f960a-2230-43c0-a185-f546c3dab837" providerId="ADAL" clId="{C84F1009-D7B8-42BF-BFA7-F941ACDC40E1}" dt="2026-09-22T05:08:04.803" v="1180" actId="478"/>
          <ac:spMkLst>
            <pc:docMk/>
            <pc:sldMk cId="4113161193" sldId="420"/>
            <ac:spMk id="17" creationId="{F0599701-3AEF-B1AF-2999-F604382037F8}"/>
          </ac:spMkLst>
        </pc:spChg>
        <pc:spChg chg="mod">
          <ac:chgData name="Dookh, Faina" userId="586f960a-2230-43c0-a185-f546c3dab837" providerId="ADAL" clId="{C84F1009-D7B8-42BF-BFA7-F941ACDC40E1}" dt="2026-09-22T05:07:28.059" v="1157" actId="20577"/>
          <ac:spMkLst>
            <pc:docMk/>
            <pc:sldMk cId="4113161193" sldId="420"/>
            <ac:spMk id="21" creationId="{7D34A22C-AFC1-1650-42BD-01BEA13792CD}"/>
          </ac:spMkLst>
        </pc:spChg>
        <pc:spChg chg="mod">
          <ac:chgData name="Dookh, Faina" userId="586f960a-2230-43c0-a185-f546c3dab837" providerId="ADAL" clId="{C84F1009-D7B8-42BF-BFA7-F941ACDC40E1}" dt="2026-09-22T05:09:28.764" v="1250" actId="14100"/>
          <ac:spMkLst>
            <pc:docMk/>
            <pc:sldMk cId="4113161193" sldId="420"/>
            <ac:spMk id="28" creationId="{658600A8-D366-C633-7BFB-E11BDAFD9DCE}"/>
          </ac:spMkLst>
        </pc:spChg>
        <pc:spChg chg="mod">
          <ac:chgData name="Dookh, Faina" userId="586f960a-2230-43c0-a185-f546c3dab837" providerId="ADAL" clId="{C84F1009-D7B8-42BF-BFA7-F941ACDC40E1}" dt="2026-09-22T05:03:58.505" v="874" actId="1035"/>
          <ac:spMkLst>
            <pc:docMk/>
            <pc:sldMk cId="4113161193" sldId="420"/>
            <ac:spMk id="32" creationId="{5730A22E-675B-5EDE-44C7-A352922C387F}"/>
          </ac:spMkLst>
        </pc:spChg>
        <pc:spChg chg="mod">
          <ac:chgData name="Dookh, Faina" userId="586f960a-2230-43c0-a185-f546c3dab837" providerId="ADAL" clId="{C84F1009-D7B8-42BF-BFA7-F941ACDC40E1}" dt="2026-09-22T05:03:58.505" v="874" actId="1035"/>
          <ac:spMkLst>
            <pc:docMk/>
            <pc:sldMk cId="4113161193" sldId="420"/>
            <ac:spMk id="36" creationId="{B4AEB9D2-2774-8A69-0063-8FFA86F1B53A}"/>
          </ac:spMkLst>
        </pc:spChg>
        <pc:spChg chg="mod">
          <ac:chgData name="Dookh, Faina" userId="586f960a-2230-43c0-a185-f546c3dab837" providerId="ADAL" clId="{C84F1009-D7B8-42BF-BFA7-F941ACDC40E1}" dt="2026-09-22T05:09:41.438" v="1253" actId="14100"/>
          <ac:spMkLst>
            <pc:docMk/>
            <pc:sldMk cId="4113161193" sldId="420"/>
            <ac:spMk id="42" creationId="{07804372-87A0-6062-2233-62D734C6C3F5}"/>
          </ac:spMkLst>
        </pc:spChg>
        <pc:spChg chg="mod">
          <ac:chgData name="Dookh, Faina" userId="586f960a-2230-43c0-a185-f546c3dab837" providerId="ADAL" clId="{C84F1009-D7B8-42BF-BFA7-F941ACDC40E1}" dt="2026-09-22T05:03:58.505" v="874" actId="1035"/>
          <ac:spMkLst>
            <pc:docMk/>
            <pc:sldMk cId="4113161193" sldId="420"/>
            <ac:spMk id="44" creationId="{FB78C159-739E-6A92-A85B-D7878D68AF55}"/>
          </ac:spMkLst>
        </pc:spChg>
        <pc:spChg chg="mod">
          <ac:chgData name="Dookh, Faina" userId="586f960a-2230-43c0-a185-f546c3dab837" providerId="ADAL" clId="{C84F1009-D7B8-42BF-BFA7-F941ACDC40E1}" dt="2026-09-22T05:03:58.505" v="874" actId="1035"/>
          <ac:spMkLst>
            <pc:docMk/>
            <pc:sldMk cId="4113161193" sldId="420"/>
            <ac:spMk id="63" creationId="{D2C89667-AC46-B1BF-1218-C1B31998ED0B}"/>
          </ac:spMkLst>
        </pc:spChg>
        <pc:spChg chg="mod">
          <ac:chgData name="Dookh, Faina" userId="586f960a-2230-43c0-a185-f546c3dab837" providerId="ADAL" clId="{C84F1009-D7B8-42BF-BFA7-F941ACDC40E1}" dt="2026-09-22T05:03:58.505" v="874" actId="1035"/>
          <ac:spMkLst>
            <pc:docMk/>
            <pc:sldMk cId="4113161193" sldId="420"/>
            <ac:spMk id="64" creationId="{E9B2354E-A46E-099E-412A-5DCF444AA3E7}"/>
          </ac:spMkLst>
        </pc:spChg>
        <pc:spChg chg="mod">
          <ac:chgData name="Dookh, Faina" userId="586f960a-2230-43c0-a185-f546c3dab837" providerId="ADAL" clId="{C84F1009-D7B8-42BF-BFA7-F941ACDC40E1}" dt="2026-09-22T05:09:57.731" v="1259" actId="20577"/>
          <ac:spMkLst>
            <pc:docMk/>
            <pc:sldMk cId="4113161193" sldId="420"/>
            <ac:spMk id="66" creationId="{DFC42013-6357-3F6D-E8F3-281C3E01C831}"/>
          </ac:spMkLst>
        </pc:spChg>
        <pc:spChg chg="mod">
          <ac:chgData name="Dookh, Faina" userId="586f960a-2230-43c0-a185-f546c3dab837" providerId="ADAL" clId="{C84F1009-D7B8-42BF-BFA7-F941ACDC40E1}" dt="2026-09-22T05:10:11.213" v="1303" actId="14100"/>
          <ac:spMkLst>
            <pc:docMk/>
            <pc:sldMk cId="4113161193" sldId="420"/>
            <ac:spMk id="67" creationId="{1C7B9C1F-5C22-2108-F7F4-3040793598CF}"/>
          </ac:spMkLst>
        </pc:spChg>
        <pc:spChg chg="mod">
          <ac:chgData name="Dookh, Faina" userId="586f960a-2230-43c0-a185-f546c3dab837" providerId="ADAL" clId="{C84F1009-D7B8-42BF-BFA7-F941ACDC40E1}" dt="2026-09-22T05:10:06.179" v="1302" actId="1038"/>
          <ac:spMkLst>
            <pc:docMk/>
            <pc:sldMk cId="4113161193" sldId="420"/>
            <ac:spMk id="71" creationId="{9382E08E-A2E3-283C-6BEE-BBC1B4609043}"/>
          </ac:spMkLst>
        </pc:spChg>
        <pc:spChg chg="mod">
          <ac:chgData name="Dookh, Faina" userId="586f960a-2230-43c0-a185-f546c3dab837" providerId="ADAL" clId="{C84F1009-D7B8-42BF-BFA7-F941ACDC40E1}" dt="2026-09-22T05:10:14.483" v="1306" actId="1037"/>
          <ac:spMkLst>
            <pc:docMk/>
            <pc:sldMk cId="4113161193" sldId="420"/>
            <ac:spMk id="72" creationId="{99ED15A4-5AB6-70A8-9A57-64BD7C051508}"/>
          </ac:spMkLst>
        </pc:spChg>
        <pc:spChg chg="del">
          <ac:chgData name="Dookh, Faina" userId="586f960a-2230-43c0-a185-f546c3dab837" providerId="ADAL" clId="{C84F1009-D7B8-42BF-BFA7-F941ACDC40E1}" dt="2026-09-22T05:08:09.043" v="1181" actId="478"/>
          <ac:spMkLst>
            <pc:docMk/>
            <pc:sldMk cId="4113161193" sldId="420"/>
            <ac:spMk id="73" creationId="{8CFDD5A1-3937-B917-686D-3701814395A4}"/>
          </ac:spMkLst>
        </pc:spChg>
        <pc:spChg chg="mod">
          <ac:chgData name="Dookh, Faina" userId="586f960a-2230-43c0-a185-f546c3dab837" providerId="ADAL" clId="{C84F1009-D7B8-42BF-BFA7-F941ACDC40E1}" dt="2026-09-22T05:06:58.898" v="1150" actId="20577"/>
          <ac:spMkLst>
            <pc:docMk/>
            <pc:sldMk cId="4113161193" sldId="420"/>
            <ac:spMk id="92" creationId="{713117BF-E335-5392-F37A-71F67B911E38}"/>
          </ac:spMkLst>
        </pc:spChg>
        <pc:picChg chg="add del mod">
          <ac:chgData name="Dookh, Faina" userId="586f960a-2230-43c0-a185-f546c3dab837" providerId="ADAL" clId="{C84F1009-D7B8-42BF-BFA7-F941ACDC40E1}" dt="2026-09-22T05:05:33.762" v="1049" actId="478"/>
          <ac:picMkLst>
            <pc:docMk/>
            <pc:sldMk cId="4113161193" sldId="420"/>
            <ac:picMk id="7" creationId="{BD577AD2-B473-10DB-FA27-77F8DF24277D}"/>
          </ac:picMkLst>
        </pc:picChg>
        <pc:cxnChg chg="mod">
          <ac:chgData name="Dookh, Faina" userId="586f960a-2230-43c0-a185-f546c3dab837" providerId="ADAL" clId="{C84F1009-D7B8-42BF-BFA7-F941ACDC40E1}" dt="2026-09-22T05:10:06.179" v="1302" actId="1038"/>
          <ac:cxnSpMkLst>
            <pc:docMk/>
            <pc:sldMk cId="4113161193" sldId="420"/>
            <ac:cxnSpMk id="68" creationId="{17AF2B60-7CAD-EEA9-11A5-6D171ABF696A}"/>
          </ac:cxnSpMkLst>
        </pc:cxnChg>
        <pc:cxnChg chg="mod">
          <ac:chgData name="Dookh, Faina" userId="586f960a-2230-43c0-a185-f546c3dab837" providerId="ADAL" clId="{C84F1009-D7B8-42BF-BFA7-F941ACDC40E1}" dt="2026-09-22T05:10:06.179" v="1302" actId="1038"/>
          <ac:cxnSpMkLst>
            <pc:docMk/>
            <pc:sldMk cId="4113161193" sldId="420"/>
            <ac:cxnSpMk id="69" creationId="{CC39AD4D-26B8-DB89-A64C-9DDF7D72D001}"/>
          </ac:cxnSpMkLst>
        </pc:cxnChg>
        <pc:cxnChg chg="mod">
          <ac:chgData name="Dookh, Faina" userId="586f960a-2230-43c0-a185-f546c3dab837" providerId="ADAL" clId="{C84F1009-D7B8-42BF-BFA7-F941ACDC40E1}" dt="2026-09-22T05:10:06.179" v="1302" actId="1038"/>
          <ac:cxnSpMkLst>
            <pc:docMk/>
            <pc:sldMk cId="4113161193" sldId="420"/>
            <ac:cxnSpMk id="70" creationId="{7B171981-9D16-EBB3-BAE7-BDA9694C8987}"/>
          </ac:cxnSpMkLst>
        </pc:cxnChg>
      </pc:sldChg>
      <pc:sldChg chg="modSp mod">
        <pc:chgData name="Dookh, Faina" userId="586f960a-2230-43c0-a185-f546c3dab837" providerId="ADAL" clId="{C84F1009-D7B8-42BF-BFA7-F941ACDC40E1}" dt="2026-09-22T04:24:13.829" v="361" actId="20577"/>
        <pc:sldMkLst>
          <pc:docMk/>
          <pc:sldMk cId="3361424002" sldId="423"/>
        </pc:sldMkLst>
        <pc:spChg chg="mod">
          <ac:chgData name="Dookh, Faina" userId="586f960a-2230-43c0-a185-f546c3dab837" providerId="ADAL" clId="{C84F1009-D7B8-42BF-BFA7-F941ACDC40E1}" dt="2026-09-22T04:24:13.829" v="361" actId="20577"/>
          <ac:spMkLst>
            <pc:docMk/>
            <pc:sldMk cId="3361424002" sldId="423"/>
            <ac:spMk id="48" creationId="{EF6099BE-3CB3-5AB5-0224-FCF9B82ADCE3}"/>
          </ac:spMkLst>
        </pc:spChg>
      </pc:sldChg>
      <pc:sldChg chg="addSp delSp modSp mod">
        <pc:chgData name="Dookh, Faina" userId="586f960a-2230-43c0-a185-f546c3dab837" providerId="ADAL" clId="{C84F1009-D7B8-42BF-BFA7-F941ACDC40E1}" dt="2026-09-22T04:35:15.895" v="658" actId="14100"/>
        <pc:sldMkLst>
          <pc:docMk/>
          <pc:sldMk cId="2973076065" sldId="424"/>
        </pc:sldMkLst>
        <pc:spChg chg="ord">
          <ac:chgData name="Dookh, Faina" userId="586f960a-2230-43c0-a185-f546c3dab837" providerId="ADAL" clId="{C84F1009-D7B8-42BF-BFA7-F941ACDC40E1}" dt="2026-09-22T04:32:09.927" v="616" actId="167"/>
          <ac:spMkLst>
            <pc:docMk/>
            <pc:sldMk cId="2973076065" sldId="424"/>
            <ac:spMk id="2" creationId="{E36FD140-9A39-B162-B3E4-0D88DFE63F4F}"/>
          </ac:spMkLst>
        </pc:spChg>
        <pc:spChg chg="ord">
          <ac:chgData name="Dookh, Faina" userId="586f960a-2230-43c0-a185-f546c3dab837" providerId="ADAL" clId="{C84F1009-D7B8-42BF-BFA7-F941ACDC40E1}" dt="2026-09-22T04:32:09.927" v="616" actId="167"/>
          <ac:spMkLst>
            <pc:docMk/>
            <pc:sldMk cId="2973076065" sldId="424"/>
            <ac:spMk id="3" creationId="{0E631EA4-6060-9ED1-1D9F-669949AA17FB}"/>
          </ac:spMkLst>
        </pc:spChg>
        <pc:spChg chg="mod ord">
          <ac:chgData name="Dookh, Faina" userId="586f960a-2230-43c0-a185-f546c3dab837" providerId="ADAL" clId="{C84F1009-D7B8-42BF-BFA7-F941ACDC40E1}" dt="2026-09-22T04:32:09.927" v="616" actId="167"/>
          <ac:spMkLst>
            <pc:docMk/>
            <pc:sldMk cId="2973076065" sldId="424"/>
            <ac:spMk id="5" creationId="{AF419969-A187-11BD-0F89-F6E7C0D2A426}"/>
          </ac:spMkLst>
        </pc:spChg>
        <pc:spChg chg="mod ord">
          <ac:chgData name="Dookh, Faina" userId="586f960a-2230-43c0-a185-f546c3dab837" providerId="ADAL" clId="{C84F1009-D7B8-42BF-BFA7-F941ACDC40E1}" dt="2026-09-22T04:32:09.927" v="616" actId="167"/>
          <ac:spMkLst>
            <pc:docMk/>
            <pc:sldMk cId="2973076065" sldId="424"/>
            <ac:spMk id="6" creationId="{4A6C066A-43C2-3D17-AE72-5F5549837861}"/>
          </ac:spMkLst>
        </pc:spChg>
        <pc:spChg chg="add mod">
          <ac:chgData name="Dookh, Faina" userId="586f960a-2230-43c0-a185-f546c3dab837" providerId="ADAL" clId="{C84F1009-D7B8-42BF-BFA7-F941ACDC40E1}" dt="2026-09-22T04:32:34.097" v="620" actId="1076"/>
          <ac:spMkLst>
            <pc:docMk/>
            <pc:sldMk cId="2973076065" sldId="424"/>
            <ac:spMk id="7" creationId="{5F1AD0FE-5F3E-3B88-5254-5D57DB7C5839}"/>
          </ac:spMkLst>
        </pc:spChg>
        <pc:spChg chg="mod ord">
          <ac:chgData name="Dookh, Faina" userId="586f960a-2230-43c0-a185-f546c3dab837" providerId="ADAL" clId="{C84F1009-D7B8-42BF-BFA7-F941ACDC40E1}" dt="2026-09-22T04:32:09.927" v="616" actId="167"/>
          <ac:spMkLst>
            <pc:docMk/>
            <pc:sldMk cId="2973076065" sldId="424"/>
            <ac:spMk id="8" creationId="{AA14FAEA-8EF0-631B-7168-F645C50191DA}"/>
          </ac:spMkLst>
        </pc:spChg>
        <pc:spChg chg="mod ord">
          <ac:chgData name="Dookh, Faina" userId="586f960a-2230-43c0-a185-f546c3dab837" providerId="ADAL" clId="{C84F1009-D7B8-42BF-BFA7-F941ACDC40E1}" dt="2026-09-22T04:32:09.927" v="616" actId="167"/>
          <ac:spMkLst>
            <pc:docMk/>
            <pc:sldMk cId="2973076065" sldId="424"/>
            <ac:spMk id="10" creationId="{601B7256-C124-0B9B-D709-646BA94FD44E}"/>
          </ac:spMkLst>
        </pc:spChg>
        <pc:spChg chg="add mod">
          <ac:chgData name="Dookh, Faina" userId="586f960a-2230-43c0-a185-f546c3dab837" providerId="ADAL" clId="{C84F1009-D7B8-42BF-BFA7-F941ACDC40E1}" dt="2026-09-22T04:32:42.881" v="622" actId="1076"/>
          <ac:spMkLst>
            <pc:docMk/>
            <pc:sldMk cId="2973076065" sldId="424"/>
            <ac:spMk id="11" creationId="{0353C420-A3A9-3F87-A5C9-F9CFEAFB8CE8}"/>
          </ac:spMkLst>
        </pc:spChg>
        <pc:spChg chg="add mod">
          <ac:chgData name="Dookh, Faina" userId="586f960a-2230-43c0-a185-f546c3dab837" providerId="ADAL" clId="{C84F1009-D7B8-42BF-BFA7-F941ACDC40E1}" dt="2026-09-22T04:32:53.200" v="624" actId="1076"/>
          <ac:spMkLst>
            <pc:docMk/>
            <pc:sldMk cId="2973076065" sldId="424"/>
            <ac:spMk id="15" creationId="{F2D0D2CE-0C21-C50A-A357-1B160D21AF9E}"/>
          </ac:spMkLst>
        </pc:spChg>
        <pc:spChg chg="mod">
          <ac:chgData name="Dookh, Faina" userId="586f960a-2230-43c0-a185-f546c3dab837" providerId="ADAL" clId="{C84F1009-D7B8-42BF-BFA7-F941ACDC40E1}" dt="2026-09-22T04:32:27.561" v="618" actId="1076"/>
          <ac:spMkLst>
            <pc:docMk/>
            <pc:sldMk cId="2973076065" sldId="424"/>
            <ac:spMk id="16" creationId="{B4A1C390-05D9-1BB7-A8A2-B904193FA0B2}"/>
          </ac:spMkLst>
        </pc:spChg>
        <pc:spChg chg="add mod">
          <ac:chgData name="Dookh, Faina" userId="586f960a-2230-43c0-a185-f546c3dab837" providerId="ADAL" clId="{C84F1009-D7B8-42BF-BFA7-F941ACDC40E1}" dt="2026-09-22T04:33:04.479" v="625" actId="571"/>
          <ac:spMkLst>
            <pc:docMk/>
            <pc:sldMk cId="2973076065" sldId="424"/>
            <ac:spMk id="17" creationId="{1B80A1D0-CBA5-7DE1-8DD8-6C891452D0DB}"/>
          </ac:spMkLst>
        </pc:spChg>
        <pc:spChg chg="del mod">
          <ac:chgData name="Dookh, Faina" userId="586f960a-2230-43c0-a185-f546c3dab837" providerId="ADAL" clId="{C84F1009-D7B8-42BF-BFA7-F941ACDC40E1}" dt="2026-09-22T04:34:26.570" v="655" actId="478"/>
          <ac:spMkLst>
            <pc:docMk/>
            <pc:sldMk cId="2973076065" sldId="424"/>
            <ac:spMk id="18" creationId="{85FA2B54-8B29-5923-D6B5-392DA4BBA0F3}"/>
          </ac:spMkLst>
        </pc:spChg>
        <pc:spChg chg="del mod">
          <ac:chgData name="Dookh, Faina" userId="586f960a-2230-43c0-a185-f546c3dab837" providerId="ADAL" clId="{C84F1009-D7B8-42BF-BFA7-F941ACDC40E1}" dt="2026-09-22T04:34:26.570" v="655" actId="478"/>
          <ac:spMkLst>
            <pc:docMk/>
            <pc:sldMk cId="2973076065" sldId="424"/>
            <ac:spMk id="20" creationId="{B12EBF81-C669-A072-2441-27F6894E9F8D}"/>
          </ac:spMkLst>
        </pc:spChg>
        <pc:spChg chg="add mod">
          <ac:chgData name="Dookh, Faina" userId="586f960a-2230-43c0-a185-f546c3dab837" providerId="ADAL" clId="{C84F1009-D7B8-42BF-BFA7-F941ACDC40E1}" dt="2026-09-22T04:33:08.416" v="627" actId="1076"/>
          <ac:spMkLst>
            <pc:docMk/>
            <pc:sldMk cId="2973076065" sldId="424"/>
            <ac:spMk id="21" creationId="{D6DE81F3-31F4-5C6D-06AA-9AE561AE5049}"/>
          </ac:spMkLst>
        </pc:spChg>
        <pc:spChg chg="mod">
          <ac:chgData name="Dookh, Faina" userId="586f960a-2230-43c0-a185-f546c3dab837" providerId="ADAL" clId="{C84F1009-D7B8-42BF-BFA7-F941ACDC40E1}" dt="2026-09-22T04:28:33.753" v="507" actId="14100"/>
          <ac:spMkLst>
            <pc:docMk/>
            <pc:sldMk cId="2973076065" sldId="424"/>
            <ac:spMk id="22" creationId="{01B64417-069B-4C12-07B4-1CD2C0BC9D20}"/>
          </ac:spMkLst>
        </pc:spChg>
        <pc:spChg chg="add mod">
          <ac:chgData name="Dookh, Faina" userId="586f960a-2230-43c0-a185-f546c3dab837" providerId="ADAL" clId="{C84F1009-D7B8-42BF-BFA7-F941ACDC40E1}" dt="2026-09-22T04:33:13.986" v="629" actId="1076"/>
          <ac:spMkLst>
            <pc:docMk/>
            <pc:sldMk cId="2973076065" sldId="424"/>
            <ac:spMk id="25" creationId="{F7DFF1A7-ABC5-B1F4-0AB9-03A513DD427A}"/>
          </ac:spMkLst>
        </pc:spChg>
        <pc:spChg chg="mod">
          <ac:chgData name="Dookh, Faina" userId="586f960a-2230-43c0-a185-f546c3dab837" providerId="ADAL" clId="{C84F1009-D7B8-42BF-BFA7-F941ACDC40E1}" dt="2026-09-22T04:27:08.861" v="497" actId="404"/>
          <ac:spMkLst>
            <pc:docMk/>
            <pc:sldMk cId="2973076065" sldId="424"/>
            <ac:spMk id="26" creationId="{23B21F91-D975-83C5-8B4E-F6F539318F9E}"/>
          </ac:spMkLst>
        </pc:spChg>
        <pc:spChg chg="mod">
          <ac:chgData name="Dookh, Faina" userId="586f960a-2230-43c0-a185-f546c3dab837" providerId="ADAL" clId="{C84F1009-D7B8-42BF-BFA7-F941ACDC40E1}" dt="2026-09-22T04:28:46.586" v="509" actId="552"/>
          <ac:spMkLst>
            <pc:docMk/>
            <pc:sldMk cId="2973076065" sldId="424"/>
            <ac:spMk id="28" creationId="{F1F4E4FC-1F80-0244-A0AE-473E58327B5E}"/>
          </ac:spMkLst>
        </pc:spChg>
        <pc:spChg chg="add mod">
          <ac:chgData name="Dookh, Faina" userId="586f960a-2230-43c0-a185-f546c3dab837" providerId="ADAL" clId="{C84F1009-D7B8-42BF-BFA7-F941ACDC40E1}" dt="2026-09-22T04:33:20.846" v="631" actId="1076"/>
          <ac:spMkLst>
            <pc:docMk/>
            <pc:sldMk cId="2973076065" sldId="424"/>
            <ac:spMk id="29" creationId="{86DF449A-B113-60BD-79FD-AB7C6F168DD8}"/>
          </ac:spMkLst>
        </pc:spChg>
        <pc:spChg chg="del mod">
          <ac:chgData name="Dookh, Faina" userId="586f960a-2230-43c0-a185-f546c3dab837" providerId="ADAL" clId="{C84F1009-D7B8-42BF-BFA7-F941ACDC40E1}" dt="2026-09-22T04:34:26.570" v="655" actId="478"/>
          <ac:spMkLst>
            <pc:docMk/>
            <pc:sldMk cId="2973076065" sldId="424"/>
            <ac:spMk id="30" creationId="{41D8E610-9600-7FD0-B9D9-FBB1042B8D15}"/>
          </ac:spMkLst>
        </pc:spChg>
        <pc:spChg chg="del mod">
          <ac:chgData name="Dookh, Faina" userId="586f960a-2230-43c0-a185-f546c3dab837" providerId="ADAL" clId="{C84F1009-D7B8-42BF-BFA7-F941ACDC40E1}" dt="2026-09-22T04:34:26.570" v="655" actId="478"/>
          <ac:spMkLst>
            <pc:docMk/>
            <pc:sldMk cId="2973076065" sldId="424"/>
            <ac:spMk id="32" creationId="{D0949673-56A5-7D4E-DA4A-B60C0CE696D0}"/>
          </ac:spMkLst>
        </pc:spChg>
        <pc:spChg chg="add mod">
          <ac:chgData name="Dookh, Faina" userId="586f960a-2230-43c0-a185-f546c3dab837" providerId="ADAL" clId="{C84F1009-D7B8-42BF-BFA7-F941ACDC40E1}" dt="2026-09-22T04:33:28.395" v="633" actId="1076"/>
          <ac:spMkLst>
            <pc:docMk/>
            <pc:sldMk cId="2973076065" sldId="424"/>
            <ac:spMk id="33" creationId="{3F1872F8-4EA4-DE00-80A5-772285D69E43}"/>
          </ac:spMkLst>
        </pc:spChg>
        <pc:spChg chg="mod">
          <ac:chgData name="Dookh, Faina" userId="586f960a-2230-43c0-a185-f546c3dab837" providerId="ADAL" clId="{C84F1009-D7B8-42BF-BFA7-F941ACDC40E1}" dt="2026-09-22T04:34:10.858" v="650" actId="1076"/>
          <ac:spMkLst>
            <pc:docMk/>
            <pc:sldMk cId="2973076065" sldId="424"/>
            <ac:spMk id="34" creationId="{3101939F-A43C-349B-7E27-B8B0FAFDA25C}"/>
          </ac:spMkLst>
        </pc:spChg>
        <pc:spChg chg="del mod">
          <ac:chgData name="Dookh, Faina" userId="586f960a-2230-43c0-a185-f546c3dab837" providerId="ADAL" clId="{C84F1009-D7B8-42BF-BFA7-F941ACDC40E1}" dt="2026-09-22T04:34:26.570" v="655" actId="478"/>
          <ac:spMkLst>
            <pc:docMk/>
            <pc:sldMk cId="2973076065" sldId="424"/>
            <ac:spMk id="36" creationId="{D01F0CA0-270B-39F6-6B39-FAB76876D5D6}"/>
          </ac:spMkLst>
        </pc:spChg>
        <pc:spChg chg="add mod">
          <ac:chgData name="Dookh, Faina" userId="586f960a-2230-43c0-a185-f546c3dab837" providerId="ADAL" clId="{C84F1009-D7B8-42BF-BFA7-F941ACDC40E1}" dt="2026-09-22T04:33:32.341" v="635" actId="1076"/>
          <ac:spMkLst>
            <pc:docMk/>
            <pc:sldMk cId="2973076065" sldId="424"/>
            <ac:spMk id="37" creationId="{7133309F-8412-4826-7B62-9D9F8A4BD8C0}"/>
          </ac:spMkLst>
        </pc:spChg>
        <pc:spChg chg="ord">
          <ac:chgData name="Dookh, Faina" userId="586f960a-2230-43c0-a185-f546c3dab837" providerId="ADAL" clId="{C84F1009-D7B8-42BF-BFA7-F941ACDC40E1}" dt="2026-09-22T04:32:09.927" v="616" actId="167"/>
          <ac:spMkLst>
            <pc:docMk/>
            <pc:sldMk cId="2973076065" sldId="424"/>
            <ac:spMk id="40" creationId="{56B4BBA0-1426-1094-B4F0-519C54E85D26}"/>
          </ac:spMkLst>
        </pc:spChg>
        <pc:spChg chg="add mod">
          <ac:chgData name="Dookh, Faina" userId="586f960a-2230-43c0-a185-f546c3dab837" providerId="ADAL" clId="{C84F1009-D7B8-42BF-BFA7-F941ACDC40E1}" dt="2026-09-22T04:33:37.580" v="637" actId="1076"/>
          <ac:spMkLst>
            <pc:docMk/>
            <pc:sldMk cId="2973076065" sldId="424"/>
            <ac:spMk id="41" creationId="{4C19FB3D-AF81-FC4D-2BC4-4F1D14B04211}"/>
          </ac:spMkLst>
        </pc:spChg>
        <pc:spChg chg="mod ord">
          <ac:chgData name="Dookh, Faina" userId="586f960a-2230-43c0-a185-f546c3dab837" providerId="ADAL" clId="{C84F1009-D7B8-42BF-BFA7-F941ACDC40E1}" dt="2026-09-22T04:32:09.927" v="616" actId="167"/>
          <ac:spMkLst>
            <pc:docMk/>
            <pc:sldMk cId="2973076065" sldId="424"/>
            <ac:spMk id="42" creationId="{B5CF834A-7615-042F-D71C-8877C245BBE2}"/>
          </ac:spMkLst>
        </pc:spChg>
        <pc:spChg chg="mod">
          <ac:chgData name="Dookh, Faina" userId="586f960a-2230-43c0-a185-f546c3dab837" providerId="ADAL" clId="{C84F1009-D7B8-42BF-BFA7-F941ACDC40E1}" dt="2026-09-22T04:28:46.586" v="509" actId="552"/>
          <ac:spMkLst>
            <pc:docMk/>
            <pc:sldMk cId="2973076065" sldId="424"/>
            <ac:spMk id="44" creationId="{046734F3-E51D-B3D8-9726-7C2D740CF205}"/>
          </ac:spMkLst>
        </pc:spChg>
        <pc:spChg chg="add mod">
          <ac:chgData name="Dookh, Faina" userId="586f960a-2230-43c0-a185-f546c3dab837" providerId="ADAL" clId="{C84F1009-D7B8-42BF-BFA7-F941ACDC40E1}" dt="2026-09-22T04:33:40.957" v="639" actId="1076"/>
          <ac:spMkLst>
            <pc:docMk/>
            <pc:sldMk cId="2973076065" sldId="424"/>
            <ac:spMk id="45" creationId="{31BDE41B-2291-FBCD-2E45-5A2B8972107E}"/>
          </ac:spMkLst>
        </pc:spChg>
        <pc:spChg chg="add mod">
          <ac:chgData name="Dookh, Faina" userId="586f960a-2230-43c0-a185-f546c3dab837" providerId="ADAL" clId="{C84F1009-D7B8-42BF-BFA7-F941ACDC40E1}" dt="2026-09-22T04:33:46.605" v="641" actId="1076"/>
          <ac:spMkLst>
            <pc:docMk/>
            <pc:sldMk cId="2973076065" sldId="424"/>
            <ac:spMk id="47" creationId="{DCF2C4E2-CBFA-86E0-C6BB-6FF9B738342D}"/>
          </ac:spMkLst>
        </pc:spChg>
        <pc:spChg chg="mod">
          <ac:chgData name="Dookh, Faina" userId="586f960a-2230-43c0-a185-f546c3dab837" providerId="ADAL" clId="{C84F1009-D7B8-42BF-BFA7-F941ACDC40E1}" dt="2026-09-22T04:23:53.297" v="332" actId="313"/>
          <ac:spMkLst>
            <pc:docMk/>
            <pc:sldMk cId="2973076065" sldId="424"/>
            <ac:spMk id="48" creationId="{07E3334D-65D9-4C86-5770-69907E26625E}"/>
          </ac:spMkLst>
        </pc:spChg>
        <pc:spChg chg="add mod">
          <ac:chgData name="Dookh, Faina" userId="586f960a-2230-43c0-a185-f546c3dab837" providerId="ADAL" clId="{C84F1009-D7B8-42BF-BFA7-F941ACDC40E1}" dt="2026-09-22T04:33:50.951" v="643" actId="1076"/>
          <ac:spMkLst>
            <pc:docMk/>
            <pc:sldMk cId="2973076065" sldId="424"/>
            <ac:spMk id="52" creationId="{812AAE3B-9BFE-2D11-26C5-987338715576}"/>
          </ac:spMkLst>
        </pc:spChg>
        <pc:spChg chg="add mod">
          <ac:chgData name="Dookh, Faina" userId="586f960a-2230-43c0-a185-f546c3dab837" providerId="ADAL" clId="{C84F1009-D7B8-42BF-BFA7-F941ACDC40E1}" dt="2026-09-22T04:33:55.251" v="645" actId="1076"/>
          <ac:spMkLst>
            <pc:docMk/>
            <pc:sldMk cId="2973076065" sldId="424"/>
            <ac:spMk id="54" creationId="{B1138986-C8D5-490B-3192-AB79645747A8}"/>
          </ac:spMkLst>
        </pc:spChg>
        <pc:spChg chg="add mod">
          <ac:chgData name="Dookh, Faina" userId="586f960a-2230-43c0-a185-f546c3dab837" providerId="ADAL" clId="{C84F1009-D7B8-42BF-BFA7-F941ACDC40E1}" dt="2026-09-22T04:33:58.233" v="647" actId="1076"/>
          <ac:spMkLst>
            <pc:docMk/>
            <pc:sldMk cId="2973076065" sldId="424"/>
            <ac:spMk id="56" creationId="{AF71A899-61D3-3C4E-4C0C-1A6DCE87A1A9}"/>
          </ac:spMkLst>
        </pc:spChg>
        <pc:spChg chg="add mod">
          <ac:chgData name="Dookh, Faina" userId="586f960a-2230-43c0-a185-f546c3dab837" providerId="ADAL" clId="{C84F1009-D7B8-42BF-BFA7-F941ACDC40E1}" dt="2026-09-22T04:34:02.716" v="649" actId="1076"/>
          <ac:spMkLst>
            <pc:docMk/>
            <pc:sldMk cId="2973076065" sldId="424"/>
            <ac:spMk id="58" creationId="{283CB4A7-4916-B422-CF17-943B4757573D}"/>
          </ac:spMkLst>
        </pc:spChg>
        <pc:spChg chg="add mod">
          <ac:chgData name="Dookh, Faina" userId="586f960a-2230-43c0-a185-f546c3dab837" providerId="ADAL" clId="{C84F1009-D7B8-42BF-BFA7-F941ACDC40E1}" dt="2026-09-22T04:34:15.461" v="652" actId="1076"/>
          <ac:spMkLst>
            <pc:docMk/>
            <pc:sldMk cId="2973076065" sldId="424"/>
            <ac:spMk id="60" creationId="{621DDAE5-7B98-EEC6-95EC-0B503A67CF67}"/>
          </ac:spMkLst>
        </pc:spChg>
        <pc:spChg chg="add mod">
          <ac:chgData name="Dookh, Faina" userId="586f960a-2230-43c0-a185-f546c3dab837" providerId="ADAL" clId="{C84F1009-D7B8-42BF-BFA7-F941ACDC40E1}" dt="2026-09-22T04:34:21.173" v="654" actId="1076"/>
          <ac:spMkLst>
            <pc:docMk/>
            <pc:sldMk cId="2973076065" sldId="424"/>
            <ac:spMk id="62" creationId="{92A5FB4D-F355-ADDF-DB90-476135D42143}"/>
          </ac:spMkLst>
        </pc:spChg>
        <pc:spChg chg="mod">
          <ac:chgData name="Dookh, Faina" userId="586f960a-2230-43c0-a185-f546c3dab837" providerId="ADAL" clId="{C84F1009-D7B8-42BF-BFA7-F941ACDC40E1}" dt="2026-09-22T04:28:51.165" v="510" actId="552"/>
          <ac:spMkLst>
            <pc:docMk/>
            <pc:sldMk cId="2973076065" sldId="424"/>
            <ac:spMk id="63" creationId="{5C4D4350-C26E-2A17-DD3B-7F0CC8C2A9BC}"/>
          </ac:spMkLst>
        </pc:spChg>
        <pc:spChg chg="mod">
          <ac:chgData name="Dookh, Faina" userId="586f960a-2230-43c0-a185-f546c3dab837" providerId="ADAL" clId="{C84F1009-D7B8-42BF-BFA7-F941ACDC40E1}" dt="2026-09-22T04:28:55.269" v="511" actId="552"/>
          <ac:spMkLst>
            <pc:docMk/>
            <pc:sldMk cId="2973076065" sldId="424"/>
            <ac:spMk id="65" creationId="{325024B8-1B1D-A0AF-30D3-F6DA34E9F296}"/>
          </ac:spMkLst>
        </pc:spChg>
        <pc:spChg chg="mod">
          <ac:chgData name="Dookh, Faina" userId="586f960a-2230-43c0-a185-f546c3dab837" providerId="ADAL" clId="{C84F1009-D7B8-42BF-BFA7-F941ACDC40E1}" dt="2026-09-22T04:28:33.753" v="507" actId="14100"/>
          <ac:spMkLst>
            <pc:docMk/>
            <pc:sldMk cId="2973076065" sldId="424"/>
            <ac:spMk id="66" creationId="{2A0DE013-C83B-FD34-F7F8-4F5227BE3091}"/>
          </ac:spMkLst>
        </pc:spChg>
        <pc:spChg chg="ord">
          <ac:chgData name="Dookh, Faina" userId="586f960a-2230-43c0-a185-f546c3dab837" providerId="ADAL" clId="{C84F1009-D7B8-42BF-BFA7-F941ACDC40E1}" dt="2026-09-22T04:32:09.927" v="616" actId="167"/>
          <ac:spMkLst>
            <pc:docMk/>
            <pc:sldMk cId="2973076065" sldId="424"/>
            <ac:spMk id="67" creationId="{B6AD522C-DF80-889E-539C-96CA2F26D7A3}"/>
          </ac:spMkLst>
        </pc:spChg>
        <pc:spChg chg="ord">
          <ac:chgData name="Dookh, Faina" userId="586f960a-2230-43c0-a185-f546c3dab837" providerId="ADAL" clId="{C84F1009-D7B8-42BF-BFA7-F941ACDC40E1}" dt="2026-09-22T04:32:09.927" v="616" actId="167"/>
          <ac:spMkLst>
            <pc:docMk/>
            <pc:sldMk cId="2973076065" sldId="424"/>
            <ac:spMk id="68" creationId="{D83AC17B-7F93-FAE8-D8BC-081B17EDDAC4}"/>
          </ac:spMkLst>
        </pc:spChg>
        <pc:spChg chg="del mod">
          <ac:chgData name="Dookh, Faina" userId="586f960a-2230-43c0-a185-f546c3dab837" providerId="ADAL" clId="{C84F1009-D7B8-42BF-BFA7-F941ACDC40E1}" dt="2026-09-22T04:34:26.570" v="655" actId="478"/>
          <ac:spMkLst>
            <pc:docMk/>
            <pc:sldMk cId="2973076065" sldId="424"/>
            <ac:spMk id="69" creationId="{C7C7368B-3D7E-6C11-BEE9-FE04E07A334C}"/>
          </ac:spMkLst>
        </pc:spChg>
        <pc:spChg chg="del mod">
          <ac:chgData name="Dookh, Faina" userId="586f960a-2230-43c0-a185-f546c3dab837" providerId="ADAL" clId="{C84F1009-D7B8-42BF-BFA7-F941ACDC40E1}" dt="2026-09-22T04:34:26.570" v="655" actId="478"/>
          <ac:spMkLst>
            <pc:docMk/>
            <pc:sldMk cId="2973076065" sldId="424"/>
            <ac:spMk id="70" creationId="{F5D8284B-3801-BD39-5F8F-0346D5C4967A}"/>
          </ac:spMkLst>
        </pc:spChg>
        <pc:spChg chg="mod">
          <ac:chgData name="Dookh, Faina" userId="586f960a-2230-43c0-a185-f546c3dab837" providerId="ADAL" clId="{C84F1009-D7B8-42BF-BFA7-F941ACDC40E1}" dt="2026-09-22T04:28:55.269" v="511" actId="552"/>
          <ac:spMkLst>
            <pc:docMk/>
            <pc:sldMk cId="2973076065" sldId="424"/>
            <ac:spMk id="71" creationId="{40C032CE-28EE-6AD1-2C14-40DDBFB77AA9}"/>
          </ac:spMkLst>
        </pc:spChg>
        <pc:spChg chg="del mod">
          <ac:chgData name="Dookh, Faina" userId="586f960a-2230-43c0-a185-f546c3dab837" providerId="ADAL" clId="{C84F1009-D7B8-42BF-BFA7-F941ACDC40E1}" dt="2026-09-22T04:34:26.570" v="655" actId="478"/>
          <ac:spMkLst>
            <pc:docMk/>
            <pc:sldMk cId="2973076065" sldId="424"/>
            <ac:spMk id="72" creationId="{50D58401-3728-93A6-0CC1-FFE3B2264B17}"/>
          </ac:spMkLst>
        </pc:spChg>
        <pc:spChg chg="mod">
          <ac:chgData name="Dookh, Faina" userId="586f960a-2230-43c0-a185-f546c3dab837" providerId="ADAL" clId="{C84F1009-D7B8-42BF-BFA7-F941ACDC40E1}" dt="2026-09-22T04:28:46.586" v="509" actId="552"/>
          <ac:spMkLst>
            <pc:docMk/>
            <pc:sldMk cId="2973076065" sldId="424"/>
            <ac:spMk id="97" creationId="{316EB107-B364-652E-303E-2CB462F14342}"/>
          </ac:spMkLst>
        </pc:spChg>
        <pc:spChg chg="mod">
          <ac:chgData name="Dookh, Faina" userId="586f960a-2230-43c0-a185-f546c3dab837" providerId="ADAL" clId="{C84F1009-D7B8-42BF-BFA7-F941ACDC40E1}" dt="2026-09-22T04:28:51.165" v="510" actId="552"/>
          <ac:spMkLst>
            <pc:docMk/>
            <pc:sldMk cId="2973076065" sldId="424"/>
            <ac:spMk id="98" creationId="{3A62E165-CB86-811C-26FE-CC05E788C12C}"/>
          </ac:spMkLst>
        </pc:spChg>
        <pc:spChg chg="del mod">
          <ac:chgData name="Dookh, Faina" userId="586f960a-2230-43c0-a185-f546c3dab837" providerId="ADAL" clId="{C84F1009-D7B8-42BF-BFA7-F941ACDC40E1}" dt="2026-09-22T04:34:26.570" v="655" actId="478"/>
          <ac:spMkLst>
            <pc:docMk/>
            <pc:sldMk cId="2973076065" sldId="424"/>
            <ac:spMk id="99" creationId="{16AFF5E9-8835-D904-357A-32BB0311C704}"/>
          </ac:spMkLst>
        </pc:spChg>
        <pc:spChg chg="del mod">
          <ac:chgData name="Dookh, Faina" userId="586f960a-2230-43c0-a185-f546c3dab837" providerId="ADAL" clId="{C84F1009-D7B8-42BF-BFA7-F941ACDC40E1}" dt="2026-09-22T04:34:26.570" v="655" actId="478"/>
          <ac:spMkLst>
            <pc:docMk/>
            <pc:sldMk cId="2973076065" sldId="424"/>
            <ac:spMk id="100" creationId="{A789E81A-1D3A-88F1-261E-83C967709DA1}"/>
          </ac:spMkLst>
        </pc:spChg>
        <pc:spChg chg="mod">
          <ac:chgData name="Dookh, Faina" userId="586f960a-2230-43c0-a185-f546c3dab837" providerId="ADAL" clId="{C84F1009-D7B8-42BF-BFA7-F941ACDC40E1}" dt="2026-09-22T04:35:15.895" v="658" actId="14100"/>
          <ac:spMkLst>
            <pc:docMk/>
            <pc:sldMk cId="2973076065" sldId="424"/>
            <ac:spMk id="103" creationId="{133F25F3-EB0F-6DB0-3C4C-4BBB9A75C87B}"/>
          </ac:spMkLst>
        </pc:spChg>
      </pc:sldChg>
      <pc:sldChg chg="addSp delSp modSp mod">
        <pc:chgData name="Dookh, Faina" userId="586f960a-2230-43c0-a185-f546c3dab837" providerId="ADAL" clId="{C84F1009-D7B8-42BF-BFA7-F941ACDC40E1}" dt="2026-09-22T05:01:10.657" v="806" actId="1035"/>
        <pc:sldMkLst>
          <pc:docMk/>
          <pc:sldMk cId="3250519667" sldId="426"/>
        </pc:sldMkLst>
        <pc:spChg chg="del">
          <ac:chgData name="Dookh, Faina" userId="586f960a-2230-43c0-a185-f546c3dab837" providerId="ADAL" clId="{C84F1009-D7B8-42BF-BFA7-F941ACDC40E1}" dt="2026-09-22T05:00:01.841" v="767" actId="478"/>
          <ac:spMkLst>
            <pc:docMk/>
            <pc:sldMk cId="3250519667" sldId="426"/>
            <ac:spMk id="4" creationId="{DA4121EF-D40F-D921-5445-37BF6835E5E8}"/>
          </ac:spMkLst>
        </pc:spChg>
        <pc:spChg chg="add del mod">
          <ac:chgData name="Dookh, Faina" userId="586f960a-2230-43c0-a185-f546c3dab837" providerId="ADAL" clId="{C84F1009-D7B8-42BF-BFA7-F941ACDC40E1}" dt="2026-09-22T05:00:03.154" v="768" actId="478"/>
          <ac:spMkLst>
            <pc:docMk/>
            <pc:sldMk cId="3250519667" sldId="426"/>
            <ac:spMk id="9" creationId="{D42C23DF-ABAE-454A-7DF3-576939580313}"/>
          </ac:spMkLst>
        </pc:spChg>
        <pc:spChg chg="mod">
          <ac:chgData name="Dookh, Faina" userId="586f960a-2230-43c0-a185-f546c3dab837" providerId="ADAL" clId="{C84F1009-D7B8-42BF-BFA7-F941ACDC40E1}" dt="2026-09-22T05:01:10.657" v="806" actId="1035"/>
          <ac:spMkLst>
            <pc:docMk/>
            <pc:sldMk cId="3250519667" sldId="426"/>
            <ac:spMk id="18" creationId="{928EF467-87E2-BAC6-9A0E-42EB8019B30B}"/>
          </ac:spMkLst>
        </pc:spChg>
        <pc:spChg chg="mod">
          <ac:chgData name="Dookh, Faina" userId="586f960a-2230-43c0-a185-f546c3dab837" providerId="ADAL" clId="{C84F1009-D7B8-42BF-BFA7-F941ACDC40E1}" dt="2026-09-22T05:01:10.657" v="806" actId="1035"/>
          <ac:spMkLst>
            <pc:docMk/>
            <pc:sldMk cId="3250519667" sldId="426"/>
            <ac:spMk id="24" creationId="{0D927E26-4CC3-5AD0-4591-136F2A7DF19F}"/>
          </ac:spMkLst>
        </pc:spChg>
        <pc:spChg chg="mod">
          <ac:chgData name="Dookh, Faina" userId="586f960a-2230-43c0-a185-f546c3dab837" providerId="ADAL" clId="{C84F1009-D7B8-42BF-BFA7-F941ACDC40E1}" dt="2026-09-22T05:01:10.657" v="806" actId="1035"/>
          <ac:spMkLst>
            <pc:docMk/>
            <pc:sldMk cId="3250519667" sldId="426"/>
            <ac:spMk id="38" creationId="{824CDD22-ADBE-79E7-92A5-177E8EA2C97D}"/>
          </ac:spMkLst>
        </pc:spChg>
        <pc:spChg chg="mod">
          <ac:chgData name="Dookh, Faina" userId="586f960a-2230-43c0-a185-f546c3dab837" providerId="ADAL" clId="{C84F1009-D7B8-42BF-BFA7-F941ACDC40E1}" dt="2026-09-22T05:01:10.657" v="806" actId="1035"/>
          <ac:spMkLst>
            <pc:docMk/>
            <pc:sldMk cId="3250519667" sldId="426"/>
            <ac:spMk id="63" creationId="{F07D950F-4551-13E0-27AD-7A0F2614BC28}"/>
          </ac:spMkLst>
        </pc:spChg>
        <pc:spChg chg="mod">
          <ac:chgData name="Dookh, Faina" userId="586f960a-2230-43c0-a185-f546c3dab837" providerId="ADAL" clId="{C84F1009-D7B8-42BF-BFA7-F941ACDC40E1}" dt="2026-09-22T05:01:10.657" v="806" actId="1035"/>
          <ac:spMkLst>
            <pc:docMk/>
            <pc:sldMk cId="3250519667" sldId="426"/>
            <ac:spMk id="69" creationId="{F1E9CA38-F620-88DA-0B36-303B1238D80F}"/>
          </ac:spMkLst>
        </pc:spChg>
        <pc:spChg chg="mod">
          <ac:chgData name="Dookh, Faina" userId="586f960a-2230-43c0-a185-f546c3dab837" providerId="ADAL" clId="{C84F1009-D7B8-42BF-BFA7-F941ACDC40E1}" dt="2026-09-22T05:01:10.657" v="806" actId="1035"/>
          <ac:spMkLst>
            <pc:docMk/>
            <pc:sldMk cId="3250519667" sldId="426"/>
            <ac:spMk id="99" creationId="{527F7BFB-EA06-6EDA-F8DF-E0E8BB9ADB50}"/>
          </ac:spMkLst>
        </pc:spChg>
        <pc:spChg chg="mod">
          <ac:chgData name="Dookh, Faina" userId="586f960a-2230-43c0-a185-f546c3dab837" providerId="ADAL" clId="{C84F1009-D7B8-42BF-BFA7-F941ACDC40E1}" dt="2026-09-22T05:01:10.657" v="806" actId="1035"/>
          <ac:spMkLst>
            <pc:docMk/>
            <pc:sldMk cId="3250519667" sldId="426"/>
            <ac:spMk id="111" creationId="{2631EF45-590D-7A1F-6010-9585895DF076}"/>
          </ac:spMkLst>
        </pc:spChg>
        <pc:spChg chg="mod">
          <ac:chgData name="Dookh, Faina" userId="586f960a-2230-43c0-a185-f546c3dab837" providerId="ADAL" clId="{C84F1009-D7B8-42BF-BFA7-F941ACDC40E1}" dt="2026-09-22T05:01:10.657" v="806" actId="1035"/>
          <ac:spMkLst>
            <pc:docMk/>
            <pc:sldMk cId="3250519667" sldId="426"/>
            <ac:spMk id="112" creationId="{15A1C1F8-5966-1AED-35C7-63A0CC083243}"/>
          </ac:spMkLst>
        </pc:spChg>
        <pc:spChg chg="mod">
          <ac:chgData name="Dookh, Faina" userId="586f960a-2230-43c0-a185-f546c3dab837" providerId="ADAL" clId="{C84F1009-D7B8-42BF-BFA7-F941ACDC40E1}" dt="2026-09-22T05:01:10.657" v="806" actId="1035"/>
          <ac:spMkLst>
            <pc:docMk/>
            <pc:sldMk cId="3250519667" sldId="426"/>
            <ac:spMk id="120" creationId="{7A814B57-7067-587A-F5B7-0F308BD81250}"/>
          </ac:spMkLst>
        </pc:spChg>
        <pc:spChg chg="mod">
          <ac:chgData name="Dookh, Faina" userId="586f960a-2230-43c0-a185-f546c3dab837" providerId="ADAL" clId="{C84F1009-D7B8-42BF-BFA7-F941ACDC40E1}" dt="2026-09-22T05:01:10.657" v="806" actId="1035"/>
          <ac:spMkLst>
            <pc:docMk/>
            <pc:sldMk cId="3250519667" sldId="426"/>
            <ac:spMk id="123" creationId="{0246F9BE-FED8-57F1-8104-103D3C775FB8}"/>
          </ac:spMkLst>
        </pc:spChg>
      </pc:sldChg>
      <pc:sldChg chg="addSp modSp mod">
        <pc:chgData name="Dookh, Faina" userId="586f960a-2230-43c0-a185-f546c3dab837" providerId="ADAL" clId="{C84F1009-D7B8-42BF-BFA7-F941ACDC40E1}" dt="2026-09-22T04:25:40.502" v="391" actId="1037"/>
        <pc:sldMkLst>
          <pc:docMk/>
          <pc:sldMk cId="2073134993" sldId="427"/>
        </pc:sldMkLst>
        <pc:spChg chg="add mod">
          <ac:chgData name="Dookh, Faina" userId="586f960a-2230-43c0-a185-f546c3dab837" providerId="ADAL" clId="{C84F1009-D7B8-42BF-BFA7-F941ACDC40E1}" dt="2026-09-22T04:25:22.043" v="382" actId="1038"/>
          <ac:spMkLst>
            <pc:docMk/>
            <pc:sldMk cId="2073134993" sldId="427"/>
            <ac:spMk id="2" creationId="{178313DA-BAE5-6704-B7CE-E7F8B81E188A}"/>
          </ac:spMkLst>
        </pc:spChg>
        <pc:spChg chg="add mod">
          <ac:chgData name="Dookh, Faina" userId="586f960a-2230-43c0-a185-f546c3dab837" providerId="ADAL" clId="{C84F1009-D7B8-42BF-BFA7-F941ACDC40E1}" dt="2026-09-22T04:25:27.772" v="383" actId="1076"/>
          <ac:spMkLst>
            <pc:docMk/>
            <pc:sldMk cId="2073134993" sldId="427"/>
            <ac:spMk id="3" creationId="{E6323E8B-EFCB-6C28-827C-A7EE4D5E8294}"/>
          </ac:spMkLst>
        </pc:spChg>
        <pc:spChg chg="mod">
          <ac:chgData name="Dookh, Faina" userId="586f960a-2230-43c0-a185-f546c3dab837" providerId="ADAL" clId="{C84F1009-D7B8-42BF-BFA7-F941ACDC40E1}" dt="2026-09-22T04:25:40.502" v="391" actId="1037"/>
          <ac:spMkLst>
            <pc:docMk/>
            <pc:sldMk cId="2073134993" sldId="427"/>
            <ac:spMk id="60" creationId="{DAB843C3-6B8E-D342-33F4-E202F052A30E}"/>
          </ac:spMkLst>
        </pc:spChg>
        <pc:spChg chg="mod">
          <ac:chgData name="Dookh, Faina" userId="586f960a-2230-43c0-a185-f546c3dab837" providerId="ADAL" clId="{C84F1009-D7B8-42BF-BFA7-F941ACDC40E1}" dt="2026-09-22T04:25:40.502" v="391" actId="1037"/>
          <ac:spMkLst>
            <pc:docMk/>
            <pc:sldMk cId="2073134993" sldId="427"/>
            <ac:spMk id="82" creationId="{FB8131AF-7DBE-71AD-AB0B-082472EEB0F7}"/>
          </ac:spMkLst>
        </pc:spChg>
        <pc:spChg chg="mod">
          <ac:chgData name="Dookh, Faina" userId="586f960a-2230-43c0-a185-f546c3dab837" providerId="ADAL" clId="{C84F1009-D7B8-42BF-BFA7-F941ACDC40E1}" dt="2026-09-22T04:25:40.502" v="391" actId="1037"/>
          <ac:spMkLst>
            <pc:docMk/>
            <pc:sldMk cId="2073134993" sldId="427"/>
            <ac:spMk id="93" creationId="{6065B59B-F755-38A0-CA2F-DF705F5795FA}"/>
          </ac:spMkLst>
        </pc:spChg>
        <pc:spChg chg="mod">
          <ac:chgData name="Dookh, Faina" userId="586f960a-2230-43c0-a185-f546c3dab837" providerId="ADAL" clId="{C84F1009-D7B8-42BF-BFA7-F941ACDC40E1}" dt="2026-09-22T04:25:40.502" v="391" actId="1037"/>
          <ac:spMkLst>
            <pc:docMk/>
            <pc:sldMk cId="2073134993" sldId="427"/>
            <ac:spMk id="130" creationId="{C9596DCB-A58C-1B17-CCEC-8924B99FCD0C}"/>
          </ac:spMkLst>
        </pc:spChg>
        <pc:spChg chg="mod">
          <ac:chgData name="Dookh, Faina" userId="586f960a-2230-43c0-a185-f546c3dab837" providerId="ADAL" clId="{C84F1009-D7B8-42BF-BFA7-F941ACDC40E1}" dt="2026-09-22T04:25:40.502" v="391" actId="1037"/>
          <ac:spMkLst>
            <pc:docMk/>
            <pc:sldMk cId="2073134993" sldId="427"/>
            <ac:spMk id="144" creationId="{BBEF8707-BB63-4B35-FAA3-AEABBDE569AB}"/>
          </ac:spMkLst>
        </pc:spChg>
        <pc:spChg chg="mod">
          <ac:chgData name="Dookh, Faina" userId="586f960a-2230-43c0-a185-f546c3dab837" providerId="ADAL" clId="{C84F1009-D7B8-42BF-BFA7-F941ACDC40E1}" dt="2026-09-22T04:25:40.502" v="391" actId="1037"/>
          <ac:spMkLst>
            <pc:docMk/>
            <pc:sldMk cId="2073134993" sldId="427"/>
            <ac:spMk id="150" creationId="{71249BE6-16A8-4DFC-D736-219DBC1A87F8}"/>
          </ac:spMkLst>
        </pc:spChg>
        <pc:spChg chg="mod">
          <ac:chgData name="Dookh, Faina" userId="586f960a-2230-43c0-a185-f546c3dab837" providerId="ADAL" clId="{C84F1009-D7B8-42BF-BFA7-F941ACDC40E1}" dt="2026-09-22T04:25:40.502" v="391" actId="1037"/>
          <ac:spMkLst>
            <pc:docMk/>
            <pc:sldMk cId="2073134993" sldId="427"/>
            <ac:spMk id="153" creationId="{8D5611FF-1729-97DF-A3FC-2CBB19D1A58C}"/>
          </ac:spMkLst>
        </pc:spChg>
        <pc:spChg chg="mod">
          <ac:chgData name="Dookh, Faina" userId="586f960a-2230-43c0-a185-f546c3dab837" providerId="ADAL" clId="{C84F1009-D7B8-42BF-BFA7-F941ACDC40E1}" dt="2026-09-22T04:25:40.502" v="391" actId="1037"/>
          <ac:spMkLst>
            <pc:docMk/>
            <pc:sldMk cId="2073134993" sldId="427"/>
            <ac:spMk id="191" creationId="{E9EF8279-609D-27F5-0678-F3B71728D24A}"/>
          </ac:spMkLst>
        </pc:spChg>
        <pc:spChg chg="mod">
          <ac:chgData name="Dookh, Faina" userId="586f960a-2230-43c0-a185-f546c3dab837" providerId="ADAL" clId="{C84F1009-D7B8-42BF-BFA7-F941ACDC40E1}" dt="2026-09-22T04:25:40.502" v="391" actId="1037"/>
          <ac:spMkLst>
            <pc:docMk/>
            <pc:sldMk cId="2073134993" sldId="427"/>
            <ac:spMk id="194" creationId="{EF1C291B-83F5-104C-8E27-4EF20DD2DCB2}"/>
          </ac:spMkLst>
        </pc:spChg>
        <pc:spChg chg="mod">
          <ac:chgData name="Dookh, Faina" userId="586f960a-2230-43c0-a185-f546c3dab837" providerId="ADAL" clId="{C84F1009-D7B8-42BF-BFA7-F941ACDC40E1}" dt="2026-09-22T04:25:40.502" v="391" actId="1037"/>
          <ac:spMkLst>
            <pc:docMk/>
            <pc:sldMk cId="2073134993" sldId="427"/>
            <ac:spMk id="216" creationId="{668DE9BE-4F99-AC28-A91F-1C01F5080A56}"/>
          </ac:spMkLst>
        </pc:spChg>
      </pc:sldChg>
      <pc:sldChg chg="ord">
        <pc:chgData name="Dookh, Faina" userId="586f960a-2230-43c0-a185-f546c3dab837" providerId="ADAL" clId="{C84F1009-D7B8-42BF-BFA7-F941ACDC40E1}" dt="2026-09-22T05:13:50.088" v="1375"/>
        <pc:sldMkLst>
          <pc:docMk/>
          <pc:sldMk cId="771681522" sldId="428"/>
        </pc:sldMkLst>
      </pc:sldChg>
      <pc:sldChg chg="ord">
        <pc:chgData name="Dookh, Faina" userId="586f960a-2230-43c0-a185-f546c3dab837" providerId="ADAL" clId="{C84F1009-D7B8-42BF-BFA7-F941ACDC40E1}" dt="2026-09-22T05:13:52.941" v="1377"/>
        <pc:sldMkLst>
          <pc:docMk/>
          <pc:sldMk cId="676712649" sldId="430"/>
        </pc:sldMkLst>
      </pc:sldChg>
      <pc:sldChg chg="addSp delSp modSp mod ord">
        <pc:chgData name="Dookh, Faina" userId="586f960a-2230-43c0-a185-f546c3dab837" providerId="ADAL" clId="{C84F1009-D7B8-42BF-BFA7-F941ACDC40E1}" dt="2026-09-22T04:24:05.102" v="336"/>
        <pc:sldMkLst>
          <pc:docMk/>
          <pc:sldMk cId="3491575521" sldId="434"/>
        </pc:sldMkLst>
        <pc:spChg chg="mod">
          <ac:chgData name="Dookh, Faina" userId="586f960a-2230-43c0-a185-f546c3dab837" providerId="ADAL" clId="{C84F1009-D7B8-42BF-BFA7-F941ACDC40E1}" dt="2026-09-22T04:19:52.109" v="207" actId="20577"/>
          <ac:spMkLst>
            <pc:docMk/>
            <pc:sldMk cId="3491575521" sldId="434"/>
            <ac:spMk id="48" creationId="{E28478F2-1B60-4FF7-AA1D-710A05B1DE81}"/>
          </ac:spMkLst>
        </pc:spChg>
        <pc:spChg chg="del">
          <ac:chgData name="Dookh, Faina" userId="586f960a-2230-43c0-a185-f546c3dab837" providerId="ADAL" clId="{C84F1009-D7B8-42BF-BFA7-F941ACDC40E1}" dt="2026-09-22T04:22:19.388" v="247" actId="478"/>
          <ac:spMkLst>
            <pc:docMk/>
            <pc:sldMk cId="3491575521" sldId="434"/>
            <ac:spMk id="92" creationId="{CD8D6C31-90C5-0349-5F29-B891AD360D7B}"/>
          </ac:spMkLst>
        </pc:spChg>
        <pc:graphicFrameChg chg="add del mod">
          <ac:chgData name="Dookh, Faina" userId="586f960a-2230-43c0-a185-f546c3dab837" providerId="ADAL" clId="{C84F1009-D7B8-42BF-BFA7-F941ACDC40E1}" dt="2026-09-22T04:21:47.739" v="241" actId="478"/>
          <ac:graphicFrameMkLst>
            <pc:docMk/>
            <pc:sldMk cId="3491575521" sldId="434"/>
            <ac:graphicFrameMk id="2" creationId="{2C6E0AF3-C57E-128A-60A7-CDE1013117B6}"/>
          </ac:graphicFrameMkLst>
        </pc:graphicFrameChg>
        <pc:graphicFrameChg chg="mod modGraphic">
          <ac:chgData name="Dookh, Faina" userId="586f960a-2230-43c0-a185-f546c3dab837" providerId="ADAL" clId="{C84F1009-D7B8-42BF-BFA7-F941ACDC40E1}" dt="2026-09-22T04:22:22.714" v="248" actId="1076"/>
          <ac:graphicFrameMkLst>
            <pc:docMk/>
            <pc:sldMk cId="3491575521" sldId="434"/>
            <ac:graphicFrameMk id="42" creationId="{50616EC6-7DDF-34A1-AE32-6832399EB56D}"/>
          </ac:graphicFrameMkLst>
        </pc:graphicFrameChg>
      </pc:sldChg>
      <pc:sldChg chg="addSp delSp modSp add mod">
        <pc:chgData name="Dookh, Faina" userId="586f960a-2230-43c0-a185-f546c3dab837" providerId="ADAL" clId="{C84F1009-D7B8-42BF-BFA7-F941ACDC40E1}" dt="2026-09-22T04:08:38.076" v="191" actId="1076"/>
        <pc:sldMkLst>
          <pc:docMk/>
          <pc:sldMk cId="3071619637" sldId="435"/>
        </pc:sldMkLst>
        <pc:spChg chg="add mod">
          <ac:chgData name="Dookh, Faina" userId="586f960a-2230-43c0-a185-f546c3dab837" providerId="ADAL" clId="{C84F1009-D7B8-42BF-BFA7-F941ACDC40E1}" dt="2026-09-22T04:08:38.076" v="191" actId="1076"/>
          <ac:spMkLst>
            <pc:docMk/>
            <pc:sldMk cId="3071619637" sldId="435"/>
            <ac:spMk id="5" creationId="{232C2D91-FFC8-903B-79E4-68FE42BE1B09}"/>
          </ac:spMkLst>
        </pc:spChg>
        <pc:spChg chg="del">
          <ac:chgData name="Dookh, Faina" userId="586f960a-2230-43c0-a185-f546c3dab837" providerId="ADAL" clId="{C84F1009-D7B8-42BF-BFA7-F941ACDC40E1}" dt="2026-09-22T04:05:39.013" v="64" actId="478"/>
          <ac:spMkLst>
            <pc:docMk/>
            <pc:sldMk cId="3071619637" sldId="435"/>
            <ac:spMk id="10" creationId="{98D9339F-C532-7E26-68BF-20100068674C}"/>
          </ac:spMkLst>
        </pc:spChg>
        <pc:spChg chg="del">
          <ac:chgData name="Dookh, Faina" userId="586f960a-2230-43c0-a185-f546c3dab837" providerId="ADAL" clId="{C84F1009-D7B8-42BF-BFA7-F941ACDC40E1}" dt="2026-09-22T04:05:39.013" v="64" actId="478"/>
          <ac:spMkLst>
            <pc:docMk/>
            <pc:sldMk cId="3071619637" sldId="435"/>
            <ac:spMk id="11" creationId="{2DB05CD8-273C-671E-12C7-CED1215F0363}"/>
          </ac:spMkLst>
        </pc:spChg>
        <pc:spChg chg="del">
          <ac:chgData name="Dookh, Faina" userId="586f960a-2230-43c0-a185-f546c3dab837" providerId="ADAL" clId="{C84F1009-D7B8-42BF-BFA7-F941ACDC40E1}" dt="2026-09-22T04:05:39.013" v="64" actId="478"/>
          <ac:spMkLst>
            <pc:docMk/>
            <pc:sldMk cId="3071619637" sldId="435"/>
            <ac:spMk id="14" creationId="{70808686-A1EE-B68D-652B-1D2FAF4FBE20}"/>
          </ac:spMkLst>
        </pc:spChg>
        <pc:spChg chg="del">
          <ac:chgData name="Dookh, Faina" userId="586f960a-2230-43c0-a185-f546c3dab837" providerId="ADAL" clId="{C84F1009-D7B8-42BF-BFA7-F941ACDC40E1}" dt="2026-09-22T04:05:39.013" v="64" actId="478"/>
          <ac:spMkLst>
            <pc:docMk/>
            <pc:sldMk cId="3071619637" sldId="435"/>
            <ac:spMk id="18" creationId="{C04F7E0B-695E-AEB3-D2EA-4411AA70BECA}"/>
          </ac:spMkLst>
        </pc:spChg>
        <pc:spChg chg="del">
          <ac:chgData name="Dookh, Faina" userId="586f960a-2230-43c0-a185-f546c3dab837" providerId="ADAL" clId="{C84F1009-D7B8-42BF-BFA7-F941ACDC40E1}" dt="2026-09-22T04:05:39.013" v="64" actId="478"/>
          <ac:spMkLst>
            <pc:docMk/>
            <pc:sldMk cId="3071619637" sldId="435"/>
            <ac:spMk id="23" creationId="{5EFF3518-1E76-138E-AB45-7192BF6E77E7}"/>
          </ac:spMkLst>
        </pc:spChg>
        <pc:spChg chg="del">
          <ac:chgData name="Dookh, Faina" userId="586f960a-2230-43c0-a185-f546c3dab837" providerId="ADAL" clId="{C84F1009-D7B8-42BF-BFA7-F941ACDC40E1}" dt="2026-09-22T04:05:39.013" v="64" actId="478"/>
          <ac:spMkLst>
            <pc:docMk/>
            <pc:sldMk cId="3071619637" sldId="435"/>
            <ac:spMk id="24" creationId="{54D52F70-A0C0-33D8-5B16-DEF290DFA627}"/>
          </ac:spMkLst>
        </pc:spChg>
        <pc:spChg chg="del">
          <ac:chgData name="Dookh, Faina" userId="586f960a-2230-43c0-a185-f546c3dab837" providerId="ADAL" clId="{C84F1009-D7B8-42BF-BFA7-F941ACDC40E1}" dt="2026-09-22T04:05:39.013" v="64" actId="478"/>
          <ac:spMkLst>
            <pc:docMk/>
            <pc:sldMk cId="3071619637" sldId="435"/>
            <ac:spMk id="25" creationId="{7584FB8F-F910-4151-9336-CE7C608DB761}"/>
          </ac:spMkLst>
        </pc:spChg>
        <pc:spChg chg="del">
          <ac:chgData name="Dookh, Faina" userId="586f960a-2230-43c0-a185-f546c3dab837" providerId="ADAL" clId="{C84F1009-D7B8-42BF-BFA7-F941ACDC40E1}" dt="2026-09-22T04:05:39.013" v="64" actId="478"/>
          <ac:spMkLst>
            <pc:docMk/>
            <pc:sldMk cId="3071619637" sldId="435"/>
            <ac:spMk id="38" creationId="{71E9F7E6-144F-971A-58D3-24513E223A08}"/>
          </ac:spMkLst>
        </pc:spChg>
        <pc:spChg chg="del">
          <ac:chgData name="Dookh, Faina" userId="586f960a-2230-43c0-a185-f546c3dab837" providerId="ADAL" clId="{C84F1009-D7B8-42BF-BFA7-F941ACDC40E1}" dt="2026-09-22T04:05:39.013" v="64" actId="478"/>
          <ac:spMkLst>
            <pc:docMk/>
            <pc:sldMk cId="3071619637" sldId="435"/>
            <ac:spMk id="39" creationId="{24596577-289C-5646-6766-DA471D2B76D7}"/>
          </ac:spMkLst>
        </pc:spChg>
        <pc:spChg chg="del">
          <ac:chgData name="Dookh, Faina" userId="586f960a-2230-43c0-a185-f546c3dab837" providerId="ADAL" clId="{C84F1009-D7B8-42BF-BFA7-F941ACDC40E1}" dt="2026-09-22T04:05:39.013" v="64" actId="478"/>
          <ac:spMkLst>
            <pc:docMk/>
            <pc:sldMk cId="3071619637" sldId="435"/>
            <ac:spMk id="41" creationId="{463D0787-C2BE-EF1F-0EEC-3A9D602F33EF}"/>
          </ac:spMkLst>
        </pc:spChg>
        <pc:spChg chg="mod">
          <ac:chgData name="Dookh, Faina" userId="586f960a-2230-43c0-a185-f546c3dab837" providerId="ADAL" clId="{C84F1009-D7B8-42BF-BFA7-F941ACDC40E1}" dt="2026-09-22T04:07:25.053" v="118" actId="313"/>
          <ac:spMkLst>
            <pc:docMk/>
            <pc:sldMk cId="3071619637" sldId="435"/>
            <ac:spMk id="48" creationId="{3CCAD85C-8E92-E66C-BBAB-426AEDDE3FFE}"/>
          </ac:spMkLst>
        </pc:spChg>
        <pc:spChg chg="mod">
          <ac:chgData name="Dookh, Faina" userId="586f960a-2230-43c0-a185-f546c3dab837" providerId="ADAL" clId="{C84F1009-D7B8-42BF-BFA7-F941ACDC40E1}" dt="2026-09-22T04:05:42.595" v="65" actId="20577"/>
          <ac:spMkLst>
            <pc:docMk/>
            <pc:sldMk cId="3071619637" sldId="435"/>
            <ac:spMk id="49" creationId="{3733DDFC-DDE4-834A-413A-6102249FA780}"/>
          </ac:spMkLst>
        </pc:spChg>
        <pc:graphicFrameChg chg="add mod modGraphic">
          <ac:chgData name="Dookh, Faina" userId="586f960a-2230-43c0-a185-f546c3dab837" providerId="ADAL" clId="{C84F1009-D7B8-42BF-BFA7-F941ACDC40E1}" dt="2026-09-22T04:08:35.243" v="190" actId="1076"/>
          <ac:graphicFrameMkLst>
            <pc:docMk/>
            <pc:sldMk cId="3071619637" sldId="435"/>
            <ac:graphicFrameMk id="2" creationId="{1410D7F7-2387-F183-D558-7828D3300FD0}"/>
          </ac:graphicFrameMkLst>
        </pc:graphicFrameChg>
      </pc:sldChg>
      <pc:sldChg chg="addSp delSp modSp new mod">
        <pc:chgData name="Dookh, Faina" userId="586f960a-2230-43c0-a185-f546c3dab837" providerId="ADAL" clId="{C84F1009-D7B8-42BF-BFA7-F941ACDC40E1}" dt="2026-09-22T04:30:48.897" v="613" actId="478"/>
        <pc:sldMkLst>
          <pc:docMk/>
          <pc:sldMk cId="1632734525" sldId="436"/>
        </pc:sldMkLst>
        <pc:spChg chg="mod">
          <ac:chgData name="Dookh, Faina" userId="586f960a-2230-43c0-a185-f546c3dab837" providerId="ADAL" clId="{C84F1009-D7B8-42BF-BFA7-F941ACDC40E1}" dt="2026-09-22T04:29:45.308" v="570" actId="20577"/>
          <ac:spMkLst>
            <pc:docMk/>
            <pc:sldMk cId="1632734525" sldId="436"/>
            <ac:spMk id="2" creationId="{32181364-1165-617D-EC37-65463364E0B7}"/>
          </ac:spMkLst>
        </pc:spChg>
        <pc:spChg chg="del">
          <ac:chgData name="Dookh, Faina" userId="586f960a-2230-43c0-a185-f546c3dab837" providerId="ADAL" clId="{C84F1009-D7B8-42BF-BFA7-F941ACDC40E1}" dt="2026-09-22T04:30:48.897" v="613" actId="478"/>
          <ac:spMkLst>
            <pc:docMk/>
            <pc:sldMk cId="1632734525" sldId="436"/>
            <ac:spMk id="3" creationId="{729B5652-64A6-18B3-FC07-B4EFF3263C40}"/>
          </ac:spMkLst>
        </pc:spChg>
        <pc:spChg chg="add del">
          <ac:chgData name="Dookh, Faina" userId="586f960a-2230-43c0-a185-f546c3dab837" providerId="ADAL" clId="{C84F1009-D7B8-42BF-BFA7-F941ACDC40E1}" dt="2026-09-22T04:29:56.912" v="575"/>
          <ac:spMkLst>
            <pc:docMk/>
            <pc:sldMk cId="1632734525" sldId="436"/>
            <ac:spMk id="4" creationId="{89FE91DD-150A-E6C5-B68C-507576B83BA2}"/>
          </ac:spMkLst>
        </pc:spChg>
        <pc:graphicFrameChg chg="add mod">
          <ac:chgData name="Dookh, Faina" userId="586f960a-2230-43c0-a185-f546c3dab837" providerId="ADAL" clId="{C84F1009-D7B8-42BF-BFA7-F941ACDC40E1}" dt="2026-09-22T04:29:48.335" v="572"/>
          <ac:graphicFrameMkLst>
            <pc:docMk/>
            <pc:sldMk cId="1632734525" sldId="436"/>
            <ac:graphicFrameMk id="5" creationId="{1B67123A-AACC-4732-004C-B6F3E13B2F01}"/>
          </ac:graphicFrameMkLst>
        </pc:graphicFrameChg>
        <pc:graphicFrameChg chg="add mod">
          <ac:chgData name="Dookh, Faina" userId="586f960a-2230-43c0-a185-f546c3dab837" providerId="ADAL" clId="{C84F1009-D7B8-42BF-BFA7-F941ACDC40E1}" dt="2026-09-22T04:29:53.052" v="574"/>
          <ac:graphicFrameMkLst>
            <pc:docMk/>
            <pc:sldMk cId="1632734525" sldId="436"/>
            <ac:graphicFrameMk id="6" creationId="{E44384C0-0CBA-9561-E5A1-4885A0AA9AE3}"/>
          </ac:graphicFrameMkLst>
        </pc:graphicFrameChg>
        <pc:graphicFrameChg chg="add mod modGraphic">
          <ac:chgData name="Dookh, Faina" userId="586f960a-2230-43c0-a185-f546c3dab837" providerId="ADAL" clId="{C84F1009-D7B8-42BF-BFA7-F941ACDC40E1}" dt="2026-09-22T04:30:39.277" v="612" actId="207"/>
          <ac:graphicFrameMkLst>
            <pc:docMk/>
            <pc:sldMk cId="1632734525" sldId="436"/>
            <ac:graphicFrameMk id="7" creationId="{33D62981-7CBC-2450-2EA3-001DA1B50CA8}"/>
          </ac:graphicFrameMkLst>
        </pc:graphicFrameChg>
      </pc:sldChg>
      <pc:sldChg chg="addSp delSp modSp add mod">
        <pc:chgData name="Dookh, Faina" userId="586f960a-2230-43c0-a185-f546c3dab837" providerId="ADAL" clId="{C84F1009-D7B8-42BF-BFA7-F941ACDC40E1}" dt="2026-09-22T05:13:43.932" v="1373" actId="1076"/>
        <pc:sldMkLst>
          <pc:docMk/>
          <pc:sldMk cId="3287276225" sldId="437"/>
        </pc:sldMkLst>
        <pc:spChg chg="add del mod">
          <ac:chgData name="Dookh, Faina" userId="586f960a-2230-43c0-a185-f546c3dab837" providerId="ADAL" clId="{C84F1009-D7B8-42BF-BFA7-F941ACDC40E1}" dt="2026-09-22T05:13:21.082" v="1361" actId="478"/>
          <ac:spMkLst>
            <pc:docMk/>
            <pc:sldMk cId="3287276225" sldId="437"/>
            <ac:spMk id="3" creationId="{70026771-BC49-F4C1-BB66-DBC4E4D1F4FA}"/>
          </ac:spMkLst>
        </pc:spChg>
        <pc:spChg chg="del">
          <ac:chgData name="Dookh, Faina" userId="586f960a-2230-43c0-a185-f546c3dab837" providerId="ADAL" clId="{C84F1009-D7B8-42BF-BFA7-F941ACDC40E1}" dt="2026-09-22T05:13:18.527" v="1359" actId="478"/>
          <ac:spMkLst>
            <pc:docMk/>
            <pc:sldMk cId="3287276225" sldId="437"/>
            <ac:spMk id="7" creationId="{91719460-6A48-EF71-C903-0304B76B7728}"/>
          </ac:spMkLst>
        </pc:spChg>
        <pc:spChg chg="del">
          <ac:chgData name="Dookh, Faina" userId="586f960a-2230-43c0-a185-f546c3dab837" providerId="ADAL" clId="{C84F1009-D7B8-42BF-BFA7-F941ACDC40E1}" dt="2026-09-22T05:13:18.527" v="1359" actId="478"/>
          <ac:spMkLst>
            <pc:docMk/>
            <pc:sldMk cId="3287276225" sldId="437"/>
            <ac:spMk id="15" creationId="{38548767-EF34-EEDF-9300-64DE5EF19517}"/>
          </ac:spMkLst>
        </pc:spChg>
        <pc:spChg chg="del">
          <ac:chgData name="Dookh, Faina" userId="586f960a-2230-43c0-a185-f546c3dab837" providerId="ADAL" clId="{C84F1009-D7B8-42BF-BFA7-F941ACDC40E1}" dt="2026-09-22T05:13:18.527" v="1359" actId="478"/>
          <ac:spMkLst>
            <pc:docMk/>
            <pc:sldMk cId="3287276225" sldId="437"/>
            <ac:spMk id="21" creationId="{82E9E1F9-7B12-29B9-5DC4-FC6FE907B7FB}"/>
          </ac:spMkLst>
        </pc:spChg>
        <pc:spChg chg="del">
          <ac:chgData name="Dookh, Faina" userId="586f960a-2230-43c0-a185-f546c3dab837" providerId="ADAL" clId="{C84F1009-D7B8-42BF-BFA7-F941ACDC40E1}" dt="2026-09-22T05:13:18.527" v="1359" actId="478"/>
          <ac:spMkLst>
            <pc:docMk/>
            <pc:sldMk cId="3287276225" sldId="437"/>
            <ac:spMk id="29" creationId="{C49E7C0C-B5B8-686B-BA64-807C57B842E4}"/>
          </ac:spMkLst>
        </pc:spChg>
        <pc:spChg chg="del">
          <ac:chgData name="Dookh, Faina" userId="586f960a-2230-43c0-a185-f546c3dab837" providerId="ADAL" clId="{C84F1009-D7B8-42BF-BFA7-F941ACDC40E1}" dt="2026-09-22T05:13:18.527" v="1359" actId="478"/>
          <ac:spMkLst>
            <pc:docMk/>
            <pc:sldMk cId="3287276225" sldId="437"/>
            <ac:spMk id="31" creationId="{60296E0E-71E3-C3C9-1D95-6716210B4F38}"/>
          </ac:spMkLst>
        </pc:spChg>
        <pc:spChg chg="del">
          <ac:chgData name="Dookh, Faina" userId="586f960a-2230-43c0-a185-f546c3dab837" providerId="ADAL" clId="{C84F1009-D7B8-42BF-BFA7-F941ACDC40E1}" dt="2026-09-22T05:13:18.527" v="1359" actId="478"/>
          <ac:spMkLst>
            <pc:docMk/>
            <pc:sldMk cId="3287276225" sldId="437"/>
            <ac:spMk id="33" creationId="{17118FE1-B3C2-F027-4643-B31F806AE446}"/>
          </ac:spMkLst>
        </pc:spChg>
        <pc:spChg chg="del">
          <ac:chgData name="Dookh, Faina" userId="586f960a-2230-43c0-a185-f546c3dab837" providerId="ADAL" clId="{C84F1009-D7B8-42BF-BFA7-F941ACDC40E1}" dt="2026-09-22T05:13:18.527" v="1359" actId="478"/>
          <ac:spMkLst>
            <pc:docMk/>
            <pc:sldMk cId="3287276225" sldId="437"/>
            <ac:spMk id="44" creationId="{C52BE94D-C4CD-4487-B034-09E3A73769E1}"/>
          </ac:spMkLst>
        </pc:spChg>
        <pc:spChg chg="del">
          <ac:chgData name="Dookh, Faina" userId="586f960a-2230-43c0-a185-f546c3dab837" providerId="ADAL" clId="{C84F1009-D7B8-42BF-BFA7-F941ACDC40E1}" dt="2026-09-22T05:13:18.527" v="1359" actId="478"/>
          <ac:spMkLst>
            <pc:docMk/>
            <pc:sldMk cId="3287276225" sldId="437"/>
            <ac:spMk id="46" creationId="{5CD907D2-E7F5-8AF1-37EE-D27C5C20B4F5}"/>
          </ac:spMkLst>
        </pc:spChg>
        <pc:spChg chg="mod">
          <ac:chgData name="Dookh, Faina" userId="586f960a-2230-43c0-a185-f546c3dab837" providerId="ADAL" clId="{C84F1009-D7B8-42BF-BFA7-F941ACDC40E1}" dt="2026-09-22T05:13:43.932" v="1373" actId="1076"/>
          <ac:spMkLst>
            <pc:docMk/>
            <pc:sldMk cId="3287276225" sldId="437"/>
            <ac:spMk id="48" creationId="{B4F5B116-3C17-DB07-9D4A-990DCFE506EB}"/>
          </ac:spMkLst>
        </pc:spChg>
        <pc:spChg chg="del">
          <ac:chgData name="Dookh, Faina" userId="586f960a-2230-43c0-a185-f546c3dab837" providerId="ADAL" clId="{C84F1009-D7B8-42BF-BFA7-F941ACDC40E1}" dt="2026-09-22T05:13:19.584" v="1360" actId="478"/>
          <ac:spMkLst>
            <pc:docMk/>
            <pc:sldMk cId="3287276225" sldId="437"/>
            <ac:spMk id="49" creationId="{A6B2687A-3146-9474-45C9-64B518B0377A}"/>
          </ac:spMkLst>
        </pc:spChg>
        <pc:spChg chg="del">
          <ac:chgData name="Dookh, Faina" userId="586f960a-2230-43c0-a185-f546c3dab837" providerId="ADAL" clId="{C84F1009-D7B8-42BF-BFA7-F941ACDC40E1}" dt="2026-09-22T05:13:18.527" v="1359" actId="478"/>
          <ac:spMkLst>
            <pc:docMk/>
            <pc:sldMk cId="3287276225" sldId="437"/>
            <ac:spMk id="54" creationId="{567A08C4-EC33-7D5B-DF7D-C3222F45815F}"/>
          </ac:spMkLst>
        </pc:spChg>
        <pc:spChg chg="del">
          <ac:chgData name="Dookh, Faina" userId="586f960a-2230-43c0-a185-f546c3dab837" providerId="ADAL" clId="{C84F1009-D7B8-42BF-BFA7-F941ACDC40E1}" dt="2026-09-22T05:13:18.527" v="1359" actId="478"/>
          <ac:spMkLst>
            <pc:docMk/>
            <pc:sldMk cId="3287276225" sldId="437"/>
            <ac:spMk id="56" creationId="{503FA66E-9C25-4E9D-5D70-FC33E563E55C}"/>
          </ac:spMkLst>
        </pc:spChg>
        <pc:cxnChg chg="del mod">
          <ac:chgData name="Dookh, Faina" userId="586f960a-2230-43c0-a185-f546c3dab837" providerId="ADAL" clId="{C84F1009-D7B8-42BF-BFA7-F941ACDC40E1}" dt="2026-09-22T05:13:29.938" v="1363" actId="478"/>
          <ac:cxnSpMkLst>
            <pc:docMk/>
            <pc:sldMk cId="3287276225" sldId="437"/>
            <ac:cxnSpMk id="51" creationId="{ED3A6F40-9F81-5A78-F0B0-01BE20896952}"/>
          </ac:cxnSpMkLst>
        </pc:cxnChg>
      </pc:sldChg>
    </pc:docChg>
  </pc:docChgLst>
  <pc:docChgLst>
    <pc:chgData name="Kumar Das, Ayush" userId="72f1eeae-b8d7-48aa-96d0-c9f6ec42b06d" providerId="ADAL" clId="{42BBD943-BF21-42AA-9665-67479307D101}"/>
    <pc:docChg chg="undo custSel addSld delSld modSld">
      <pc:chgData name="Kumar Das, Ayush" userId="72f1eeae-b8d7-48aa-96d0-c9f6ec42b06d" providerId="ADAL" clId="{42BBD943-BF21-42AA-9665-67479307D101}" dt="2026-09-22T06:43:41.852" v="77"/>
      <pc:docMkLst>
        <pc:docMk/>
      </pc:docMkLst>
      <pc:sldChg chg="delSp modSp del mod">
        <pc:chgData name="Kumar Das, Ayush" userId="72f1eeae-b8d7-48aa-96d0-c9f6ec42b06d" providerId="ADAL" clId="{42BBD943-BF21-42AA-9665-67479307D101}" dt="2026-09-22T06:41:32.292" v="41"/>
        <pc:sldMkLst>
          <pc:docMk/>
          <pc:sldMk cId="1832385473" sldId="376"/>
        </pc:sldMkLst>
        <pc:spChg chg="mod">
          <ac:chgData name="Kumar Das, Ayush" userId="72f1eeae-b8d7-48aa-96d0-c9f6ec42b06d" providerId="ADAL" clId="{42BBD943-BF21-42AA-9665-67479307D101}" dt="2026-09-22T06:30:48.764" v="27" actId="403"/>
          <ac:spMkLst>
            <pc:docMk/>
            <pc:sldMk cId="1832385473" sldId="376"/>
            <ac:spMk id="15" creationId="{00000000-0000-0000-0000-000000000000}"/>
          </ac:spMkLst>
        </pc:spChg>
        <pc:spChg chg="mod">
          <ac:chgData name="Kumar Das, Ayush" userId="72f1eeae-b8d7-48aa-96d0-c9f6ec42b06d" providerId="ADAL" clId="{42BBD943-BF21-42AA-9665-67479307D101}" dt="2026-09-22T06:30:35.088" v="23" actId="404"/>
          <ac:spMkLst>
            <pc:docMk/>
            <pc:sldMk cId="1832385473" sldId="376"/>
            <ac:spMk id="16" creationId="{00000000-0000-0000-0000-000000000000}"/>
          </ac:spMkLst>
        </pc:spChg>
        <pc:spChg chg="mod">
          <ac:chgData name="Kumar Das, Ayush" userId="72f1eeae-b8d7-48aa-96d0-c9f6ec42b06d" providerId="ADAL" clId="{42BBD943-BF21-42AA-9665-67479307D101}" dt="2026-09-22T06:30:25.254" v="22" actId="404"/>
          <ac:spMkLst>
            <pc:docMk/>
            <pc:sldMk cId="1832385473" sldId="376"/>
            <ac:spMk id="17" creationId="{00000000-0000-0000-0000-000000000000}"/>
          </ac:spMkLst>
        </pc:spChg>
        <pc:spChg chg="mod">
          <ac:chgData name="Kumar Das, Ayush" userId="72f1eeae-b8d7-48aa-96d0-c9f6ec42b06d" providerId="ADAL" clId="{42BBD943-BF21-42AA-9665-67479307D101}" dt="2026-09-22T06:30:48.764" v="27" actId="403"/>
          <ac:spMkLst>
            <pc:docMk/>
            <pc:sldMk cId="1832385473" sldId="376"/>
            <ac:spMk id="21" creationId="{00000000-0000-0000-0000-000000000000}"/>
          </ac:spMkLst>
        </pc:spChg>
        <pc:spChg chg="mod">
          <ac:chgData name="Kumar Das, Ayush" userId="72f1eeae-b8d7-48aa-96d0-c9f6ec42b06d" providerId="ADAL" clId="{42BBD943-BF21-42AA-9665-67479307D101}" dt="2026-09-22T06:30:35.088" v="23" actId="404"/>
          <ac:spMkLst>
            <pc:docMk/>
            <pc:sldMk cId="1832385473" sldId="376"/>
            <ac:spMk id="22" creationId="{00000000-0000-0000-0000-000000000000}"/>
          </ac:spMkLst>
        </pc:spChg>
        <pc:spChg chg="mod">
          <ac:chgData name="Kumar Das, Ayush" userId="72f1eeae-b8d7-48aa-96d0-c9f6ec42b06d" providerId="ADAL" clId="{42BBD943-BF21-42AA-9665-67479307D101}" dt="2026-09-22T06:30:25.254" v="22" actId="404"/>
          <ac:spMkLst>
            <pc:docMk/>
            <pc:sldMk cId="1832385473" sldId="376"/>
            <ac:spMk id="23" creationId="{00000000-0000-0000-0000-000000000000}"/>
          </ac:spMkLst>
        </pc:spChg>
        <pc:spChg chg="mod">
          <ac:chgData name="Kumar Das, Ayush" userId="72f1eeae-b8d7-48aa-96d0-c9f6ec42b06d" providerId="ADAL" clId="{42BBD943-BF21-42AA-9665-67479307D101}" dt="2026-09-22T06:30:48.764" v="27" actId="403"/>
          <ac:spMkLst>
            <pc:docMk/>
            <pc:sldMk cId="1832385473" sldId="376"/>
            <ac:spMk id="26" creationId="{00000000-0000-0000-0000-000000000000}"/>
          </ac:spMkLst>
        </pc:spChg>
        <pc:spChg chg="mod">
          <ac:chgData name="Kumar Das, Ayush" userId="72f1eeae-b8d7-48aa-96d0-c9f6ec42b06d" providerId="ADAL" clId="{42BBD943-BF21-42AA-9665-67479307D101}" dt="2026-09-22T06:30:35.088" v="23" actId="404"/>
          <ac:spMkLst>
            <pc:docMk/>
            <pc:sldMk cId="1832385473" sldId="376"/>
            <ac:spMk id="27" creationId="{00000000-0000-0000-0000-000000000000}"/>
          </ac:spMkLst>
        </pc:spChg>
        <pc:spChg chg="mod">
          <ac:chgData name="Kumar Das, Ayush" userId="72f1eeae-b8d7-48aa-96d0-c9f6ec42b06d" providerId="ADAL" clId="{42BBD943-BF21-42AA-9665-67479307D101}" dt="2026-09-22T06:30:25.254" v="22" actId="404"/>
          <ac:spMkLst>
            <pc:docMk/>
            <pc:sldMk cId="1832385473" sldId="376"/>
            <ac:spMk id="28" creationId="{00000000-0000-0000-0000-000000000000}"/>
          </ac:spMkLst>
        </pc:spChg>
        <pc:spChg chg="mod">
          <ac:chgData name="Kumar Das, Ayush" userId="72f1eeae-b8d7-48aa-96d0-c9f6ec42b06d" providerId="ADAL" clId="{42BBD943-BF21-42AA-9665-67479307D101}" dt="2026-09-22T06:30:48.764" v="27" actId="403"/>
          <ac:spMkLst>
            <pc:docMk/>
            <pc:sldMk cId="1832385473" sldId="376"/>
            <ac:spMk id="33" creationId="{00000000-0000-0000-0000-000000000000}"/>
          </ac:spMkLst>
        </pc:spChg>
        <pc:spChg chg="mod">
          <ac:chgData name="Kumar Das, Ayush" userId="72f1eeae-b8d7-48aa-96d0-c9f6ec42b06d" providerId="ADAL" clId="{42BBD943-BF21-42AA-9665-67479307D101}" dt="2026-09-22T06:30:35.088" v="23" actId="404"/>
          <ac:spMkLst>
            <pc:docMk/>
            <pc:sldMk cId="1832385473" sldId="376"/>
            <ac:spMk id="34" creationId="{00000000-0000-0000-0000-000000000000}"/>
          </ac:spMkLst>
        </pc:spChg>
        <pc:spChg chg="mod">
          <ac:chgData name="Kumar Das, Ayush" userId="72f1eeae-b8d7-48aa-96d0-c9f6ec42b06d" providerId="ADAL" clId="{42BBD943-BF21-42AA-9665-67479307D101}" dt="2026-09-22T06:30:25.254" v="22" actId="404"/>
          <ac:spMkLst>
            <pc:docMk/>
            <pc:sldMk cId="1832385473" sldId="376"/>
            <ac:spMk id="35" creationId="{00000000-0000-0000-0000-000000000000}"/>
          </ac:spMkLst>
        </pc:spChg>
        <pc:spChg chg="mod">
          <ac:chgData name="Kumar Das, Ayush" userId="72f1eeae-b8d7-48aa-96d0-c9f6ec42b06d" providerId="ADAL" clId="{42BBD943-BF21-42AA-9665-67479307D101}" dt="2026-09-22T06:30:48.764" v="27" actId="403"/>
          <ac:spMkLst>
            <pc:docMk/>
            <pc:sldMk cId="1832385473" sldId="376"/>
            <ac:spMk id="40" creationId="{00000000-0000-0000-0000-000000000000}"/>
          </ac:spMkLst>
        </pc:spChg>
        <pc:spChg chg="mod">
          <ac:chgData name="Kumar Das, Ayush" userId="72f1eeae-b8d7-48aa-96d0-c9f6ec42b06d" providerId="ADAL" clId="{42BBD943-BF21-42AA-9665-67479307D101}" dt="2026-09-22T06:30:35.088" v="23" actId="404"/>
          <ac:spMkLst>
            <pc:docMk/>
            <pc:sldMk cId="1832385473" sldId="376"/>
            <ac:spMk id="41" creationId="{00000000-0000-0000-0000-000000000000}"/>
          </ac:spMkLst>
        </pc:spChg>
        <pc:spChg chg="mod">
          <ac:chgData name="Kumar Das, Ayush" userId="72f1eeae-b8d7-48aa-96d0-c9f6ec42b06d" providerId="ADAL" clId="{42BBD943-BF21-42AA-9665-67479307D101}" dt="2026-09-22T06:30:25.254" v="22" actId="404"/>
          <ac:spMkLst>
            <pc:docMk/>
            <pc:sldMk cId="1832385473" sldId="376"/>
            <ac:spMk id="42" creationId="{00000000-0000-0000-0000-000000000000}"/>
          </ac:spMkLst>
        </pc:spChg>
        <pc:spChg chg="mod">
          <ac:chgData name="Kumar Das, Ayush" userId="72f1eeae-b8d7-48aa-96d0-c9f6ec42b06d" providerId="ADAL" clId="{42BBD943-BF21-42AA-9665-67479307D101}" dt="2026-09-22T06:32:37.849" v="37" actId="113"/>
          <ac:spMkLst>
            <pc:docMk/>
            <pc:sldMk cId="1832385473" sldId="376"/>
            <ac:spMk id="44" creationId="{00000000-0000-0000-0000-000000000000}"/>
          </ac:spMkLst>
        </pc:spChg>
        <pc:spChg chg="mod">
          <ac:chgData name="Kumar Das, Ayush" userId="72f1eeae-b8d7-48aa-96d0-c9f6ec42b06d" providerId="ADAL" clId="{42BBD943-BF21-42AA-9665-67479307D101}" dt="2026-09-22T06:31:34.983" v="31" actId="2711"/>
          <ac:spMkLst>
            <pc:docMk/>
            <pc:sldMk cId="1832385473" sldId="376"/>
            <ac:spMk id="45" creationId="{00000000-0000-0000-0000-000000000000}"/>
          </ac:spMkLst>
        </pc:spChg>
        <pc:spChg chg="del mod">
          <ac:chgData name="Kumar Das, Ayush" userId="72f1eeae-b8d7-48aa-96d0-c9f6ec42b06d" providerId="ADAL" clId="{42BBD943-BF21-42AA-9665-67479307D101}" dt="2026-09-22T06:32:17.084" v="34" actId="478"/>
          <ac:spMkLst>
            <pc:docMk/>
            <pc:sldMk cId="1832385473" sldId="376"/>
            <ac:spMk id="47" creationId="{00000000-0000-0000-0000-000000000000}"/>
          </ac:spMkLst>
        </pc:spChg>
        <pc:spChg chg="mod">
          <ac:chgData name="Kumar Das, Ayush" userId="72f1eeae-b8d7-48aa-96d0-c9f6ec42b06d" providerId="ADAL" clId="{42BBD943-BF21-42AA-9665-67479307D101}" dt="2026-09-22T06:29:23.883" v="7" actId="2711"/>
          <ac:spMkLst>
            <pc:docMk/>
            <pc:sldMk cId="1832385473" sldId="376"/>
            <ac:spMk id="58" creationId="{A9DF6FBC-F65D-161B-14B9-81F57E9B7F21}"/>
          </ac:spMkLst>
        </pc:spChg>
        <pc:spChg chg="mod">
          <ac:chgData name="Kumar Das, Ayush" userId="72f1eeae-b8d7-48aa-96d0-c9f6ec42b06d" providerId="ADAL" clId="{42BBD943-BF21-42AA-9665-67479307D101}" dt="2026-09-22T06:31:11.260" v="29" actId="2711"/>
          <ac:spMkLst>
            <pc:docMk/>
            <pc:sldMk cId="1832385473" sldId="376"/>
            <ac:spMk id="59" creationId="{DE6E851B-A499-9791-D642-D13080F25EA9}"/>
          </ac:spMkLst>
        </pc:spChg>
        <pc:spChg chg="mod">
          <ac:chgData name="Kumar Das, Ayush" userId="72f1eeae-b8d7-48aa-96d0-c9f6ec42b06d" providerId="ADAL" clId="{42BBD943-BF21-42AA-9665-67479307D101}" dt="2026-09-22T06:30:55.740" v="28" actId="404"/>
          <ac:spMkLst>
            <pc:docMk/>
            <pc:sldMk cId="1832385473" sldId="376"/>
            <ac:spMk id="61" creationId="{BC458A0C-187E-9FAF-BF9E-710C3960C25A}"/>
          </ac:spMkLst>
        </pc:spChg>
      </pc:sldChg>
      <pc:sldChg chg="modSp mod">
        <pc:chgData name="Kumar Das, Ayush" userId="72f1eeae-b8d7-48aa-96d0-c9f6ec42b06d" providerId="ADAL" clId="{42BBD943-BF21-42AA-9665-67479307D101}" dt="2026-09-22T06:28:54.120" v="6" actId="2711"/>
        <pc:sldMkLst>
          <pc:docMk/>
          <pc:sldMk cId="2356354733" sldId="396"/>
        </pc:sldMkLst>
        <pc:spChg chg="mod">
          <ac:chgData name="Kumar Das, Ayush" userId="72f1eeae-b8d7-48aa-96d0-c9f6ec42b06d" providerId="ADAL" clId="{42BBD943-BF21-42AA-9665-67479307D101}" dt="2026-09-22T06:28:39.557" v="5" actId="2711"/>
          <ac:spMkLst>
            <pc:docMk/>
            <pc:sldMk cId="2356354733" sldId="396"/>
            <ac:spMk id="2" creationId="{00000000-0000-0000-0000-000000000000}"/>
          </ac:spMkLst>
        </pc:spChg>
        <pc:spChg chg="mod">
          <ac:chgData name="Kumar Das, Ayush" userId="72f1eeae-b8d7-48aa-96d0-c9f6ec42b06d" providerId="ADAL" clId="{42BBD943-BF21-42AA-9665-67479307D101}" dt="2026-09-22T06:28:39.557" v="5" actId="2711"/>
          <ac:spMkLst>
            <pc:docMk/>
            <pc:sldMk cId="2356354733" sldId="396"/>
            <ac:spMk id="4" creationId="{00000000-0000-0000-0000-000000000000}"/>
          </ac:spMkLst>
        </pc:spChg>
        <pc:spChg chg="mod">
          <ac:chgData name="Kumar Das, Ayush" userId="72f1eeae-b8d7-48aa-96d0-c9f6ec42b06d" providerId="ADAL" clId="{42BBD943-BF21-42AA-9665-67479307D101}" dt="2026-09-22T06:28:39.557" v="5" actId="2711"/>
          <ac:spMkLst>
            <pc:docMk/>
            <pc:sldMk cId="2356354733" sldId="396"/>
            <ac:spMk id="8" creationId="{00000000-0000-0000-0000-000000000000}"/>
          </ac:spMkLst>
        </pc:spChg>
        <pc:spChg chg="mod">
          <ac:chgData name="Kumar Das, Ayush" userId="72f1eeae-b8d7-48aa-96d0-c9f6ec42b06d" providerId="ADAL" clId="{42BBD943-BF21-42AA-9665-67479307D101}" dt="2026-09-22T06:28:54.120" v="6" actId="2711"/>
          <ac:spMkLst>
            <pc:docMk/>
            <pc:sldMk cId="2356354733" sldId="396"/>
            <ac:spMk id="12" creationId="{00000000-0000-0000-0000-000000000000}"/>
          </ac:spMkLst>
        </pc:spChg>
        <pc:spChg chg="mod">
          <ac:chgData name="Kumar Das, Ayush" userId="72f1eeae-b8d7-48aa-96d0-c9f6ec42b06d" providerId="ADAL" clId="{42BBD943-BF21-42AA-9665-67479307D101}" dt="2026-09-22T06:28:39.557" v="5" actId="2711"/>
          <ac:spMkLst>
            <pc:docMk/>
            <pc:sldMk cId="2356354733" sldId="396"/>
            <ac:spMk id="13" creationId="{00000000-0000-0000-0000-000000000000}"/>
          </ac:spMkLst>
        </pc:spChg>
        <pc:spChg chg="mod">
          <ac:chgData name="Kumar Das, Ayush" userId="72f1eeae-b8d7-48aa-96d0-c9f6ec42b06d" providerId="ADAL" clId="{42BBD943-BF21-42AA-9665-67479307D101}" dt="2026-09-22T06:28:39.557" v="5" actId="2711"/>
          <ac:spMkLst>
            <pc:docMk/>
            <pc:sldMk cId="2356354733" sldId="396"/>
            <ac:spMk id="14" creationId="{00000000-0000-0000-0000-000000000000}"/>
          </ac:spMkLst>
        </pc:spChg>
        <pc:spChg chg="mod">
          <ac:chgData name="Kumar Das, Ayush" userId="72f1eeae-b8d7-48aa-96d0-c9f6ec42b06d" providerId="ADAL" clId="{42BBD943-BF21-42AA-9665-67479307D101}" dt="2026-09-22T06:28:39.557" v="5" actId="2711"/>
          <ac:spMkLst>
            <pc:docMk/>
            <pc:sldMk cId="2356354733" sldId="396"/>
            <ac:spMk id="15" creationId="{00000000-0000-0000-0000-000000000000}"/>
          </ac:spMkLst>
        </pc:spChg>
        <pc:spChg chg="mod">
          <ac:chgData name="Kumar Das, Ayush" userId="72f1eeae-b8d7-48aa-96d0-c9f6ec42b06d" providerId="ADAL" clId="{42BBD943-BF21-42AA-9665-67479307D101}" dt="2026-09-22T06:28:39.557" v="5" actId="2711"/>
          <ac:spMkLst>
            <pc:docMk/>
            <pc:sldMk cId="2356354733" sldId="396"/>
            <ac:spMk id="25" creationId="{00000000-0000-0000-0000-000000000000}"/>
          </ac:spMkLst>
        </pc:spChg>
        <pc:spChg chg="mod">
          <ac:chgData name="Kumar Das, Ayush" userId="72f1eeae-b8d7-48aa-96d0-c9f6ec42b06d" providerId="ADAL" clId="{42BBD943-BF21-42AA-9665-67479307D101}" dt="2026-09-22T06:28:39.557" v="5" actId="2711"/>
          <ac:spMkLst>
            <pc:docMk/>
            <pc:sldMk cId="2356354733" sldId="396"/>
            <ac:spMk id="28" creationId="{00000000-0000-0000-0000-000000000000}"/>
          </ac:spMkLst>
        </pc:spChg>
        <pc:spChg chg="mod">
          <ac:chgData name="Kumar Das, Ayush" userId="72f1eeae-b8d7-48aa-96d0-c9f6ec42b06d" providerId="ADAL" clId="{42BBD943-BF21-42AA-9665-67479307D101}" dt="2026-09-22T06:28:39.557" v="5" actId="2711"/>
          <ac:spMkLst>
            <pc:docMk/>
            <pc:sldMk cId="2356354733" sldId="396"/>
            <ac:spMk id="30" creationId="{00000000-0000-0000-0000-000000000000}"/>
          </ac:spMkLst>
        </pc:spChg>
        <pc:spChg chg="mod">
          <ac:chgData name="Kumar Das, Ayush" userId="72f1eeae-b8d7-48aa-96d0-c9f6ec42b06d" providerId="ADAL" clId="{42BBD943-BF21-42AA-9665-67479307D101}" dt="2026-09-22T06:28:39.557" v="5" actId="2711"/>
          <ac:spMkLst>
            <pc:docMk/>
            <pc:sldMk cId="2356354733" sldId="396"/>
            <ac:spMk id="31" creationId="{00000000-0000-0000-0000-000000000000}"/>
          </ac:spMkLst>
        </pc:spChg>
      </pc:sldChg>
      <pc:sldChg chg="modSp del mod">
        <pc:chgData name="Kumar Das, Ayush" userId="72f1eeae-b8d7-48aa-96d0-c9f6ec42b06d" providerId="ADAL" clId="{42BBD943-BF21-42AA-9665-67479307D101}" dt="2026-09-22T06:41:24.352" v="39"/>
        <pc:sldMkLst>
          <pc:docMk/>
          <pc:sldMk cId="4280179590" sldId="397"/>
        </pc:sldMkLst>
        <pc:spChg chg="mod">
          <ac:chgData name="Kumar Das, Ayush" userId="72f1eeae-b8d7-48aa-96d0-c9f6ec42b06d" providerId="ADAL" clId="{42BBD943-BF21-42AA-9665-67479307D101}" dt="2026-09-22T06:27:39.346" v="2" actId="2711"/>
          <ac:spMkLst>
            <pc:docMk/>
            <pc:sldMk cId="4280179590" sldId="397"/>
            <ac:spMk id="31" creationId="{7B2B9FF2-84C3-F292-022A-98F331801C3D}"/>
          </ac:spMkLst>
        </pc:spChg>
        <pc:graphicFrameChg chg="modGraphic">
          <ac:chgData name="Kumar Das, Ayush" userId="72f1eeae-b8d7-48aa-96d0-c9f6ec42b06d" providerId="ADAL" clId="{42BBD943-BF21-42AA-9665-67479307D101}" dt="2026-09-22T06:28:07.562" v="4" actId="2711"/>
          <ac:graphicFrameMkLst>
            <pc:docMk/>
            <pc:sldMk cId="4280179590" sldId="397"/>
            <ac:graphicFrameMk id="32" creationId="{05A2A644-F856-36FB-F58E-C426A2B1E603}"/>
          </ac:graphicFrameMkLst>
        </pc:graphicFrameChg>
      </pc:sldChg>
      <pc:sldChg chg="del">
        <pc:chgData name="Kumar Das, Ayush" userId="72f1eeae-b8d7-48aa-96d0-c9f6ec42b06d" providerId="ADAL" clId="{42BBD943-BF21-42AA-9665-67479307D101}" dt="2026-09-22T06:41:38.412" v="43"/>
        <pc:sldMkLst>
          <pc:docMk/>
          <pc:sldMk cId="1136557157" sldId="398"/>
        </pc:sldMkLst>
      </pc:sldChg>
      <pc:sldChg chg="del">
        <pc:chgData name="Kumar Das, Ayush" userId="72f1eeae-b8d7-48aa-96d0-c9f6ec42b06d" providerId="ADAL" clId="{42BBD943-BF21-42AA-9665-67479307D101}" dt="2026-09-22T06:41:51.869" v="47"/>
        <pc:sldMkLst>
          <pc:docMk/>
          <pc:sldMk cId="2587300203" sldId="416"/>
        </pc:sldMkLst>
      </pc:sldChg>
      <pc:sldChg chg="del">
        <pc:chgData name="Kumar Das, Ayush" userId="72f1eeae-b8d7-48aa-96d0-c9f6ec42b06d" providerId="ADAL" clId="{42BBD943-BF21-42AA-9665-67479307D101}" dt="2026-09-22T06:41:58.408" v="49"/>
        <pc:sldMkLst>
          <pc:docMk/>
          <pc:sldMk cId="3300093514" sldId="417"/>
        </pc:sldMkLst>
      </pc:sldChg>
      <pc:sldChg chg="del">
        <pc:chgData name="Kumar Das, Ayush" userId="72f1eeae-b8d7-48aa-96d0-c9f6ec42b06d" providerId="ADAL" clId="{42BBD943-BF21-42AA-9665-67479307D101}" dt="2026-09-22T06:42:05.200" v="51"/>
        <pc:sldMkLst>
          <pc:docMk/>
          <pc:sldMk cId="2057792808" sldId="418"/>
        </pc:sldMkLst>
      </pc:sldChg>
      <pc:sldChg chg="del">
        <pc:chgData name="Kumar Das, Ayush" userId="72f1eeae-b8d7-48aa-96d0-c9f6ec42b06d" providerId="ADAL" clId="{42BBD943-BF21-42AA-9665-67479307D101}" dt="2026-09-22T06:42:11.889" v="53"/>
        <pc:sldMkLst>
          <pc:docMk/>
          <pc:sldMk cId="1428173778" sldId="419"/>
        </pc:sldMkLst>
      </pc:sldChg>
      <pc:sldChg chg="modSp del mod">
        <pc:chgData name="Kumar Das, Ayush" userId="72f1eeae-b8d7-48aa-96d0-c9f6ec42b06d" providerId="ADAL" clId="{42BBD943-BF21-42AA-9665-67479307D101}" dt="2026-09-22T06:42:34.694" v="57"/>
        <pc:sldMkLst>
          <pc:docMk/>
          <pc:sldMk cId="4113161193" sldId="420"/>
        </pc:sldMkLst>
        <pc:spChg chg="mod">
          <ac:chgData name="Kumar Das, Ayush" userId="72f1eeae-b8d7-48aa-96d0-c9f6ec42b06d" providerId="ADAL" clId="{42BBD943-BF21-42AA-9665-67479307D101}" dt="2026-09-22T06:25:45.289" v="1" actId="1076"/>
          <ac:spMkLst>
            <pc:docMk/>
            <pc:sldMk cId="4113161193" sldId="420"/>
            <ac:spMk id="42" creationId="{07804372-87A0-6062-2233-62D734C6C3F5}"/>
          </ac:spMkLst>
        </pc:spChg>
      </pc:sldChg>
      <pc:sldChg chg="del">
        <pc:chgData name="Kumar Das, Ayush" userId="72f1eeae-b8d7-48aa-96d0-c9f6ec42b06d" providerId="ADAL" clId="{42BBD943-BF21-42AA-9665-67479307D101}" dt="2026-09-22T06:42:17.777" v="55"/>
        <pc:sldMkLst>
          <pc:docMk/>
          <pc:sldMk cId="3290999650" sldId="421"/>
        </pc:sldMkLst>
      </pc:sldChg>
      <pc:sldChg chg="del">
        <pc:chgData name="Kumar Das, Ayush" userId="72f1eeae-b8d7-48aa-96d0-c9f6ec42b06d" providerId="ADAL" clId="{42BBD943-BF21-42AA-9665-67479307D101}" dt="2026-09-22T06:42:41.334" v="59"/>
        <pc:sldMkLst>
          <pc:docMk/>
          <pc:sldMk cId="2540299221" sldId="422"/>
        </pc:sldMkLst>
      </pc:sldChg>
      <pc:sldChg chg="del">
        <pc:chgData name="Kumar Das, Ayush" userId="72f1eeae-b8d7-48aa-96d0-c9f6ec42b06d" providerId="ADAL" clId="{42BBD943-BF21-42AA-9665-67479307D101}" dt="2026-09-22T06:42:48.656" v="61"/>
        <pc:sldMkLst>
          <pc:docMk/>
          <pc:sldMk cId="3361424002" sldId="423"/>
        </pc:sldMkLst>
      </pc:sldChg>
      <pc:sldChg chg="del">
        <pc:chgData name="Kumar Das, Ayush" userId="72f1eeae-b8d7-48aa-96d0-c9f6ec42b06d" providerId="ADAL" clId="{42BBD943-BF21-42AA-9665-67479307D101}" dt="2026-09-22T06:43:01.579" v="65"/>
        <pc:sldMkLst>
          <pc:docMk/>
          <pc:sldMk cId="2973076065" sldId="424"/>
        </pc:sldMkLst>
      </pc:sldChg>
      <pc:sldChg chg="del">
        <pc:chgData name="Kumar Das, Ayush" userId="72f1eeae-b8d7-48aa-96d0-c9f6ec42b06d" providerId="ADAL" clId="{42BBD943-BF21-42AA-9665-67479307D101}" dt="2026-09-22T06:43:14.243" v="69"/>
        <pc:sldMkLst>
          <pc:docMk/>
          <pc:sldMk cId="2073134993" sldId="427"/>
        </pc:sldMkLst>
      </pc:sldChg>
      <pc:sldChg chg="del">
        <pc:chgData name="Kumar Das, Ayush" userId="72f1eeae-b8d7-48aa-96d0-c9f6ec42b06d" providerId="ADAL" clId="{42BBD943-BF21-42AA-9665-67479307D101}" dt="2026-09-22T06:43:35.019" v="75"/>
        <pc:sldMkLst>
          <pc:docMk/>
          <pc:sldMk cId="771681522" sldId="428"/>
        </pc:sldMkLst>
      </pc:sldChg>
      <pc:sldChg chg="del">
        <pc:chgData name="Kumar Das, Ayush" userId="72f1eeae-b8d7-48aa-96d0-c9f6ec42b06d" providerId="ADAL" clId="{42BBD943-BF21-42AA-9665-67479307D101}" dt="2026-09-22T06:43:21.888" v="71"/>
        <pc:sldMkLst>
          <pc:docMk/>
          <pc:sldMk cId="1133158615" sldId="429"/>
        </pc:sldMkLst>
      </pc:sldChg>
      <pc:sldChg chg="del">
        <pc:chgData name="Kumar Das, Ayush" userId="72f1eeae-b8d7-48aa-96d0-c9f6ec42b06d" providerId="ADAL" clId="{42BBD943-BF21-42AA-9665-67479307D101}" dt="2026-09-22T06:43:28.269" v="73"/>
        <pc:sldMkLst>
          <pc:docMk/>
          <pc:sldMk cId="676712649" sldId="430"/>
        </pc:sldMkLst>
      </pc:sldChg>
      <pc:sldChg chg="del">
        <pc:chgData name="Kumar Das, Ayush" userId="72f1eeae-b8d7-48aa-96d0-c9f6ec42b06d" providerId="ADAL" clId="{42BBD943-BF21-42AA-9665-67479307D101}" dt="2026-09-22T06:42:54.946" v="63"/>
        <pc:sldMkLst>
          <pc:docMk/>
          <pc:sldMk cId="3491575521" sldId="434"/>
        </pc:sldMkLst>
      </pc:sldChg>
      <pc:sldChg chg="del">
        <pc:chgData name="Kumar Das, Ayush" userId="72f1eeae-b8d7-48aa-96d0-c9f6ec42b06d" providerId="ADAL" clId="{42BBD943-BF21-42AA-9665-67479307D101}" dt="2026-09-22T06:41:45.332" v="45"/>
        <pc:sldMkLst>
          <pc:docMk/>
          <pc:sldMk cId="3071619637" sldId="435"/>
        </pc:sldMkLst>
      </pc:sldChg>
      <pc:sldChg chg="del">
        <pc:chgData name="Kumar Das, Ayush" userId="72f1eeae-b8d7-48aa-96d0-c9f6ec42b06d" providerId="ADAL" clId="{42BBD943-BF21-42AA-9665-67479307D101}" dt="2026-09-22T06:43:41.852" v="77"/>
        <pc:sldMkLst>
          <pc:docMk/>
          <pc:sldMk cId="3287276225" sldId="437"/>
        </pc:sldMkLst>
      </pc:sldChg>
      <pc:sldChg chg="del">
        <pc:chgData name="Kumar Das, Ayush" userId="72f1eeae-b8d7-48aa-96d0-c9f6ec42b06d" providerId="ADAL" clId="{42BBD943-BF21-42AA-9665-67479307D101}" dt="2026-09-22T06:43:07.985" v="67"/>
        <pc:sldMkLst>
          <pc:docMk/>
          <pc:sldMk cId="1499338563" sldId="438"/>
        </pc:sldMkLst>
      </pc:sldChg>
      <pc:sldChg chg="add">
        <pc:chgData name="Kumar Das, Ayush" userId="72f1eeae-b8d7-48aa-96d0-c9f6ec42b06d" providerId="ADAL" clId="{42BBD943-BF21-42AA-9665-67479307D101}" dt="2026-09-22T06:41:24.326" v="38"/>
        <pc:sldMkLst>
          <pc:docMk/>
          <pc:sldMk cId="3988868725" sldId="446"/>
        </pc:sldMkLst>
      </pc:sldChg>
      <pc:sldChg chg="add">
        <pc:chgData name="Kumar Das, Ayush" userId="72f1eeae-b8d7-48aa-96d0-c9f6ec42b06d" providerId="ADAL" clId="{42BBD943-BF21-42AA-9665-67479307D101}" dt="2026-09-22T06:41:32.242" v="40"/>
        <pc:sldMkLst>
          <pc:docMk/>
          <pc:sldMk cId="1211110745" sldId="447"/>
        </pc:sldMkLst>
      </pc:sldChg>
      <pc:sldChg chg="add">
        <pc:chgData name="Kumar Das, Ayush" userId="72f1eeae-b8d7-48aa-96d0-c9f6ec42b06d" providerId="ADAL" clId="{42BBD943-BF21-42AA-9665-67479307D101}" dt="2026-09-22T06:41:38.391" v="42"/>
        <pc:sldMkLst>
          <pc:docMk/>
          <pc:sldMk cId="436312892" sldId="448"/>
        </pc:sldMkLst>
      </pc:sldChg>
      <pc:sldChg chg="add">
        <pc:chgData name="Kumar Das, Ayush" userId="72f1eeae-b8d7-48aa-96d0-c9f6ec42b06d" providerId="ADAL" clId="{42BBD943-BF21-42AA-9665-67479307D101}" dt="2026-09-22T06:41:45.305" v="44"/>
        <pc:sldMkLst>
          <pc:docMk/>
          <pc:sldMk cId="3435193582" sldId="449"/>
        </pc:sldMkLst>
      </pc:sldChg>
      <pc:sldChg chg="add">
        <pc:chgData name="Kumar Das, Ayush" userId="72f1eeae-b8d7-48aa-96d0-c9f6ec42b06d" providerId="ADAL" clId="{42BBD943-BF21-42AA-9665-67479307D101}" dt="2026-09-22T06:41:51.847" v="46"/>
        <pc:sldMkLst>
          <pc:docMk/>
          <pc:sldMk cId="2278730916" sldId="450"/>
        </pc:sldMkLst>
      </pc:sldChg>
      <pc:sldChg chg="add">
        <pc:chgData name="Kumar Das, Ayush" userId="72f1eeae-b8d7-48aa-96d0-c9f6ec42b06d" providerId="ADAL" clId="{42BBD943-BF21-42AA-9665-67479307D101}" dt="2026-09-22T06:41:58.389" v="48"/>
        <pc:sldMkLst>
          <pc:docMk/>
          <pc:sldMk cId="1733982619" sldId="451"/>
        </pc:sldMkLst>
      </pc:sldChg>
      <pc:sldChg chg="add">
        <pc:chgData name="Kumar Das, Ayush" userId="72f1eeae-b8d7-48aa-96d0-c9f6ec42b06d" providerId="ADAL" clId="{42BBD943-BF21-42AA-9665-67479307D101}" dt="2026-09-22T06:42:05.178" v="50"/>
        <pc:sldMkLst>
          <pc:docMk/>
          <pc:sldMk cId="3969543636" sldId="452"/>
        </pc:sldMkLst>
      </pc:sldChg>
      <pc:sldChg chg="add">
        <pc:chgData name="Kumar Das, Ayush" userId="72f1eeae-b8d7-48aa-96d0-c9f6ec42b06d" providerId="ADAL" clId="{42BBD943-BF21-42AA-9665-67479307D101}" dt="2026-09-22T06:42:11.870" v="52"/>
        <pc:sldMkLst>
          <pc:docMk/>
          <pc:sldMk cId="1809851425" sldId="453"/>
        </pc:sldMkLst>
      </pc:sldChg>
      <pc:sldChg chg="add">
        <pc:chgData name="Kumar Das, Ayush" userId="72f1eeae-b8d7-48aa-96d0-c9f6ec42b06d" providerId="ADAL" clId="{42BBD943-BF21-42AA-9665-67479307D101}" dt="2026-09-22T06:42:17.760" v="54"/>
        <pc:sldMkLst>
          <pc:docMk/>
          <pc:sldMk cId="3775917252" sldId="454"/>
        </pc:sldMkLst>
      </pc:sldChg>
      <pc:sldChg chg="add">
        <pc:chgData name="Kumar Das, Ayush" userId="72f1eeae-b8d7-48aa-96d0-c9f6ec42b06d" providerId="ADAL" clId="{42BBD943-BF21-42AA-9665-67479307D101}" dt="2026-09-22T06:42:34.670" v="56"/>
        <pc:sldMkLst>
          <pc:docMk/>
          <pc:sldMk cId="279203579" sldId="455"/>
        </pc:sldMkLst>
      </pc:sldChg>
      <pc:sldChg chg="add">
        <pc:chgData name="Kumar Das, Ayush" userId="72f1eeae-b8d7-48aa-96d0-c9f6ec42b06d" providerId="ADAL" clId="{42BBD943-BF21-42AA-9665-67479307D101}" dt="2026-09-22T06:42:41.312" v="58"/>
        <pc:sldMkLst>
          <pc:docMk/>
          <pc:sldMk cId="650121665" sldId="456"/>
        </pc:sldMkLst>
      </pc:sldChg>
      <pc:sldChg chg="add">
        <pc:chgData name="Kumar Das, Ayush" userId="72f1eeae-b8d7-48aa-96d0-c9f6ec42b06d" providerId="ADAL" clId="{42BBD943-BF21-42AA-9665-67479307D101}" dt="2026-09-22T06:42:48.640" v="60"/>
        <pc:sldMkLst>
          <pc:docMk/>
          <pc:sldMk cId="2146010313" sldId="457"/>
        </pc:sldMkLst>
      </pc:sldChg>
      <pc:sldChg chg="add">
        <pc:chgData name="Kumar Das, Ayush" userId="72f1eeae-b8d7-48aa-96d0-c9f6ec42b06d" providerId="ADAL" clId="{42BBD943-BF21-42AA-9665-67479307D101}" dt="2026-09-22T06:42:54.929" v="62"/>
        <pc:sldMkLst>
          <pc:docMk/>
          <pc:sldMk cId="133239" sldId="458"/>
        </pc:sldMkLst>
      </pc:sldChg>
      <pc:sldChg chg="add">
        <pc:chgData name="Kumar Das, Ayush" userId="72f1eeae-b8d7-48aa-96d0-c9f6ec42b06d" providerId="ADAL" clId="{42BBD943-BF21-42AA-9665-67479307D101}" dt="2026-09-22T06:43:01.562" v="64"/>
        <pc:sldMkLst>
          <pc:docMk/>
          <pc:sldMk cId="751907579" sldId="459"/>
        </pc:sldMkLst>
      </pc:sldChg>
      <pc:sldChg chg="add">
        <pc:chgData name="Kumar Das, Ayush" userId="72f1eeae-b8d7-48aa-96d0-c9f6ec42b06d" providerId="ADAL" clId="{42BBD943-BF21-42AA-9665-67479307D101}" dt="2026-09-22T06:43:07.965" v="66"/>
        <pc:sldMkLst>
          <pc:docMk/>
          <pc:sldMk cId="2480335101" sldId="460"/>
        </pc:sldMkLst>
      </pc:sldChg>
      <pc:sldChg chg="add">
        <pc:chgData name="Kumar Das, Ayush" userId="72f1eeae-b8d7-48aa-96d0-c9f6ec42b06d" providerId="ADAL" clId="{42BBD943-BF21-42AA-9665-67479307D101}" dt="2026-09-22T06:43:14.218" v="68"/>
        <pc:sldMkLst>
          <pc:docMk/>
          <pc:sldMk cId="336025190" sldId="461"/>
        </pc:sldMkLst>
      </pc:sldChg>
      <pc:sldChg chg="add">
        <pc:chgData name="Kumar Das, Ayush" userId="72f1eeae-b8d7-48aa-96d0-c9f6ec42b06d" providerId="ADAL" clId="{42BBD943-BF21-42AA-9665-67479307D101}" dt="2026-09-22T06:43:21.870" v="70"/>
        <pc:sldMkLst>
          <pc:docMk/>
          <pc:sldMk cId="3366462255" sldId="462"/>
        </pc:sldMkLst>
      </pc:sldChg>
      <pc:sldChg chg="add">
        <pc:chgData name="Kumar Das, Ayush" userId="72f1eeae-b8d7-48aa-96d0-c9f6ec42b06d" providerId="ADAL" clId="{42BBD943-BF21-42AA-9665-67479307D101}" dt="2026-09-22T06:43:28.247" v="72"/>
        <pc:sldMkLst>
          <pc:docMk/>
          <pc:sldMk cId="4062813214" sldId="463"/>
        </pc:sldMkLst>
      </pc:sldChg>
      <pc:sldChg chg="add">
        <pc:chgData name="Kumar Das, Ayush" userId="72f1eeae-b8d7-48aa-96d0-c9f6ec42b06d" providerId="ADAL" clId="{42BBD943-BF21-42AA-9665-67479307D101}" dt="2026-09-22T06:43:34.996" v="74"/>
        <pc:sldMkLst>
          <pc:docMk/>
          <pc:sldMk cId="1251460883" sldId="464"/>
        </pc:sldMkLst>
      </pc:sldChg>
      <pc:sldChg chg="add">
        <pc:chgData name="Kumar Das, Ayush" userId="72f1eeae-b8d7-48aa-96d0-c9f6ec42b06d" providerId="ADAL" clId="{42BBD943-BF21-42AA-9665-67479307D101}" dt="2026-09-22T06:43:41.829" v="76"/>
        <pc:sldMkLst>
          <pc:docMk/>
          <pc:sldMk cId="4170224584" sldId="465"/>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1C1_CCC0E4EE.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_1C1_CCC0E4EE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chemeClr val="accent6"/>
              </a:solidFill>
              <a:ln w="19050">
                <a:solidFill>
                  <a:schemeClr val="lt1"/>
                </a:solidFill>
              </a:ln>
              <a:effectLst/>
            </c:spPr>
            <c:extLst>
              <c:ext xmlns:c16="http://schemas.microsoft.com/office/drawing/2014/chart" uri="{C3380CC4-5D6E-409C-BE32-E72D297353CC}">
                <c16:uniqueId val="{00000001-EAAF-4A22-9755-966F3EB3089B}"/>
              </c:ext>
            </c:extLst>
          </c:dPt>
          <c:dPt>
            <c:idx val="1"/>
            <c:bubble3D val="0"/>
            <c:spPr>
              <a:noFill/>
              <a:ln w="19050">
                <a:solidFill>
                  <a:schemeClr val="lt1"/>
                </a:solidFill>
              </a:ln>
              <a:effectLst/>
            </c:spPr>
            <c:extLst>
              <c:ext xmlns:c16="http://schemas.microsoft.com/office/drawing/2014/chart" uri="{C3380CC4-5D6E-409C-BE32-E72D297353CC}">
                <c16:uniqueId val="{00000001-F162-4CD1-9060-756E67FDD632}"/>
              </c:ext>
            </c:extLst>
          </c:dPt>
          <c:dPt>
            <c:idx val="2"/>
            <c:bubble3D val="0"/>
            <c:spPr>
              <a:solidFill>
                <a:schemeClr val="accent4"/>
              </a:solidFill>
              <a:ln w="19050">
                <a:solidFill>
                  <a:schemeClr val="lt1"/>
                </a:solidFill>
              </a:ln>
              <a:effectLst/>
            </c:spPr>
            <c:extLst>
              <c:ext xmlns:c16="http://schemas.microsoft.com/office/drawing/2014/chart" uri="{C3380CC4-5D6E-409C-BE32-E72D297353CC}">
                <c16:uniqueId val="{00000005-EAAF-4A22-9755-966F3EB3089B}"/>
              </c:ext>
            </c:extLst>
          </c:dPt>
          <c:dPt>
            <c:idx val="3"/>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07-EAAF-4A22-9755-966F3EB3089B}"/>
              </c:ext>
            </c:extLst>
          </c:dPt>
          <c:dLbls>
            <c:delete val="1"/>
          </c:dLbls>
          <c:cat>
            <c:strRef>
              <c:f>Sheet1!$A$2:$A$5</c:f>
              <c:strCache>
                <c:ptCount val="2"/>
                <c:pt idx="0">
                  <c:v>1st Qtr</c:v>
                </c:pt>
                <c:pt idx="1">
                  <c:v>2nd Qtr</c:v>
                </c:pt>
              </c:strCache>
            </c:strRef>
          </c:cat>
          <c:val>
            <c:numRef>
              <c:f>Sheet1!$B$2:$B$5</c:f>
              <c:numCache>
                <c:formatCode>0%</c:formatCode>
                <c:ptCount val="4"/>
                <c:pt idx="0">
                  <c:v>0.7</c:v>
                </c:pt>
                <c:pt idx="1">
                  <c:v>0.3</c:v>
                </c:pt>
              </c:numCache>
            </c:numRef>
          </c:val>
          <c:extLst>
            <c:ext xmlns:c16="http://schemas.microsoft.com/office/drawing/2014/chart" uri="{C3380CC4-5D6E-409C-BE32-E72D297353CC}">
              <c16:uniqueId val="{00000000-F162-4CD1-9060-756E67FDD632}"/>
            </c:ext>
          </c:extLst>
        </c:ser>
        <c:dLbls>
          <c:dLblPos val="ctr"/>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noFill/>
              <a:ln w="19050">
                <a:solidFill>
                  <a:schemeClr val="lt1"/>
                </a:solidFill>
              </a:ln>
              <a:effectLst/>
            </c:spPr>
            <c:extLst>
              <c:ext xmlns:c16="http://schemas.microsoft.com/office/drawing/2014/chart" uri="{C3380CC4-5D6E-409C-BE32-E72D297353CC}">
                <c16:uniqueId val="{00000001-6480-4F2A-8871-CC2E4D02CE4B}"/>
              </c:ext>
            </c:extLst>
          </c:dPt>
          <c:dPt>
            <c:idx val="1"/>
            <c:bubble3D val="0"/>
            <c:spPr>
              <a:solidFill>
                <a:schemeClr val="accent5"/>
              </a:solidFill>
              <a:ln w="19050">
                <a:solidFill>
                  <a:schemeClr val="lt1"/>
                </a:solidFill>
              </a:ln>
              <a:effectLst/>
            </c:spPr>
            <c:extLst>
              <c:ext xmlns:c16="http://schemas.microsoft.com/office/drawing/2014/chart" uri="{C3380CC4-5D6E-409C-BE32-E72D297353CC}">
                <c16:uniqueId val="{00000003-6480-4F2A-8871-CC2E4D02CE4B}"/>
              </c:ext>
            </c:extLst>
          </c:dPt>
          <c:dPt>
            <c:idx val="2"/>
            <c:bubble3D val="0"/>
            <c:spPr>
              <a:solidFill>
                <a:schemeClr val="accent4"/>
              </a:solidFill>
              <a:ln w="19050">
                <a:solidFill>
                  <a:schemeClr val="lt1"/>
                </a:solidFill>
              </a:ln>
              <a:effectLst/>
            </c:spPr>
            <c:extLst>
              <c:ext xmlns:c16="http://schemas.microsoft.com/office/drawing/2014/chart" uri="{C3380CC4-5D6E-409C-BE32-E72D297353CC}">
                <c16:uniqueId val="{00000005-6480-4F2A-8871-CC2E4D02CE4B}"/>
              </c:ext>
            </c:extLst>
          </c:dPt>
          <c:dPt>
            <c:idx val="3"/>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07-6480-4F2A-8871-CC2E4D02CE4B}"/>
              </c:ext>
            </c:extLst>
          </c:dPt>
          <c:dLbls>
            <c:delete val="1"/>
          </c:dLbls>
          <c:cat>
            <c:strRef>
              <c:f>Sheet1!$A$2:$A$5</c:f>
              <c:strCache>
                <c:ptCount val="2"/>
                <c:pt idx="0">
                  <c:v>1st Qtr</c:v>
                </c:pt>
                <c:pt idx="1">
                  <c:v>2nd Qtr</c:v>
                </c:pt>
              </c:strCache>
            </c:strRef>
          </c:cat>
          <c:val>
            <c:numRef>
              <c:f>Sheet1!$B$2:$B$5</c:f>
              <c:numCache>
                <c:formatCode>0%</c:formatCode>
                <c:ptCount val="4"/>
                <c:pt idx="0">
                  <c:v>0.7</c:v>
                </c:pt>
                <c:pt idx="1">
                  <c:v>0.3</c:v>
                </c:pt>
              </c:numCache>
            </c:numRef>
          </c:val>
          <c:extLst>
            <c:ext xmlns:c16="http://schemas.microsoft.com/office/drawing/2014/chart" uri="{C3380CC4-5D6E-409C-BE32-E72D297353CC}">
              <c16:uniqueId val="{00000008-6480-4F2A-8871-CC2E4D02CE4B}"/>
            </c:ext>
          </c:extLst>
        </c:ser>
        <c:dLbls>
          <c:dLblPos val="ctr"/>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174A7F-6D70-48AA-955A-FF3D8B8D0B84}" type="datetimeFigureOut">
              <a:rPr lang="en-US" smtClean="0"/>
              <a:t>9/21/2026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AB4E4F-A372-417E-8DDB-6BA78C2C6400}" type="slidenum">
              <a:rPr lang="en-US" smtClean="0"/>
              <a:t>‹#›</a:t>
            </a:fld>
            <a:endParaRPr lang="en-US"/>
          </a:p>
        </p:txBody>
      </p:sp>
    </p:spTree>
    <p:extLst>
      <p:ext uri="{BB962C8B-B14F-4D97-AF65-F5344CB8AC3E}">
        <p14:creationId xmlns:p14="http://schemas.microsoft.com/office/powerpoint/2010/main" val="31754175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3 char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365DEF1-19BC-4909-35C9-78BF5A701A4B}"/>
              </a:ext>
            </a:extLst>
          </p:cNvPr>
          <p:cNvPicPr>
            <a:picLocks noChangeAspect="1"/>
          </p:cNvPicPr>
          <p:nvPr userDrawn="1"/>
        </p:nvPicPr>
        <p:blipFill>
          <a:blip r:embed="rId2" cstate="email">
            <a:alphaModFix/>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7" name="Chart Placeholder 3"/>
          <p:cNvSpPr>
            <a:spLocks noGrp="1"/>
          </p:cNvSpPr>
          <p:nvPr>
            <p:ph type="chart" sz="quarter" idx="15"/>
          </p:nvPr>
        </p:nvSpPr>
        <p:spPr>
          <a:xfrm>
            <a:off x="742950" y="2293299"/>
            <a:ext cx="3600000" cy="3930791"/>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742950" y="1906589"/>
            <a:ext cx="3600000" cy="392112"/>
          </a:xfrm>
          <a:prstGeom prst="rect">
            <a:avLst/>
          </a:prstGeom>
        </p:spPr>
        <p:txBody>
          <a:bodyPr/>
          <a:lstStyle>
            <a:lvl1pPr algn="ctr">
              <a:defRPr/>
            </a:lvl1pPr>
          </a:lstStyle>
          <a:p>
            <a:pPr lvl="0"/>
            <a:r>
              <a:rPr lang="en-US" noProof="0"/>
              <a:t>Edit Master text styles</a:t>
            </a:r>
          </a:p>
        </p:txBody>
      </p:sp>
      <p:sp>
        <p:nvSpPr>
          <p:cNvPr id="7" name="Chart Placeholder 3"/>
          <p:cNvSpPr>
            <a:spLocks noGrp="1"/>
          </p:cNvSpPr>
          <p:nvPr>
            <p:ph type="chart" sz="quarter" idx="19"/>
          </p:nvPr>
        </p:nvSpPr>
        <p:spPr>
          <a:xfrm>
            <a:off x="4432318" y="2293298"/>
            <a:ext cx="3600000" cy="3930791"/>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432317" y="1906588"/>
            <a:ext cx="3600000" cy="392112"/>
          </a:xfrm>
          <a:prstGeom prst="rect">
            <a:avLst/>
          </a:prstGeom>
        </p:spPr>
        <p:txBody>
          <a:bodyPr/>
          <a:lstStyle>
            <a:lvl1pPr algn="ctr">
              <a:defRPr/>
            </a:lvl1pPr>
          </a:lstStyle>
          <a:p>
            <a:pPr lvl="0"/>
            <a:r>
              <a:rPr lang="en-US" noProof="0"/>
              <a:t>Edit Master text styles</a:t>
            </a:r>
          </a:p>
        </p:txBody>
      </p:sp>
      <p:sp>
        <p:nvSpPr>
          <p:cNvPr id="9" name="Chart Placeholder 3"/>
          <p:cNvSpPr>
            <a:spLocks noGrp="1"/>
          </p:cNvSpPr>
          <p:nvPr>
            <p:ph type="chart" sz="quarter" idx="21"/>
          </p:nvPr>
        </p:nvSpPr>
        <p:spPr>
          <a:xfrm>
            <a:off x="8121685" y="2293299"/>
            <a:ext cx="3600000" cy="3930791"/>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1684" y="1900445"/>
            <a:ext cx="3600000" cy="398256"/>
          </a:xfrm>
          <a:prstGeom prst="rect">
            <a:avLst/>
          </a:prstGeom>
        </p:spPr>
        <p:txBody>
          <a:bodyPr/>
          <a:lstStyle>
            <a:lvl1pPr algn="ctr">
              <a:defRPr/>
            </a:lvl1pPr>
          </a:lstStyle>
          <a:p>
            <a:pPr lvl="0"/>
            <a:r>
              <a:rPr lang="en-US" noProof="0"/>
              <a:t>Edit Master text styles</a:t>
            </a:r>
          </a:p>
        </p:txBody>
      </p:sp>
      <p:sp>
        <p:nvSpPr>
          <p:cNvPr id="4" name="Text Placeholder 8">
            <a:extLst>
              <a:ext uri="{FF2B5EF4-FFF2-40B4-BE49-F238E27FC236}">
                <a16:creationId xmlns:a16="http://schemas.microsoft.com/office/drawing/2014/main" id="{A2A25C17-74F3-7BCE-B0D3-F90B618B368F}"/>
              </a:ext>
            </a:extLst>
          </p:cNvPr>
          <p:cNvSpPr>
            <a:spLocks noGrp="1"/>
          </p:cNvSpPr>
          <p:nvPr>
            <p:ph type="body" sz="quarter" idx="36" hasCustomPrompt="1"/>
          </p:nvPr>
        </p:nvSpPr>
        <p:spPr>
          <a:xfrm>
            <a:off x="742950" y="1371521"/>
            <a:ext cx="10706100" cy="276999"/>
          </a:xfrm>
          <a:prstGeom prst="rect">
            <a:avLst/>
          </a:prstGeom>
        </p:spPr>
        <p:txBody>
          <a:bodyPr lIns="0" tIns="0" rIns="0" bIns="0">
            <a:spAutoFit/>
          </a:bodyPr>
          <a:lstStyle>
            <a:lvl1pPr marL="0" indent="0">
              <a:buNone/>
              <a:defRPr sz="1800" b="0" i="0">
                <a:solidFill>
                  <a:schemeClr val="bg1">
                    <a:lumMod val="50000"/>
                  </a:schemeClr>
                </a:solidFill>
                <a:latin typeface="Calibri" panose="020B0306030504020204" pitchFamily="34" charset="0"/>
                <a:ea typeface="Calibri" panose="020B0306030504020204" pitchFamily="34" charset="0"/>
                <a:cs typeface="Calibri" panose="020B0306030504020204" pitchFamily="34" charset="0"/>
              </a:defRPr>
            </a:lvl1pPr>
          </a:lstStyle>
          <a:p>
            <a:pPr lvl="0"/>
            <a:r>
              <a:rPr lang="en-US"/>
              <a:t>Click to add subtitle</a:t>
            </a:r>
          </a:p>
        </p:txBody>
      </p:sp>
      <p:sp>
        <p:nvSpPr>
          <p:cNvPr id="5" name="Title Placeholder 1">
            <a:extLst>
              <a:ext uri="{FF2B5EF4-FFF2-40B4-BE49-F238E27FC236}">
                <a16:creationId xmlns:a16="http://schemas.microsoft.com/office/drawing/2014/main" id="{962E0749-E24E-CCF1-5D3D-8EDAD1FC2553}"/>
              </a:ext>
            </a:extLst>
          </p:cNvPr>
          <p:cNvSpPr>
            <a:spLocks noGrp="1"/>
          </p:cNvSpPr>
          <p:nvPr>
            <p:ph type="title" hasCustomPrompt="1"/>
          </p:nvPr>
        </p:nvSpPr>
        <p:spPr>
          <a:xfrm>
            <a:off x="742950" y="742950"/>
            <a:ext cx="10706100" cy="371475"/>
          </a:xfrm>
          <a:prstGeom prst="rect">
            <a:avLst/>
          </a:prstGeom>
        </p:spPr>
        <p:txBody>
          <a:bodyPr vert="horz" lIns="0" tIns="0" rIns="0" bIns="0" rtlCol="0" anchor="t" anchorCtr="0">
            <a:noAutofit/>
          </a:bodyPr>
          <a:lstStyle>
            <a:lvl1pPr>
              <a:defRPr sz="3600" b="0" i="0">
                <a:solidFill>
                  <a:srgbClr val="005587"/>
                </a:solidFill>
                <a:latin typeface="Calibri" panose="020B0306030504020204" pitchFamily="34" charset="0"/>
                <a:ea typeface="Calibri" panose="020B0306030504020204" pitchFamily="34" charset="0"/>
                <a:cs typeface="Calibri" panose="020B0306030504020204" pitchFamily="34" charset="0"/>
              </a:defRPr>
            </a:lvl1pPr>
          </a:lstStyle>
          <a:p>
            <a:r>
              <a:rPr lang="en-US"/>
              <a:t>Click to add title</a:t>
            </a:r>
          </a:p>
        </p:txBody>
      </p:sp>
      <p:sp>
        <p:nvSpPr>
          <p:cNvPr id="6" name="TextBox 5">
            <a:extLst>
              <a:ext uri="{FF2B5EF4-FFF2-40B4-BE49-F238E27FC236}">
                <a16:creationId xmlns:a16="http://schemas.microsoft.com/office/drawing/2014/main" id="{A4BBB5BF-4968-BB8A-77BA-1042B308BF6A}"/>
              </a:ext>
            </a:extLst>
          </p:cNvPr>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2">
                    <a:lumMod val="90000"/>
                  </a:schemeClr>
                </a:solidFill>
              </a:rPr>
              <a:pPr marL="0" indent="0" algn="r">
                <a:spcBef>
                  <a:spcPts val="800"/>
                </a:spcBef>
                <a:buSzPct val="100000"/>
                <a:buFont typeface="Arial"/>
                <a:buNone/>
              </a:pPr>
              <a:t>‹#›</a:t>
            </a:fld>
            <a:endParaRPr lang="en-US" sz="650" noProof="0">
              <a:solidFill>
                <a:schemeClr val="bg2">
                  <a:lumMod val="90000"/>
                </a:schemeClr>
              </a:solidFill>
            </a:endParaRPr>
          </a:p>
        </p:txBody>
      </p:sp>
    </p:spTree>
    <p:extLst>
      <p:ext uri="{BB962C8B-B14F-4D97-AF65-F5344CB8AC3E}">
        <p14:creationId xmlns:p14="http://schemas.microsoft.com/office/powerpoint/2010/main" val="48675714"/>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3 char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D1374B9-40B1-05B3-57A5-D10D7F936F74}"/>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7" name="Chart Placeholder 3"/>
          <p:cNvSpPr>
            <a:spLocks noGrp="1"/>
          </p:cNvSpPr>
          <p:nvPr>
            <p:ph type="chart" sz="quarter" idx="15"/>
          </p:nvPr>
        </p:nvSpPr>
        <p:spPr>
          <a:xfrm>
            <a:off x="742950" y="2293299"/>
            <a:ext cx="3600000" cy="3930791"/>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742950" y="1906589"/>
            <a:ext cx="3600000" cy="392112"/>
          </a:xfrm>
          <a:prstGeom prst="rect">
            <a:avLst/>
          </a:prstGeom>
        </p:spPr>
        <p:txBody>
          <a:bodyPr/>
          <a:lstStyle>
            <a:lvl1pPr algn="ctr">
              <a:defRPr>
                <a:solidFill>
                  <a:schemeClr val="bg1"/>
                </a:solidFill>
              </a:defRPr>
            </a:lvl1pPr>
          </a:lstStyle>
          <a:p>
            <a:pPr lvl="0"/>
            <a:r>
              <a:rPr lang="en-US" noProof="0"/>
              <a:t>Edit Master text styles</a:t>
            </a:r>
          </a:p>
        </p:txBody>
      </p:sp>
      <p:sp>
        <p:nvSpPr>
          <p:cNvPr id="7" name="Chart Placeholder 3"/>
          <p:cNvSpPr>
            <a:spLocks noGrp="1"/>
          </p:cNvSpPr>
          <p:nvPr>
            <p:ph type="chart" sz="quarter" idx="19"/>
          </p:nvPr>
        </p:nvSpPr>
        <p:spPr>
          <a:xfrm>
            <a:off x="4432318" y="2293298"/>
            <a:ext cx="3600000" cy="3930791"/>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432317" y="1906588"/>
            <a:ext cx="3600000" cy="392112"/>
          </a:xfrm>
          <a:prstGeom prst="rect">
            <a:avLst/>
          </a:prstGeom>
        </p:spPr>
        <p:txBody>
          <a:bodyPr/>
          <a:lstStyle>
            <a:lvl1pPr algn="ctr">
              <a:defRPr>
                <a:solidFill>
                  <a:schemeClr val="bg1"/>
                </a:solidFill>
              </a:defRPr>
            </a:lvl1pPr>
          </a:lstStyle>
          <a:p>
            <a:pPr lvl="0"/>
            <a:r>
              <a:rPr lang="en-US" noProof="0"/>
              <a:t>Edit Master text styles</a:t>
            </a:r>
          </a:p>
        </p:txBody>
      </p:sp>
      <p:sp>
        <p:nvSpPr>
          <p:cNvPr id="9" name="Chart Placeholder 3"/>
          <p:cNvSpPr>
            <a:spLocks noGrp="1"/>
          </p:cNvSpPr>
          <p:nvPr>
            <p:ph type="chart" sz="quarter" idx="21"/>
          </p:nvPr>
        </p:nvSpPr>
        <p:spPr>
          <a:xfrm>
            <a:off x="8121685" y="2293299"/>
            <a:ext cx="3600000" cy="3930791"/>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1684" y="1900445"/>
            <a:ext cx="3600000" cy="398256"/>
          </a:xfrm>
          <a:prstGeom prst="rect">
            <a:avLst/>
          </a:prstGeom>
        </p:spPr>
        <p:txBody>
          <a:bodyPr/>
          <a:lstStyle>
            <a:lvl1pPr algn="ctr">
              <a:defRPr>
                <a:solidFill>
                  <a:schemeClr val="bg1"/>
                </a:solidFill>
              </a:defRPr>
            </a:lvl1pPr>
          </a:lstStyle>
          <a:p>
            <a:pPr lvl="0"/>
            <a:r>
              <a:rPr lang="en-US" noProof="0"/>
              <a:t>Edit Master text styles</a:t>
            </a:r>
          </a:p>
        </p:txBody>
      </p:sp>
      <p:sp>
        <p:nvSpPr>
          <p:cNvPr id="4" name="Text Placeholder 8">
            <a:extLst>
              <a:ext uri="{FF2B5EF4-FFF2-40B4-BE49-F238E27FC236}">
                <a16:creationId xmlns:a16="http://schemas.microsoft.com/office/drawing/2014/main" id="{A2A25C17-74F3-7BCE-B0D3-F90B618B368F}"/>
              </a:ext>
            </a:extLst>
          </p:cNvPr>
          <p:cNvSpPr>
            <a:spLocks noGrp="1"/>
          </p:cNvSpPr>
          <p:nvPr>
            <p:ph type="body" sz="quarter" idx="36" hasCustomPrompt="1"/>
          </p:nvPr>
        </p:nvSpPr>
        <p:spPr>
          <a:xfrm>
            <a:off x="742950" y="1371521"/>
            <a:ext cx="10706100" cy="276999"/>
          </a:xfrm>
          <a:prstGeom prst="rect">
            <a:avLst/>
          </a:prstGeom>
        </p:spPr>
        <p:txBody>
          <a:bodyPr lIns="0" tIns="0" rIns="0" bIns="0">
            <a:spAutoFit/>
          </a:bodyPr>
          <a:lstStyle>
            <a:lvl1pPr marL="0" indent="0">
              <a:buNone/>
              <a:defRPr sz="1800" b="0" i="0">
                <a:solidFill>
                  <a:schemeClr val="accent6">
                    <a:lumMod val="20000"/>
                    <a:lumOff val="80000"/>
                  </a:schemeClr>
                </a:solidFill>
                <a:latin typeface="Calibri" panose="020B0306030504020204" pitchFamily="34" charset="0"/>
                <a:ea typeface="Calibri" panose="020B0306030504020204" pitchFamily="34" charset="0"/>
                <a:cs typeface="Calibri" panose="020B0306030504020204" pitchFamily="34" charset="0"/>
              </a:defRPr>
            </a:lvl1pPr>
          </a:lstStyle>
          <a:p>
            <a:pPr lvl="0"/>
            <a:r>
              <a:rPr lang="en-US"/>
              <a:t>Click to add subtitle</a:t>
            </a:r>
          </a:p>
        </p:txBody>
      </p:sp>
      <p:sp>
        <p:nvSpPr>
          <p:cNvPr id="5" name="Title Placeholder 1">
            <a:extLst>
              <a:ext uri="{FF2B5EF4-FFF2-40B4-BE49-F238E27FC236}">
                <a16:creationId xmlns:a16="http://schemas.microsoft.com/office/drawing/2014/main" id="{962E0749-E24E-CCF1-5D3D-8EDAD1FC2553}"/>
              </a:ext>
            </a:extLst>
          </p:cNvPr>
          <p:cNvSpPr>
            <a:spLocks noGrp="1"/>
          </p:cNvSpPr>
          <p:nvPr>
            <p:ph type="title" hasCustomPrompt="1"/>
          </p:nvPr>
        </p:nvSpPr>
        <p:spPr>
          <a:xfrm>
            <a:off x="742950" y="742950"/>
            <a:ext cx="10706100" cy="371475"/>
          </a:xfrm>
          <a:prstGeom prst="rect">
            <a:avLst/>
          </a:prstGeom>
        </p:spPr>
        <p:txBody>
          <a:bodyPr vert="horz" lIns="0" tIns="0" rIns="0" bIns="0" rtlCol="0" anchor="t" anchorCtr="0">
            <a:noAutofit/>
          </a:bodyPr>
          <a:lstStyle>
            <a:lvl1pPr>
              <a:defRPr sz="3600" b="0" i="0">
                <a:solidFill>
                  <a:schemeClr val="bg1"/>
                </a:solidFill>
                <a:latin typeface="Calibri" panose="020B0306030504020204" pitchFamily="34" charset="0"/>
                <a:ea typeface="Calibri" panose="020B0306030504020204" pitchFamily="34" charset="0"/>
                <a:cs typeface="Calibri" panose="020B0306030504020204" pitchFamily="34" charset="0"/>
              </a:defRPr>
            </a:lvl1pPr>
          </a:lstStyle>
          <a:p>
            <a:r>
              <a:rPr lang="en-US"/>
              <a:t>Click to add title</a:t>
            </a:r>
          </a:p>
        </p:txBody>
      </p:sp>
      <p:sp>
        <p:nvSpPr>
          <p:cNvPr id="6" name="TextBox 5">
            <a:extLst>
              <a:ext uri="{FF2B5EF4-FFF2-40B4-BE49-F238E27FC236}">
                <a16:creationId xmlns:a16="http://schemas.microsoft.com/office/drawing/2014/main" id="{A4BBB5BF-4968-BB8A-77BA-1042B308BF6A}"/>
              </a:ext>
            </a:extLst>
          </p:cNvPr>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2">
                    <a:lumMod val="90000"/>
                  </a:schemeClr>
                </a:solidFill>
              </a:rPr>
              <a:pPr marL="0" indent="0" algn="r">
                <a:spcBef>
                  <a:spcPts val="800"/>
                </a:spcBef>
                <a:buSzPct val="100000"/>
                <a:buFont typeface="Arial"/>
                <a:buNone/>
              </a:pPr>
              <a:t>‹#›</a:t>
            </a:fld>
            <a:endParaRPr lang="en-US" sz="650" noProof="0">
              <a:solidFill>
                <a:schemeClr val="bg2">
                  <a:lumMod val="90000"/>
                </a:schemeClr>
              </a:solidFill>
            </a:endParaRPr>
          </a:p>
        </p:txBody>
      </p:sp>
    </p:spTree>
    <p:extLst>
      <p:ext uri="{BB962C8B-B14F-4D97-AF65-F5344CB8AC3E}">
        <p14:creationId xmlns:p14="http://schemas.microsoft.com/office/powerpoint/2010/main" val="66878092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Left, Subhea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6D61CA-9E28-C55C-3A76-99D7DA20B156}"/>
              </a:ext>
            </a:extLst>
          </p:cNvPr>
          <p:cNvPicPr>
            <a:picLocks noChangeAspect="1"/>
          </p:cNvPicPr>
          <p:nvPr userDrawn="1"/>
        </p:nvPicPr>
        <p:blipFill>
          <a:blip r:embed="rId2" cstate="email">
            <a:alphaModFix/>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ext Placeholder 8">
            <a:extLst>
              <a:ext uri="{FF2B5EF4-FFF2-40B4-BE49-F238E27FC236}">
                <a16:creationId xmlns:a16="http://schemas.microsoft.com/office/drawing/2014/main" id="{CC5398E4-4E3B-3DDD-FDB5-0F7C0A68D01C}"/>
              </a:ext>
            </a:extLst>
          </p:cNvPr>
          <p:cNvSpPr>
            <a:spLocks noGrp="1"/>
          </p:cNvSpPr>
          <p:nvPr>
            <p:ph type="body" sz="quarter" idx="22" hasCustomPrompt="1"/>
          </p:nvPr>
        </p:nvSpPr>
        <p:spPr>
          <a:xfrm>
            <a:off x="742950" y="1700213"/>
            <a:ext cx="3354388" cy="757255"/>
          </a:xfrm>
          <a:prstGeom prst="rect">
            <a:avLst/>
          </a:prstGeom>
        </p:spPr>
        <p:txBody>
          <a:bodyPr lIns="0" tIns="0" rIns="0" bIns="0">
            <a:noAutofit/>
          </a:bodyPr>
          <a:lstStyle>
            <a:lvl1pPr marL="0" indent="0">
              <a:buNone/>
              <a:defRPr sz="1800" b="0" i="0">
                <a:solidFill>
                  <a:schemeClr val="bg1">
                    <a:lumMod val="50000"/>
                  </a:schemeClr>
                </a:solidFill>
                <a:latin typeface="Calibri" panose="020B0306030504020204" pitchFamily="34" charset="0"/>
                <a:ea typeface="Calibri" panose="020B0306030504020204" pitchFamily="34" charset="0"/>
                <a:cs typeface="Calibri" panose="020B0306030504020204" pitchFamily="34" charset="0"/>
              </a:defRPr>
            </a:lvl1pPr>
          </a:lstStyle>
          <a:p>
            <a:pPr lvl="0"/>
            <a:r>
              <a:rPr lang="en-US"/>
              <a:t>Click to add subtitle</a:t>
            </a:r>
          </a:p>
        </p:txBody>
      </p:sp>
      <p:sp>
        <p:nvSpPr>
          <p:cNvPr id="9" name="Title Placeholder 1">
            <a:extLst>
              <a:ext uri="{FF2B5EF4-FFF2-40B4-BE49-F238E27FC236}">
                <a16:creationId xmlns:a16="http://schemas.microsoft.com/office/drawing/2014/main" id="{86FDD180-7127-32EA-A651-6CDD0BBA7160}"/>
              </a:ext>
            </a:extLst>
          </p:cNvPr>
          <p:cNvSpPr>
            <a:spLocks noGrp="1"/>
          </p:cNvSpPr>
          <p:nvPr>
            <p:ph type="title" hasCustomPrompt="1"/>
          </p:nvPr>
        </p:nvSpPr>
        <p:spPr>
          <a:xfrm>
            <a:off x="742950" y="1017588"/>
            <a:ext cx="3354388" cy="498598"/>
          </a:xfrm>
          <a:prstGeom prst="rect">
            <a:avLst/>
          </a:prstGeom>
        </p:spPr>
        <p:txBody>
          <a:bodyPr vert="horz" wrap="square" lIns="0" tIns="0" rIns="0" bIns="0" rtlCol="0" anchor="t" anchorCtr="0">
            <a:spAutoFit/>
          </a:bodyPr>
          <a:lstStyle>
            <a:lvl1pPr>
              <a:defRPr lang="en-US" sz="3600" b="0" i="0" kern="1200" dirty="0">
                <a:solidFill>
                  <a:srgbClr val="005587"/>
                </a:solidFill>
                <a:latin typeface="Calibri" panose="020B0306030504020204" pitchFamily="34" charset="0"/>
                <a:ea typeface="Calibri" panose="020B0306030504020204" pitchFamily="34" charset="0"/>
                <a:cs typeface="Calibri" panose="020B0306030504020204" pitchFamily="34" charset="0"/>
              </a:defRPr>
            </a:lvl1pPr>
          </a:lstStyle>
          <a:p>
            <a:r>
              <a:rPr lang="en-US"/>
              <a:t>Click to add title</a:t>
            </a:r>
          </a:p>
        </p:txBody>
      </p:sp>
      <p:sp>
        <p:nvSpPr>
          <p:cNvPr id="4" name="TextBox 3">
            <a:extLst>
              <a:ext uri="{FF2B5EF4-FFF2-40B4-BE49-F238E27FC236}">
                <a16:creationId xmlns:a16="http://schemas.microsoft.com/office/drawing/2014/main" id="{E7E0C67B-9298-AB46-3112-076090F88ECA}"/>
              </a:ext>
            </a:extLst>
          </p:cNvPr>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2">
                    <a:lumMod val="90000"/>
                  </a:schemeClr>
                </a:solidFill>
              </a:rPr>
              <a:pPr marL="0" indent="0" algn="r">
                <a:spcBef>
                  <a:spcPts val="800"/>
                </a:spcBef>
                <a:buSzPct val="100000"/>
                <a:buFont typeface="Arial"/>
                <a:buNone/>
              </a:pPr>
              <a:t>‹#›</a:t>
            </a:fld>
            <a:endParaRPr lang="en-US" sz="650" noProof="0">
              <a:solidFill>
                <a:schemeClr val="bg2">
                  <a:lumMod val="90000"/>
                </a:schemeClr>
              </a:solidFill>
            </a:endParaRPr>
          </a:p>
        </p:txBody>
      </p:sp>
    </p:spTree>
    <p:extLst>
      <p:ext uri="{BB962C8B-B14F-4D97-AF65-F5344CB8AC3E}">
        <p14:creationId xmlns:p14="http://schemas.microsoft.com/office/powerpoint/2010/main" val="2258559694"/>
      </p:ext>
    </p:extLst>
  </p:cSld>
  <p:clrMapOvr>
    <a:masterClrMapping/>
  </p:clrMapOvr>
  <p:extLst>
    <p:ext uri="{DCECCB84-F9BA-43D5-87BE-67443E8EF086}">
      <p15:sldGuideLst xmlns:p15="http://schemas.microsoft.com/office/powerpoint/2012/main">
        <p15:guide id="1" pos="45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3_Title Left, Subhead">
    <p:bg>
      <p:bgPr>
        <a:pattFill prst="pct70">
          <a:fgClr>
            <a:schemeClr val="accent1"/>
          </a:fgClr>
          <a:bgClr>
            <a:schemeClr val="bg1"/>
          </a:bgClr>
        </a:patt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E8BBCC3-33FA-BA85-A4E6-26B1968BD1E0}"/>
              </a:ext>
            </a:extLst>
          </p:cNvPr>
          <p:cNvPicPr>
            <a:picLocks noChangeAspect="1"/>
          </p:cNvPicPr>
          <p:nvPr userDrawn="1"/>
        </p:nvPicPr>
        <p:blipFill>
          <a:blip r:embed="rId2" cstate="email">
            <a:duotone>
              <a:schemeClr val="accent6">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ext Placeholder 8">
            <a:extLst>
              <a:ext uri="{FF2B5EF4-FFF2-40B4-BE49-F238E27FC236}">
                <a16:creationId xmlns:a16="http://schemas.microsoft.com/office/drawing/2014/main" id="{CC5398E4-4E3B-3DDD-FDB5-0F7C0A68D01C}"/>
              </a:ext>
            </a:extLst>
          </p:cNvPr>
          <p:cNvSpPr>
            <a:spLocks noGrp="1"/>
          </p:cNvSpPr>
          <p:nvPr>
            <p:ph type="body" sz="quarter" idx="22" hasCustomPrompt="1"/>
          </p:nvPr>
        </p:nvSpPr>
        <p:spPr>
          <a:xfrm>
            <a:off x="742950" y="1700213"/>
            <a:ext cx="3354388" cy="757255"/>
          </a:xfrm>
          <a:prstGeom prst="rect">
            <a:avLst/>
          </a:prstGeom>
        </p:spPr>
        <p:txBody>
          <a:bodyPr lIns="0" tIns="0" rIns="0" bIns="0">
            <a:noAutofit/>
          </a:bodyPr>
          <a:lstStyle>
            <a:lvl1pPr marL="0" indent="0">
              <a:buNone/>
              <a:defRPr sz="1800" b="0" i="0">
                <a:solidFill>
                  <a:schemeClr val="accent6">
                    <a:lumMod val="20000"/>
                    <a:lumOff val="80000"/>
                  </a:schemeClr>
                </a:solidFill>
                <a:latin typeface="Calibri" panose="020B0306030504020204" pitchFamily="34" charset="0"/>
                <a:ea typeface="Calibri" panose="020B0306030504020204" pitchFamily="34" charset="0"/>
                <a:cs typeface="Calibri" panose="020B0306030504020204" pitchFamily="34" charset="0"/>
              </a:defRPr>
            </a:lvl1pPr>
          </a:lstStyle>
          <a:p>
            <a:pPr lvl="0"/>
            <a:r>
              <a:rPr lang="en-US"/>
              <a:t>Click to add subtitle</a:t>
            </a:r>
          </a:p>
        </p:txBody>
      </p:sp>
      <p:sp>
        <p:nvSpPr>
          <p:cNvPr id="9" name="Title Placeholder 1">
            <a:extLst>
              <a:ext uri="{FF2B5EF4-FFF2-40B4-BE49-F238E27FC236}">
                <a16:creationId xmlns:a16="http://schemas.microsoft.com/office/drawing/2014/main" id="{86FDD180-7127-32EA-A651-6CDD0BBA7160}"/>
              </a:ext>
            </a:extLst>
          </p:cNvPr>
          <p:cNvSpPr>
            <a:spLocks noGrp="1"/>
          </p:cNvSpPr>
          <p:nvPr>
            <p:ph type="title" hasCustomPrompt="1"/>
          </p:nvPr>
        </p:nvSpPr>
        <p:spPr>
          <a:xfrm>
            <a:off x="742950" y="1017588"/>
            <a:ext cx="3354388" cy="498598"/>
          </a:xfrm>
          <a:prstGeom prst="rect">
            <a:avLst/>
          </a:prstGeom>
        </p:spPr>
        <p:txBody>
          <a:bodyPr vert="horz" wrap="square" lIns="0" tIns="0" rIns="0" bIns="0" rtlCol="0" anchor="t" anchorCtr="0">
            <a:spAutoFit/>
          </a:bodyPr>
          <a:lstStyle>
            <a:lvl1pPr>
              <a:defRPr lang="en-US" sz="3600" b="0" i="0" kern="1200" dirty="0">
                <a:solidFill>
                  <a:schemeClr val="bg1"/>
                </a:solidFill>
                <a:latin typeface="Calibri" panose="020B0306030504020204" pitchFamily="34" charset="0"/>
                <a:ea typeface="Calibri" panose="020B0306030504020204" pitchFamily="34" charset="0"/>
                <a:cs typeface="Calibri" panose="020B0306030504020204" pitchFamily="34" charset="0"/>
              </a:defRPr>
            </a:lvl1pPr>
          </a:lstStyle>
          <a:p>
            <a:r>
              <a:rPr lang="en-US"/>
              <a:t>Click to add title</a:t>
            </a:r>
          </a:p>
        </p:txBody>
      </p:sp>
      <p:sp>
        <p:nvSpPr>
          <p:cNvPr id="4" name="TextBox 3">
            <a:extLst>
              <a:ext uri="{FF2B5EF4-FFF2-40B4-BE49-F238E27FC236}">
                <a16:creationId xmlns:a16="http://schemas.microsoft.com/office/drawing/2014/main" id="{E7E0C67B-9298-AB46-3112-076090F88ECA}"/>
              </a:ext>
            </a:extLst>
          </p:cNvPr>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2">
                    <a:lumMod val="90000"/>
                  </a:schemeClr>
                </a:solidFill>
              </a:rPr>
              <a:pPr marL="0" indent="0" algn="r">
                <a:spcBef>
                  <a:spcPts val="800"/>
                </a:spcBef>
                <a:buSzPct val="100000"/>
                <a:buFont typeface="Arial"/>
                <a:buNone/>
              </a:pPr>
              <a:t>‹#›</a:t>
            </a:fld>
            <a:endParaRPr lang="en-US" sz="650" noProof="0">
              <a:solidFill>
                <a:schemeClr val="bg2">
                  <a:lumMod val="90000"/>
                </a:schemeClr>
              </a:solidFill>
            </a:endParaRPr>
          </a:p>
        </p:txBody>
      </p:sp>
    </p:spTree>
    <p:extLst>
      <p:ext uri="{BB962C8B-B14F-4D97-AF65-F5344CB8AC3E}">
        <p14:creationId xmlns:p14="http://schemas.microsoft.com/office/powerpoint/2010/main" val="1625722611"/>
      </p:ext>
    </p:extLst>
  </p:cSld>
  <p:clrMapOvr>
    <a:masterClrMapping/>
  </p:clrMapOvr>
  <p:extLst>
    <p:ext uri="{DCECCB84-F9BA-43D5-87BE-67443E8EF086}">
      <p15:sldGuideLst xmlns:p15="http://schemas.microsoft.com/office/powerpoint/2012/main">
        <p15:guide id="1" pos="45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Closing_thanks">
    <p:bg>
      <p:bgPr>
        <a:solidFill>
          <a:schemeClr val="tx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917608FE-5DEE-897E-9D09-F089771949C8}"/>
              </a:ext>
            </a:extLst>
          </p:cNvPr>
          <p:cNvPicPr>
            <a:picLocks noChangeAspect="1"/>
          </p:cNvPicPr>
          <p:nvPr userDrawn="1"/>
        </p:nvPicPr>
        <p:blipFill>
          <a:blip r:embed="rId2" cstate="email">
            <a:alphaModFix/>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5" name="Picture 4">
            <a:extLst>
              <a:ext uri="{FF2B5EF4-FFF2-40B4-BE49-F238E27FC236}">
                <a16:creationId xmlns:a16="http://schemas.microsoft.com/office/drawing/2014/main" id="{F67A8E4E-BC1D-B40B-F295-C5B37EDBCD83}"/>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8435472A-0A6F-4C72-B8FD-DC675B4D216F}"/>
              </a:ext>
            </a:extLst>
          </p:cNvPr>
          <p:cNvSpPr txBox="1"/>
          <p:nvPr userDrawn="1"/>
        </p:nvSpPr>
        <p:spPr>
          <a:xfrm>
            <a:off x="5942416" y="4885209"/>
            <a:ext cx="5956195" cy="1687641"/>
          </a:xfrm>
          <a:prstGeom prst="rect">
            <a:avLst/>
          </a:prstGeom>
          <a:noFill/>
        </p:spPr>
        <p:txBody>
          <a:bodyPr wrap="square" lIns="0" tIns="0" rIns="0" bIns="0" rtlCol="0">
            <a:spAutoFit/>
          </a:body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800" b="0" i="0" u="none" strike="noStrike" kern="1200" cap="none" spc="0" normalizeH="0" baseline="0" noProof="0">
                <a:ln>
                  <a:noFill/>
                </a:ln>
                <a:solidFill>
                  <a:schemeClr val="accent6"/>
                </a:solidFill>
                <a:effectLst/>
                <a:uLnTx/>
                <a:uFillTx/>
                <a:latin typeface="Calibri"/>
                <a:ea typeface="Calibri"/>
                <a:cs typeface="Calibri"/>
              </a:rPr>
              <a:t>This publication contains general information only, and none of the member firms of Deloitte Touche Tohmatsu Limited, its member firms, or their related entities (collective, the “Deloitte Network”) is, by means of this publication, rendering professional advice or services. Before making any decision or taking any action that may affect your business, you should consult a qualified professional adviser. No entity in the Deloitte Network shall be responsible for any loss whatsoever sustained by any person who relies on this publication.</a:t>
            </a:r>
          </a:p>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800" b="0" i="0" u="none" strike="noStrike" kern="1200" cap="none" spc="0" normalizeH="0" baseline="0" noProof="0">
                <a:ln>
                  <a:noFill/>
                </a:ln>
                <a:solidFill>
                  <a:schemeClr val="accent6"/>
                </a:solidFill>
                <a:effectLst/>
                <a:uLnTx/>
                <a:uFillTx/>
                <a:latin typeface="Calibri"/>
                <a:ea typeface="Calibri"/>
                <a:cs typeface="Calibri"/>
              </a:rPr>
              <a:t>As used in this document, “Deloitte” means Deloitte Consulting LLP, a subsidiary of Deloitte LLP. Please see www.deloitte.com/us/about for a detailed description of the legal structure of Deloitte USA LLP, Deloitte LLP and their respective subsidiaries. Certain services may not be available to attest clients under the rules and regulations of public accounting.</a:t>
            </a:r>
          </a:p>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800" b="0" i="0" u="none" strike="noStrike" kern="1200" cap="none" spc="0" normalizeH="0" baseline="0" noProof="0">
                <a:ln>
                  <a:noFill/>
                </a:ln>
                <a:solidFill>
                  <a:schemeClr val="accent6"/>
                </a:solidFill>
                <a:effectLst/>
                <a:uLnTx/>
                <a:uFillTx/>
                <a:latin typeface="Calibri"/>
                <a:ea typeface="Calibri"/>
                <a:cs typeface="Calibri"/>
              </a:rPr>
              <a:t>Copyright © 2026 Deloitte Development LLC. </a:t>
            </a:r>
            <a:br>
              <a:rPr kumimoji="0" lang="en-US" sz="800" b="0" i="0" u="none" strike="noStrike" kern="1200" cap="none" spc="0" normalizeH="0" baseline="0" noProof="0">
                <a:ln>
                  <a:noFill/>
                </a:ln>
                <a:solidFill>
                  <a:schemeClr val="accent6"/>
                </a:solidFill>
                <a:effectLst/>
                <a:uLnTx/>
                <a:uFillTx/>
                <a:latin typeface="Calibri"/>
                <a:ea typeface="Calibri"/>
                <a:cs typeface="Calibri"/>
              </a:rPr>
            </a:br>
            <a:r>
              <a:rPr kumimoji="0" lang="en-US" sz="800" b="0" i="0" u="none" strike="noStrike" kern="1200" cap="none" spc="0" normalizeH="0" baseline="0" noProof="0">
                <a:ln>
                  <a:noFill/>
                </a:ln>
                <a:solidFill>
                  <a:schemeClr val="accent6"/>
                </a:solidFill>
                <a:effectLst/>
                <a:uLnTx/>
                <a:uFillTx/>
                <a:latin typeface="Calibri"/>
                <a:ea typeface="Calibri"/>
                <a:cs typeface="Calibri"/>
              </a:rPr>
              <a:t>All rights reserved. Member of Deloitte Touche Tohmatsu Limited</a:t>
            </a:r>
          </a:p>
        </p:txBody>
      </p:sp>
      <p:grpSp>
        <p:nvGrpSpPr>
          <p:cNvPr id="2" name="Group 1">
            <a:extLst>
              <a:ext uri="{FF2B5EF4-FFF2-40B4-BE49-F238E27FC236}">
                <a16:creationId xmlns:a16="http://schemas.microsoft.com/office/drawing/2014/main" id="{63D49C88-43C7-2E2F-2EE5-595C01372ACB}"/>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4" name="Oval 5">
              <a:extLst>
                <a:ext uri="{FF2B5EF4-FFF2-40B4-BE49-F238E27FC236}">
                  <a16:creationId xmlns:a16="http://schemas.microsoft.com/office/drawing/2014/main" id="{55B03686-B07E-2E78-4FDD-8F4CF4356A80}"/>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8" name="Freeform 6">
              <a:extLst>
                <a:ext uri="{FF2B5EF4-FFF2-40B4-BE49-F238E27FC236}">
                  <a16:creationId xmlns:a16="http://schemas.microsoft.com/office/drawing/2014/main" id="{62DA1A95-F389-B4AA-7254-B8B2F2F337F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9" name="Rectangle 8">
              <a:extLst>
                <a:ext uri="{FF2B5EF4-FFF2-40B4-BE49-F238E27FC236}">
                  <a16:creationId xmlns:a16="http://schemas.microsoft.com/office/drawing/2014/main" id="{46B75F8C-878F-494F-72EA-7880A8435E9F}"/>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0" name="Freeform 9">
              <a:extLst>
                <a:ext uri="{FF2B5EF4-FFF2-40B4-BE49-F238E27FC236}">
                  <a16:creationId xmlns:a16="http://schemas.microsoft.com/office/drawing/2014/main" id="{81C936C8-8424-EC42-694D-B225DD994295}"/>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1" name="Rectangle 10">
              <a:extLst>
                <a:ext uri="{FF2B5EF4-FFF2-40B4-BE49-F238E27FC236}">
                  <a16:creationId xmlns:a16="http://schemas.microsoft.com/office/drawing/2014/main" id="{B83AB208-B455-782E-3DFC-E5C581981567}"/>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2" name="Rectangle 11">
              <a:extLst>
                <a:ext uri="{FF2B5EF4-FFF2-40B4-BE49-F238E27FC236}">
                  <a16:creationId xmlns:a16="http://schemas.microsoft.com/office/drawing/2014/main" id="{1C6426D8-2FE1-6646-99B2-CE90DE6B5E2F}"/>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3" name="Freeform 12">
              <a:extLst>
                <a:ext uri="{FF2B5EF4-FFF2-40B4-BE49-F238E27FC236}">
                  <a16:creationId xmlns:a16="http://schemas.microsoft.com/office/drawing/2014/main" id="{0BE7FB14-57B5-F8D4-7BBA-698760D166CA}"/>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4" name="Freeform 13">
              <a:extLst>
                <a:ext uri="{FF2B5EF4-FFF2-40B4-BE49-F238E27FC236}">
                  <a16:creationId xmlns:a16="http://schemas.microsoft.com/office/drawing/2014/main" id="{FB98459F-09AF-AFF0-1873-220A3256E3C3}"/>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5" name="Freeform 14">
              <a:extLst>
                <a:ext uri="{FF2B5EF4-FFF2-40B4-BE49-F238E27FC236}">
                  <a16:creationId xmlns:a16="http://schemas.microsoft.com/office/drawing/2014/main" id="{999192D2-DD3E-F875-C946-851ED3E692A0}"/>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6" name="Freeform 15">
              <a:extLst>
                <a:ext uri="{FF2B5EF4-FFF2-40B4-BE49-F238E27FC236}">
                  <a16:creationId xmlns:a16="http://schemas.microsoft.com/office/drawing/2014/main" id="{E20FA0B3-2126-D45D-3DD1-115CE8635AE1}"/>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6" name="Text Placeholder 4">
            <a:extLst>
              <a:ext uri="{FF2B5EF4-FFF2-40B4-BE49-F238E27FC236}">
                <a16:creationId xmlns:a16="http://schemas.microsoft.com/office/drawing/2014/main" id="{8BA4E6FC-0703-7FA3-FEE9-5AFAEB45BB27}"/>
              </a:ext>
            </a:extLst>
          </p:cNvPr>
          <p:cNvSpPr>
            <a:spLocks noGrp="1"/>
          </p:cNvSpPr>
          <p:nvPr>
            <p:ph type="body" sz="quarter" idx="10" hasCustomPrompt="1"/>
          </p:nvPr>
        </p:nvSpPr>
        <p:spPr>
          <a:xfrm>
            <a:off x="5942416" y="3361075"/>
            <a:ext cx="4459287" cy="866587"/>
          </a:xfrm>
          <a:prstGeom prst="rect">
            <a:avLst/>
          </a:prstGeom>
        </p:spPr>
        <p:txBody>
          <a:bodyPr anchor="b"/>
          <a:lstStyle>
            <a:lvl1pPr>
              <a:defRPr sz="7200" b="0" i="0" spc="-150">
                <a:solidFill>
                  <a:schemeClr val="tx1"/>
                </a:solidFill>
                <a:latin typeface="Calibri" panose="020B0306030504020204" pitchFamily="34" charset="0"/>
                <a:ea typeface="Calibri" panose="020B0306030504020204" pitchFamily="34" charset="0"/>
                <a:cs typeface="Calibri" panose="020B0306030504020204" pitchFamily="34" charset="0"/>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Thank you.</a:t>
            </a:r>
          </a:p>
        </p:txBody>
      </p:sp>
    </p:spTree>
    <p:extLst>
      <p:ext uri="{BB962C8B-B14F-4D97-AF65-F5344CB8AC3E}">
        <p14:creationId xmlns:p14="http://schemas.microsoft.com/office/powerpoint/2010/main" val="2468559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In Use - 1">
    <p:bg>
      <p:bgPr>
        <a:gradFill>
          <a:gsLst>
            <a:gs pos="100000">
              <a:schemeClr val="accent3">
                <a:lumMod val="20000"/>
                <a:lumOff val="80000"/>
              </a:schemeClr>
            </a:gs>
            <a:gs pos="0">
              <a:schemeClr val="bg1"/>
            </a:gs>
          </a:gsLst>
          <a:lin ang="5400000" scaled="1"/>
        </a:gradFill>
        <a:effectLst/>
      </p:bgPr>
    </p:bg>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B9045E9B-0460-8E4E-671F-17BF178E83E8}"/>
              </a:ext>
            </a:extLst>
          </p:cNvPr>
          <p:cNvSpPr>
            <a:spLocks noGrp="1"/>
          </p:cNvSpPr>
          <p:nvPr>
            <p:ph type="title" hasCustomPrompt="1"/>
          </p:nvPr>
        </p:nvSpPr>
        <p:spPr>
          <a:xfrm>
            <a:off x="378135" y="506430"/>
            <a:ext cx="11070915" cy="371475"/>
          </a:xfrm>
          <a:prstGeom prst="rect">
            <a:avLst/>
          </a:prstGeom>
        </p:spPr>
        <p:txBody>
          <a:bodyPr vert="horz" lIns="0" tIns="0" rIns="0" bIns="0" rtlCol="0" anchor="ctr" anchorCtr="0">
            <a:noAutofit/>
          </a:bodyPr>
          <a:lstStyle>
            <a:lvl1pPr>
              <a:defRPr sz="2400" b="0" i="0">
                <a:solidFill>
                  <a:schemeClr val="accent4">
                    <a:lumMod val="50000"/>
                  </a:schemeClr>
                </a:solidFill>
                <a:latin typeface="Calibri Light" panose="020B0306030504020204" pitchFamily="34" charset="0"/>
                <a:ea typeface="Calibri Light" panose="020B0306030504020204" pitchFamily="34" charset="0"/>
                <a:cs typeface="Calibri Light" panose="020B0306030504020204" pitchFamily="34" charset="0"/>
              </a:defRPr>
            </a:lvl1pPr>
          </a:lstStyle>
          <a:p>
            <a:r>
              <a:rPr lang="en-US"/>
              <a:t>Click to add title</a:t>
            </a:r>
          </a:p>
        </p:txBody>
      </p:sp>
      <p:sp>
        <p:nvSpPr>
          <p:cNvPr id="7" name="TextBox 6">
            <a:extLst>
              <a:ext uri="{FF2B5EF4-FFF2-40B4-BE49-F238E27FC236}">
                <a16:creationId xmlns:a16="http://schemas.microsoft.com/office/drawing/2014/main" id="{5A086249-3789-E984-A559-51F7BC533AE6}"/>
              </a:ext>
            </a:extLst>
          </p:cNvPr>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2">
                    <a:lumMod val="90000"/>
                  </a:schemeClr>
                </a:solidFill>
              </a:rPr>
              <a:pPr marL="0" indent="0" algn="r">
                <a:spcBef>
                  <a:spcPts val="800"/>
                </a:spcBef>
                <a:buSzPct val="100000"/>
                <a:buFont typeface="Arial"/>
                <a:buNone/>
              </a:pPr>
              <a:t>‹#›</a:t>
            </a:fld>
            <a:endParaRPr lang="en-US" sz="650" noProof="0">
              <a:solidFill>
                <a:schemeClr val="bg2">
                  <a:lumMod val="90000"/>
                </a:schemeClr>
              </a:solidFill>
            </a:endParaRPr>
          </a:p>
        </p:txBody>
      </p:sp>
      <p:cxnSp>
        <p:nvCxnSpPr>
          <p:cNvPr id="9" name="Straight Connector 8">
            <a:extLst>
              <a:ext uri="{FF2B5EF4-FFF2-40B4-BE49-F238E27FC236}">
                <a16:creationId xmlns:a16="http://schemas.microsoft.com/office/drawing/2014/main" id="{9ACB18E7-F7CC-7B51-D667-FA9DD823B1B9}"/>
              </a:ext>
            </a:extLst>
          </p:cNvPr>
          <p:cNvCxnSpPr>
            <a:cxnSpLocks/>
          </p:cNvCxnSpPr>
          <p:nvPr userDrawn="1"/>
        </p:nvCxnSpPr>
        <p:spPr>
          <a:xfrm>
            <a:off x="384490" y="421894"/>
            <a:ext cx="1137684" cy="0"/>
          </a:xfrm>
          <a:prstGeom prst="line">
            <a:avLst/>
          </a:prstGeom>
          <a:ln w="60325">
            <a:solidFill>
              <a:schemeClr val="accent4">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 name="Text Placeholder 5">
            <a:extLst>
              <a:ext uri="{FF2B5EF4-FFF2-40B4-BE49-F238E27FC236}">
                <a16:creationId xmlns:a16="http://schemas.microsoft.com/office/drawing/2014/main" id="{5B367EEF-A7AE-F25B-7B34-677CC3ADEAC7}"/>
              </a:ext>
            </a:extLst>
          </p:cNvPr>
          <p:cNvSpPr>
            <a:spLocks noGrp="1"/>
          </p:cNvSpPr>
          <p:nvPr>
            <p:ph type="body" sz="quarter" idx="15" hasCustomPrompt="1"/>
          </p:nvPr>
        </p:nvSpPr>
        <p:spPr>
          <a:xfrm>
            <a:off x="374325" y="126515"/>
            <a:ext cx="11070915" cy="224221"/>
          </a:xfrm>
          <a:prstGeom prst="rect">
            <a:avLst/>
          </a:prstGeom>
        </p:spPr>
        <p:txBody>
          <a:bodyPr vert="horz" lIns="0" tIns="0" rIns="0" bIns="0" rtlCol="0" anchor="ctr">
            <a:noAutofit/>
          </a:bodyPr>
          <a:lstStyle>
            <a:lvl1pPr marL="0" indent="0">
              <a:buNone/>
              <a:defRPr lang="en-US" sz="900" b="1" kern="0" cap="all" spc="250" baseline="0" dirty="0">
                <a:solidFill>
                  <a:schemeClr val="bg1">
                    <a:lumMod val="50000"/>
                  </a:schemeClr>
                </a:solidFill>
                <a:latin typeface="Calibri" panose="020B0606030504020204" pitchFamily="34" charset="0"/>
                <a:ea typeface="Calibri" panose="020B0606030504020204" pitchFamily="34" charset="0"/>
                <a:cs typeface="Calibri" panose="020B0606030504020204" pitchFamily="34" charset="0"/>
              </a:defRPr>
            </a:lvl1pPr>
          </a:lstStyle>
          <a:p>
            <a:pPr marL="228600" lvl="0" indent="-228600"/>
            <a:r>
              <a:rPr lang="en-US"/>
              <a:t>BREADCRUMBS</a:t>
            </a:r>
          </a:p>
        </p:txBody>
      </p:sp>
      <p:sp>
        <p:nvSpPr>
          <p:cNvPr id="11" name="Content Placeholder 10">
            <a:extLst>
              <a:ext uri="{FF2B5EF4-FFF2-40B4-BE49-F238E27FC236}">
                <a16:creationId xmlns:a16="http://schemas.microsoft.com/office/drawing/2014/main" id="{6E2FD227-5AA4-51C1-265C-A156F7088D71}"/>
              </a:ext>
            </a:extLst>
          </p:cNvPr>
          <p:cNvSpPr>
            <a:spLocks noGrp="1"/>
          </p:cNvSpPr>
          <p:nvPr>
            <p:ph sz="quarter" idx="16" hasCustomPrompt="1"/>
          </p:nvPr>
        </p:nvSpPr>
        <p:spPr>
          <a:xfrm>
            <a:off x="378135" y="954088"/>
            <a:ext cx="11071225" cy="223837"/>
          </a:xfrm>
        </p:spPr>
        <p:txBody>
          <a:bodyPr anchor="ctr"/>
          <a:lstStyle>
            <a:lvl1pPr>
              <a:defRPr sz="1400" b="0">
                <a:solidFill>
                  <a:schemeClr val="tx1">
                    <a:lumMod val="50000"/>
                    <a:lumOff val="50000"/>
                  </a:schemeClr>
                </a:solidFill>
              </a:defRPr>
            </a:lvl1pPr>
          </a:lstStyle>
          <a:p>
            <a:pPr lvl="0"/>
            <a:r>
              <a:rPr lang="en-US"/>
              <a:t>Click to add sub-title</a:t>
            </a:r>
          </a:p>
        </p:txBody>
      </p:sp>
      <p:sp>
        <p:nvSpPr>
          <p:cNvPr id="4" name="TextBox 3">
            <a:extLst>
              <a:ext uri="{FF2B5EF4-FFF2-40B4-BE49-F238E27FC236}">
                <a16:creationId xmlns:a16="http://schemas.microsoft.com/office/drawing/2014/main" id="{3C040B36-3FDB-EB3D-3A4E-6A75EBC20A13}"/>
              </a:ext>
            </a:extLst>
          </p:cNvPr>
          <p:cNvSpPr txBox="1"/>
          <p:nvPr userDrawn="1"/>
        </p:nvSpPr>
        <p:spPr>
          <a:xfrm>
            <a:off x="374325" y="6651973"/>
            <a:ext cx="5486400" cy="182880"/>
          </a:xfrm>
          <a:prstGeom prst="rect">
            <a:avLst/>
          </a:prstGeom>
          <a:noFill/>
        </p:spPr>
        <p:txBody>
          <a:bodyPr wrap="square" lIns="0" tIns="0" rIns="0" bIns="0" anchor="ctr">
            <a:noAutofit/>
          </a:bodyPr>
          <a:lstStyle/>
          <a:p>
            <a:pPr algn="l">
              <a:spcBef>
                <a:spcPts val="0"/>
              </a:spcBef>
              <a:spcAft>
                <a:spcPts val="0"/>
              </a:spcAft>
            </a:pPr>
            <a:r>
              <a:rPr sz="800" b="0" i="0">
                <a:solidFill>
                  <a:srgbClr val="ACA79F"/>
                </a:solidFill>
                <a:latin typeface="Calibri"/>
              </a:rPr>
              <a:t>Copyright © 2026 Deloitte Development LLC. All rights reserved.</a:t>
            </a:r>
          </a:p>
        </p:txBody>
      </p:sp>
    </p:spTree>
    <p:extLst>
      <p:ext uri="{BB962C8B-B14F-4D97-AF65-F5344CB8AC3E}">
        <p14:creationId xmlns:p14="http://schemas.microsoft.com/office/powerpoint/2010/main" val="118440829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4_Divider - Deloitte black">
    <p:bg bwMode="gray">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CDA812-299A-A697-AB0D-6969517A54F3}"/>
              </a:ext>
            </a:extLst>
          </p:cNvPr>
          <p:cNvPicPr>
            <a:picLocks noChangeAspect="1"/>
          </p:cNvPicPr>
          <p:nvPr userDrawn="1"/>
        </p:nvPicPr>
        <p:blipFill rotWithShape="1">
          <a:blip r:embed="rId2" cstate="email">
            <a:alphaModFix amt="70000"/>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2C365DB4-E8A8-C97A-4D87-CD7C43E11DC9}"/>
              </a:ext>
            </a:extLst>
          </p:cNvPr>
          <p:cNvSpPr>
            <a:spLocks noGrp="1"/>
          </p:cNvSpPr>
          <p:nvPr>
            <p:ph type="title"/>
          </p:nvPr>
        </p:nvSpPr>
        <p:spPr bwMode="gray">
          <a:xfrm>
            <a:off x="5715001" y="1836597"/>
            <a:ext cx="5734051" cy="1592403"/>
          </a:xfrm>
          <a:prstGeom prst="rect">
            <a:avLst/>
          </a:prstGeom>
        </p:spPr>
        <p:txBody>
          <a:bodyPr anchor="b"/>
          <a:lstStyle>
            <a:lvl1pPr>
              <a:lnSpc>
                <a:spcPct val="95000"/>
              </a:lnSpc>
              <a:defRPr sz="5400" b="0" i="0">
                <a:solidFill>
                  <a:srgbClr val="005587"/>
                </a:solidFill>
                <a:latin typeface="Calibri" panose="020B0306030504020204" pitchFamily="34" charset="0"/>
                <a:ea typeface="Calibri" panose="020B0306030504020204" pitchFamily="34" charset="0"/>
                <a:cs typeface="Calibri" panose="020B0306030504020204" pitchFamily="34" charset="0"/>
              </a:defRPr>
            </a:lvl1pPr>
          </a:lstStyle>
          <a:p>
            <a:r>
              <a:rPr lang="en-US" noProof="0"/>
              <a:t>Click to edit Master title style</a:t>
            </a:r>
          </a:p>
        </p:txBody>
      </p:sp>
      <p:sp>
        <p:nvSpPr>
          <p:cNvPr id="7" name="TextBox 6">
            <a:extLst>
              <a:ext uri="{FF2B5EF4-FFF2-40B4-BE49-F238E27FC236}">
                <a16:creationId xmlns:a16="http://schemas.microsoft.com/office/drawing/2014/main" id="{625E7284-1FDB-A506-C410-7A5FA114A923}"/>
              </a:ext>
            </a:extLst>
          </p:cNvPr>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2">
                    <a:lumMod val="90000"/>
                  </a:schemeClr>
                </a:solidFill>
              </a:rPr>
              <a:pPr marL="0" indent="0" algn="r">
                <a:spcBef>
                  <a:spcPts val="800"/>
                </a:spcBef>
                <a:buSzPct val="100000"/>
                <a:buFont typeface="Arial"/>
                <a:buNone/>
              </a:pPr>
              <a:t>‹#›</a:t>
            </a:fld>
            <a:endParaRPr lang="en-US" sz="650" noProof="0">
              <a:solidFill>
                <a:schemeClr val="bg2">
                  <a:lumMod val="90000"/>
                </a:schemeClr>
              </a:solidFill>
            </a:endParaRPr>
          </a:p>
        </p:txBody>
      </p:sp>
    </p:spTree>
    <p:extLst>
      <p:ext uri="{BB962C8B-B14F-4D97-AF65-F5344CB8AC3E}">
        <p14:creationId xmlns:p14="http://schemas.microsoft.com/office/powerpoint/2010/main" val="532470832"/>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Divider - Deloitte black">
    <p:bg bwMode="gray">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CDA812-299A-A697-AB0D-6969517A54F3}"/>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2C365DB4-E8A8-C97A-4D87-CD7C43E11DC9}"/>
              </a:ext>
            </a:extLst>
          </p:cNvPr>
          <p:cNvSpPr>
            <a:spLocks noGrp="1"/>
          </p:cNvSpPr>
          <p:nvPr>
            <p:ph type="title"/>
          </p:nvPr>
        </p:nvSpPr>
        <p:spPr bwMode="gray">
          <a:xfrm>
            <a:off x="5715001" y="1836597"/>
            <a:ext cx="5734051" cy="1592403"/>
          </a:xfrm>
          <a:prstGeom prst="rect">
            <a:avLst/>
          </a:prstGeom>
        </p:spPr>
        <p:txBody>
          <a:bodyPr anchor="b"/>
          <a:lstStyle>
            <a:lvl1pPr>
              <a:lnSpc>
                <a:spcPct val="95000"/>
              </a:lnSpc>
              <a:defRPr sz="5400" b="0" i="0">
                <a:solidFill>
                  <a:srgbClr val="005587"/>
                </a:solidFill>
                <a:latin typeface="Calibri" panose="020B0306030504020204" pitchFamily="34" charset="0"/>
                <a:ea typeface="Calibri" panose="020B0306030504020204" pitchFamily="34" charset="0"/>
                <a:cs typeface="Calibri" panose="020B0306030504020204" pitchFamily="34" charset="0"/>
              </a:defRPr>
            </a:lvl1pPr>
          </a:lstStyle>
          <a:p>
            <a:r>
              <a:rPr lang="en-US" noProof="0"/>
              <a:t>Click to edit Master title style</a:t>
            </a:r>
          </a:p>
        </p:txBody>
      </p:sp>
      <p:sp>
        <p:nvSpPr>
          <p:cNvPr id="3" name="TextBox 2">
            <a:extLst>
              <a:ext uri="{FF2B5EF4-FFF2-40B4-BE49-F238E27FC236}">
                <a16:creationId xmlns:a16="http://schemas.microsoft.com/office/drawing/2014/main" id="{6D28776B-9638-096D-80B3-64D24C8CC28D}"/>
              </a:ext>
            </a:extLst>
          </p:cNvPr>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2">
                    <a:lumMod val="90000"/>
                  </a:schemeClr>
                </a:solidFill>
              </a:rPr>
              <a:pPr marL="0" indent="0" algn="r">
                <a:spcBef>
                  <a:spcPts val="800"/>
                </a:spcBef>
                <a:buSzPct val="100000"/>
                <a:buFont typeface="Arial"/>
                <a:buNone/>
              </a:pPr>
              <a:t>‹#›</a:t>
            </a:fld>
            <a:endParaRPr lang="en-US" sz="650" noProof="0">
              <a:solidFill>
                <a:schemeClr val="bg2">
                  <a:lumMod val="90000"/>
                </a:schemeClr>
              </a:solidFill>
            </a:endParaRPr>
          </a:p>
        </p:txBody>
      </p:sp>
    </p:spTree>
    <p:extLst>
      <p:ext uri="{BB962C8B-B14F-4D97-AF65-F5344CB8AC3E}">
        <p14:creationId xmlns:p14="http://schemas.microsoft.com/office/powerpoint/2010/main" val="510663522"/>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12_Divider - Deloitte black">
    <p:bg bwMode="gray">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039565-CB04-8F01-74ED-260716E91243}"/>
              </a:ext>
            </a:extLst>
          </p:cNvPr>
          <p:cNvPicPr>
            <a:picLocks noChangeAspect="1"/>
          </p:cNvPicPr>
          <p:nvPr userDrawn="1"/>
        </p:nvPicPr>
        <p:blipFill>
          <a:blip r:embed="rId2" cstate="email">
            <a:alphaModFix amt="85000"/>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13ECF108-98CD-26AA-2A05-D82A254185A6}"/>
              </a:ext>
            </a:extLst>
          </p:cNvPr>
          <p:cNvSpPr>
            <a:spLocks noGrp="1"/>
          </p:cNvSpPr>
          <p:nvPr>
            <p:ph type="title"/>
          </p:nvPr>
        </p:nvSpPr>
        <p:spPr bwMode="gray">
          <a:xfrm>
            <a:off x="1260763" y="2632798"/>
            <a:ext cx="9670473" cy="1592403"/>
          </a:xfrm>
          <a:prstGeom prst="rect">
            <a:avLst/>
          </a:prstGeom>
        </p:spPr>
        <p:txBody>
          <a:bodyPr anchor="ctr"/>
          <a:lstStyle>
            <a:lvl1pPr algn="ctr">
              <a:lnSpc>
                <a:spcPct val="95000"/>
              </a:lnSpc>
              <a:defRPr sz="12000" b="0" i="0">
                <a:solidFill>
                  <a:srgbClr val="041E42"/>
                </a:solidFill>
                <a:latin typeface="Calibri" panose="020B0306030504020204" pitchFamily="34" charset="0"/>
                <a:ea typeface="Calibri" panose="020B0306030504020204" pitchFamily="34" charset="0"/>
                <a:cs typeface="Calibri" panose="020B0306030504020204" pitchFamily="34" charset="0"/>
              </a:defRPr>
            </a:lvl1pPr>
          </a:lstStyle>
          <a:p>
            <a:r>
              <a:rPr lang="en-US" noProof="0"/>
              <a:t>Click to edit Master title style</a:t>
            </a:r>
          </a:p>
        </p:txBody>
      </p:sp>
    </p:spTree>
    <p:extLst>
      <p:ext uri="{BB962C8B-B14F-4D97-AF65-F5344CB8AC3E}">
        <p14:creationId xmlns:p14="http://schemas.microsoft.com/office/powerpoint/2010/main" val="286895666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86939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2"/>
            </p:custData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13" imgW="270" imgH="270" progId="TCLayout.ActiveDocument.1">
                  <p:embed/>
                </p:oleObj>
              </mc:Choice>
              <mc:Fallback>
                <p:oleObj name="think-cell Slide" r:id="rId13" imgW="270" imgH="270" progId="TCLayout.ActiveDocument.1">
                  <p:embed/>
                  <p:pic>
                    <p:nvPicPr>
                      <p:cNvPr id="4" name="Object 3" hidden="1"/>
                      <p:cNvPicPr/>
                      <p:nvPr/>
                    </p:nvPicPr>
                    <p:blipFill>
                      <a:blip r:embed="rId14"/>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538798"/>
            <a:ext cx="11252200" cy="692151"/>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Box 1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2">
                    <a:lumMod val="90000"/>
                  </a:schemeClr>
                </a:solidFill>
              </a:rPr>
              <a:pPr marL="0" indent="0" algn="r">
                <a:spcBef>
                  <a:spcPts val="800"/>
                </a:spcBef>
                <a:buSzPct val="100000"/>
                <a:buFont typeface="Arial"/>
                <a:buNone/>
              </a:pPr>
              <a:t>‹#›</a:t>
            </a:fld>
            <a:endParaRPr lang="en-US" sz="650" noProof="0">
              <a:solidFill>
                <a:schemeClr val="bg2">
                  <a:lumMod val="90000"/>
                </a:schemeClr>
              </a:solidFill>
            </a:endParaRPr>
          </a:p>
        </p:txBody>
      </p:sp>
    </p:spTree>
    <p:extLst>
      <p:ext uri="{BB962C8B-B14F-4D97-AF65-F5344CB8AC3E}">
        <p14:creationId xmlns:p14="http://schemas.microsoft.com/office/powerpoint/2010/main" val="241684002"/>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1" r:id="rId6"/>
    <p:sldLayoutId id="2147483732" r:id="rId7"/>
    <p:sldLayoutId id="2147483733" r:id="rId8"/>
    <p:sldLayoutId id="2147483734" r:id="rId9"/>
    <p:sldLayoutId id="2147483735" r:id="rId10"/>
  </p:sldLayoutIdLst>
  <p:transition>
    <p:fade/>
  </p:transition>
  <p:hf hdr="0" dt="0"/>
  <p:txStyles>
    <p:titleStyle>
      <a:lvl1pPr algn="l" defTabSz="1219170" rtl="0" eaLnBrk="1" latinLnBrk="0" hangingPunct="1">
        <a:lnSpc>
          <a:spcPct val="90000"/>
        </a:lnSpc>
        <a:spcBef>
          <a:spcPct val="0"/>
        </a:spcBef>
        <a:buNone/>
        <a:defRPr sz="3600" kern="1200">
          <a:solidFill>
            <a:schemeClr val="tx1"/>
          </a:solidFill>
          <a:latin typeface="Calibri"/>
          <a:ea typeface="Calibri"/>
          <a:cs typeface="Calibri"/>
        </a:defRPr>
      </a:lvl1pPr>
    </p:titleStyle>
    <p:body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Calibri"/>
          <a:ea typeface="Calibri"/>
          <a:cs typeface="Calibri"/>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Calibri"/>
          <a:ea typeface="Calibri"/>
          <a:cs typeface="Calibri"/>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Calibri"/>
          <a:ea typeface="Calibri"/>
          <a:cs typeface="Calibri"/>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Calibri"/>
          <a:ea typeface="Calibri"/>
          <a:cs typeface="Calibri"/>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Calibri"/>
          <a:ea typeface="Calibri"/>
          <a:cs typeface="Calibri"/>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Calibri"/>
          <a:ea typeface="Calibri"/>
          <a:cs typeface="Calibri"/>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Calibri"/>
          <a:ea typeface="Calibri"/>
          <a:cs typeface="Calibri"/>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Calibri"/>
          <a:ea typeface="Calibri"/>
          <a:cs typeface="Calibri"/>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Calibri"/>
          <a:ea typeface="Calibri"/>
          <a:cs typeface="Calibri"/>
        </a:defRPr>
      </a:lvl9pPr>
    </p:bodyStyle>
    <p:otherStyle>
      <a:defPPr>
        <a:defRPr lang="en-US"/>
      </a:defPPr>
      <a:lvl1pPr marL="0" algn="l" defTabSz="1219170" rtl="0" eaLnBrk="1" latinLnBrk="0" hangingPunct="1">
        <a:defRPr sz="2400" kern="1200">
          <a:solidFill>
            <a:schemeClr val="tx1"/>
          </a:solidFill>
          <a:latin typeface="Calibri"/>
          <a:ea typeface="Calibri"/>
          <a:cs typeface="Calibri"/>
        </a:defRPr>
      </a:lvl1pPr>
      <a:lvl2pPr marL="609585" algn="l" defTabSz="1219170" rtl="0" eaLnBrk="1" latinLnBrk="0" hangingPunct="1">
        <a:defRPr sz="2400" kern="1200">
          <a:solidFill>
            <a:schemeClr val="tx1"/>
          </a:solidFill>
          <a:latin typeface="Calibri"/>
          <a:ea typeface="Calibri"/>
          <a:cs typeface="Calibri"/>
        </a:defRPr>
      </a:lvl2pPr>
      <a:lvl3pPr marL="1219170" algn="l" defTabSz="1219170" rtl="0" eaLnBrk="1" latinLnBrk="0" hangingPunct="1">
        <a:defRPr sz="2400" kern="1200">
          <a:solidFill>
            <a:schemeClr val="tx1"/>
          </a:solidFill>
          <a:latin typeface="Calibri"/>
          <a:ea typeface="Calibri"/>
          <a:cs typeface="Calibri"/>
        </a:defRPr>
      </a:lvl3pPr>
      <a:lvl4pPr marL="1828754" algn="l" defTabSz="1219170" rtl="0" eaLnBrk="1" latinLnBrk="0" hangingPunct="1">
        <a:defRPr sz="2400" kern="1200">
          <a:solidFill>
            <a:schemeClr val="tx1"/>
          </a:solidFill>
          <a:latin typeface="Calibri"/>
          <a:ea typeface="Calibri"/>
          <a:cs typeface="Calibri"/>
        </a:defRPr>
      </a:lvl4pPr>
      <a:lvl5pPr marL="2438339" algn="l" defTabSz="1219170" rtl="0" eaLnBrk="1" latinLnBrk="0" hangingPunct="1">
        <a:defRPr sz="2400" kern="1200">
          <a:solidFill>
            <a:schemeClr val="tx1"/>
          </a:solidFill>
          <a:latin typeface="Calibri"/>
          <a:ea typeface="Calibri"/>
          <a:cs typeface="Calibri"/>
        </a:defRPr>
      </a:lvl5pPr>
      <a:lvl6pPr marL="3047924" algn="l" defTabSz="1219170" rtl="0" eaLnBrk="1" latinLnBrk="0" hangingPunct="1">
        <a:defRPr sz="2400" kern="1200">
          <a:solidFill>
            <a:schemeClr val="tx1"/>
          </a:solidFill>
          <a:latin typeface="Calibri"/>
          <a:ea typeface="Calibri"/>
          <a:cs typeface="Calibri"/>
        </a:defRPr>
      </a:lvl6pPr>
      <a:lvl7pPr marL="3657509" algn="l" defTabSz="1219170" rtl="0" eaLnBrk="1" latinLnBrk="0" hangingPunct="1">
        <a:defRPr sz="2400" kern="1200">
          <a:solidFill>
            <a:schemeClr val="tx1"/>
          </a:solidFill>
          <a:latin typeface="Calibri"/>
          <a:ea typeface="Calibri"/>
          <a:cs typeface="Calibri"/>
        </a:defRPr>
      </a:lvl7pPr>
      <a:lvl8pPr marL="4267093" algn="l" defTabSz="1219170" rtl="0" eaLnBrk="1" latinLnBrk="0" hangingPunct="1">
        <a:defRPr sz="2400" kern="1200">
          <a:solidFill>
            <a:schemeClr val="tx1"/>
          </a:solidFill>
          <a:latin typeface="Calibri"/>
          <a:ea typeface="Calibri"/>
          <a:cs typeface="Calibri"/>
        </a:defRPr>
      </a:lvl8pPr>
      <a:lvl9pPr marL="4876678" algn="l" defTabSz="1219170" rtl="0" eaLnBrk="1" latinLnBrk="0" hangingPunct="1">
        <a:defRPr sz="2400" kern="1200">
          <a:solidFill>
            <a:schemeClr val="tx1"/>
          </a:solidFill>
          <a:latin typeface="Calibri"/>
          <a:ea typeface="Calibri"/>
          <a:cs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s://www.helloheart.com/abm/march-2026/fi-health-plans-2" TargetMode="External"/><Relationship Id="rId2" Type="http://schemas.openxmlformats.org/officeDocument/2006/relationships/hyperlink" Target="https://www.lark.com/resources/q2-brief-larks-2023-published-clinical-studies" TargetMode="Externa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hyperlink" Target="https://www.precedenceresearch.com/healthcare-navigation-platform-market" TargetMode="Externa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hyperlink" Target="https://transcarent.com/press-releases/transcarent-completes-merger-with-accolade" TargetMode="External"/><Relationship Id="rId2" Type="http://schemas.openxmlformats.org/officeDocument/2006/relationships/hyperlink" Target="https://www.oregon.gov/oha/HPA/HP/HCMOPageDocs/046-Accolade%202024%2010K%20Attachment%20to%2011e.pdf" TargetMode="Externa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 name="Oval 2"/>
          <p:cNvSpPr/>
          <p:nvPr/>
        </p:nvSpPr>
        <p:spPr>
          <a:xfrm>
            <a:off x="6263640" y="-2331720"/>
            <a:ext cx="8686800" cy="8686800"/>
          </a:xfrm>
          <a:prstGeom prst="ellipse">
            <a:avLst/>
          </a:prstGeom>
          <a:solidFill>
            <a:srgbClr val="2E221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4" name="Oval 3"/>
          <p:cNvSpPr/>
          <p:nvPr/>
        </p:nvSpPr>
        <p:spPr>
          <a:xfrm>
            <a:off x="7406640" y="-1188720"/>
            <a:ext cx="6400800" cy="6400800"/>
          </a:xfrm>
          <a:prstGeom prst="ellipse">
            <a:avLst/>
          </a:prstGeom>
          <a:solidFill>
            <a:srgbClr val="3E2C14">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5" name="Oval 4"/>
          <p:cNvSpPr/>
          <p:nvPr/>
        </p:nvSpPr>
        <p:spPr>
          <a:xfrm>
            <a:off x="8412480" y="-182880"/>
            <a:ext cx="4389120" cy="4389120"/>
          </a:xfrm>
          <a:prstGeom prst="ellipse">
            <a:avLst/>
          </a:prstGeom>
          <a:solidFill>
            <a:srgbClr val="4A3518">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6" name="TextBox 5"/>
          <p:cNvSpPr txBox="1"/>
          <p:nvPr/>
        </p:nvSpPr>
        <p:spPr>
          <a:xfrm>
            <a:off x="580644" y="164592"/>
            <a:ext cx="1097280" cy="274320"/>
          </a:xfrm>
          <a:prstGeom prst="rect">
            <a:avLst/>
          </a:prstGeom>
          <a:noFill/>
        </p:spPr>
        <p:txBody>
          <a:bodyPr wrap="square" lIns="0" tIns="0" rIns="0" bIns="0" anchor="ctr">
            <a:noAutofit/>
          </a:bodyPr>
          <a:lstStyle/>
          <a:p>
            <a:pPr algn="l">
              <a:spcBef>
                <a:spcPts val="0"/>
              </a:spcBef>
              <a:spcAft>
                <a:spcPts val="0"/>
              </a:spcAft>
            </a:pPr>
            <a:r>
              <a:rPr lang="en-US" sz="1100" b="1" i="0">
                <a:solidFill>
                  <a:srgbClr val="F7F1E3"/>
                </a:solidFill>
                <a:latin typeface="Open Sans Light" panose="020B0306030504020204" pitchFamily="34" charset="0"/>
                <a:ea typeface="Open Sans Light" panose="020B0306030504020204" pitchFamily="34" charset="0"/>
                <a:cs typeface="Open Sans Light" panose="020B0306030504020204" pitchFamily="34" charset="0"/>
              </a:rPr>
              <a:t>Deloitte.</a:t>
            </a:r>
          </a:p>
        </p:txBody>
      </p:sp>
      <p:cxnSp>
        <p:nvCxnSpPr>
          <p:cNvPr id="7" name="Connector 6"/>
          <p:cNvCxnSpPr/>
          <p:nvPr/>
        </p:nvCxnSpPr>
        <p:spPr>
          <a:xfrm>
            <a:off x="1407135" y="182880"/>
            <a:ext cx="0" cy="219456"/>
          </a:xfrm>
          <a:prstGeom prst="line">
            <a:avLst/>
          </a:prstGeom>
          <a:ln w="12700">
            <a:solidFill>
              <a:srgbClr val="4A4338"/>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723644" y="164592"/>
            <a:ext cx="4114800" cy="274320"/>
          </a:xfrm>
          <a:prstGeom prst="rect">
            <a:avLst/>
          </a:prstGeom>
          <a:noFill/>
        </p:spPr>
        <p:txBody>
          <a:bodyPr wrap="square" lIns="0" tIns="0" rIns="0" bIns="0" anchor="ctr">
            <a:noAutofit/>
          </a:bodyPr>
          <a:lstStyle/>
          <a:p>
            <a:pPr algn="l">
              <a:spcBef>
                <a:spcPts val="0"/>
              </a:spcBef>
              <a:spcAft>
                <a:spcPts val="0"/>
              </a:spcAft>
            </a:pPr>
            <a:r>
              <a:rPr lang="en-US" sz="1000" b="0" i="0">
                <a:solidFill>
                  <a:srgbClr val="928C7F"/>
                </a:solidFill>
                <a:latin typeface="Open Sans Light" panose="020B0306030504020204" pitchFamily="34" charset="0"/>
                <a:ea typeface="Open Sans Light" panose="020B0306030504020204" pitchFamily="34" charset="0"/>
                <a:cs typeface="Open Sans Light" panose="020B0306030504020204" pitchFamily="34" charset="0"/>
              </a:rPr>
              <a:t>Care Navigation Market Landscape</a:t>
            </a:r>
          </a:p>
        </p:txBody>
      </p:sp>
      <p:sp>
        <p:nvSpPr>
          <p:cNvPr id="10" name="Rectangle 9"/>
          <p:cNvSpPr/>
          <p:nvPr/>
        </p:nvSpPr>
        <p:spPr>
          <a:xfrm>
            <a:off x="580644" y="2359152"/>
            <a:ext cx="598932" cy="27432"/>
          </a:xfrm>
          <a:prstGeom prst="rect">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1" name="TextBox 10"/>
          <p:cNvSpPr txBox="1"/>
          <p:nvPr/>
        </p:nvSpPr>
        <p:spPr>
          <a:xfrm>
            <a:off x="566928" y="2615184"/>
            <a:ext cx="6035040" cy="1335024"/>
          </a:xfrm>
          <a:prstGeom prst="rect">
            <a:avLst/>
          </a:prstGeom>
          <a:noFill/>
        </p:spPr>
        <p:txBody>
          <a:bodyPr wrap="square" lIns="0" tIns="0" rIns="0" bIns="0" anchor="t">
            <a:noAutofit/>
          </a:bodyPr>
          <a:lstStyle/>
          <a:p>
            <a:pPr algn="l">
              <a:lnSpc>
                <a:spcPct val="105000"/>
              </a:lnSpc>
              <a:spcBef>
                <a:spcPts val="0"/>
              </a:spcBef>
              <a:spcAft>
                <a:spcPts val="0"/>
              </a:spcAft>
            </a:pPr>
            <a:r>
              <a:rPr lang="en-US" sz="3800" b="1" i="0">
                <a:solidFill>
                  <a:srgbClr val="F7F1E3"/>
                </a:solidFill>
                <a:latin typeface="Open Sans Light" panose="020B0306030504020204" pitchFamily="34" charset="0"/>
                <a:ea typeface="Open Sans Light" panose="020B0306030504020204" pitchFamily="34" charset="0"/>
                <a:cs typeface="Open Sans Light" panose="020B0306030504020204" pitchFamily="34" charset="0"/>
              </a:rPr>
              <a:t>Care Navigation</a:t>
            </a:r>
          </a:p>
          <a:p>
            <a:pPr algn="l">
              <a:lnSpc>
                <a:spcPct val="105000"/>
              </a:lnSpc>
              <a:spcBef>
                <a:spcPts val="0"/>
              </a:spcBef>
              <a:spcAft>
                <a:spcPts val="0"/>
              </a:spcAft>
            </a:pPr>
            <a:r>
              <a:rPr lang="en-US" sz="3800" b="1" i="0">
                <a:solidFill>
                  <a:srgbClr val="F7F1E3"/>
                </a:solidFill>
                <a:latin typeface="Open Sans Light" panose="020B0306030504020204" pitchFamily="34" charset="0"/>
                <a:ea typeface="Open Sans Light" panose="020B0306030504020204" pitchFamily="34" charset="0"/>
                <a:cs typeface="Open Sans Light" panose="020B0306030504020204" pitchFamily="34" charset="0"/>
              </a:rPr>
              <a:t>Market Analysis</a:t>
            </a:r>
          </a:p>
        </p:txBody>
      </p:sp>
      <p:sp>
        <p:nvSpPr>
          <p:cNvPr id="12" name="TextBox 11"/>
          <p:cNvSpPr txBox="1"/>
          <p:nvPr/>
        </p:nvSpPr>
        <p:spPr>
          <a:xfrm>
            <a:off x="580644" y="4023360"/>
            <a:ext cx="4892040" cy="502920"/>
          </a:xfrm>
          <a:prstGeom prst="rect">
            <a:avLst/>
          </a:prstGeom>
          <a:noFill/>
        </p:spPr>
        <p:txBody>
          <a:bodyPr wrap="square" lIns="0" tIns="0" rIns="0" bIns="0" anchor="t">
            <a:noAutofit/>
          </a:bodyPr>
          <a:lstStyle/>
          <a:p>
            <a:pPr algn="l">
              <a:lnSpc>
                <a:spcPct val="130000"/>
              </a:lnSpc>
              <a:spcBef>
                <a:spcPts val="0"/>
              </a:spcBef>
              <a:spcAft>
                <a:spcPts val="0"/>
              </a:spcAft>
            </a:pPr>
            <a:r>
              <a:rPr lang="en-US" sz="1600" b="0" i="0">
                <a:solidFill>
                  <a:srgbClr val="B8B3A7"/>
                </a:solidFill>
                <a:latin typeface="Open Sans" panose="020B0606030504020204" pitchFamily="34" charset="0"/>
                <a:ea typeface="Open Sans" panose="020B0606030504020204" pitchFamily="34" charset="0"/>
                <a:cs typeface="Open Sans" panose="020B0606030504020204" pitchFamily="34" charset="0"/>
              </a:rPr>
              <a:t>A look at the care navigation ecosystem, business models, and competitive landscape.</a:t>
            </a:r>
          </a:p>
        </p:txBody>
      </p:sp>
      <p:sp>
        <p:nvSpPr>
          <p:cNvPr id="13" name="TextBox 12"/>
          <p:cNvSpPr txBox="1"/>
          <p:nvPr/>
        </p:nvSpPr>
        <p:spPr>
          <a:xfrm>
            <a:off x="580644" y="6236208"/>
            <a:ext cx="2743200" cy="201168"/>
          </a:xfrm>
          <a:prstGeom prst="rect">
            <a:avLst/>
          </a:prstGeom>
          <a:noFill/>
        </p:spPr>
        <p:txBody>
          <a:bodyPr wrap="square" lIns="0" tIns="0" rIns="0" bIns="0" anchor="ctr">
            <a:noAutofit/>
          </a:bodyPr>
          <a:lstStyle/>
          <a:p>
            <a:pPr algn="l">
              <a:spcBef>
                <a:spcPts val="0"/>
              </a:spcBef>
              <a:spcAft>
                <a:spcPts val="0"/>
              </a:spcAft>
            </a:pPr>
            <a:r>
              <a:rPr lang="en-US" sz="1400" b="1" i="0" spc="150">
                <a:solidFill>
                  <a:srgbClr val="9A9386"/>
                </a:solidFill>
                <a:latin typeface="Open Sans Light" panose="020B0306030504020204" pitchFamily="34" charset="0"/>
                <a:ea typeface="Open Sans Light" panose="020B0306030504020204" pitchFamily="34" charset="0"/>
                <a:cs typeface="Open Sans Light" panose="020B0306030504020204" pitchFamily="34" charset="0"/>
              </a:rPr>
              <a:t>SEPTEMBER 2026</a:t>
            </a:r>
          </a:p>
        </p:txBody>
      </p:sp>
      <p:sp>
        <p:nvSpPr>
          <p:cNvPr id="14" name="TextBox 13"/>
          <p:cNvSpPr txBox="1"/>
          <p:nvPr/>
        </p:nvSpPr>
        <p:spPr>
          <a:xfrm>
            <a:off x="580644" y="6446520"/>
            <a:ext cx="4572000" cy="201168"/>
          </a:xfrm>
          <a:prstGeom prst="rect">
            <a:avLst/>
          </a:prstGeom>
          <a:noFill/>
        </p:spPr>
        <p:txBody>
          <a:bodyPr wrap="square" lIns="0" tIns="0" rIns="0" bIns="0" anchor="ctr">
            <a:noAutofit/>
          </a:bodyPr>
          <a:lstStyle/>
          <a:p>
            <a:pPr algn="l">
              <a:spcBef>
                <a:spcPts val="0"/>
              </a:spcBef>
              <a:spcAft>
                <a:spcPts val="0"/>
              </a:spcAft>
            </a:pPr>
            <a:r>
              <a:rPr lang="en-US" sz="800" b="0" i="0">
                <a:solidFill>
                  <a:srgbClr val="757065"/>
                </a:solidFill>
                <a:latin typeface="Open Sans Light" panose="020B0306030504020204" pitchFamily="34" charset="0"/>
                <a:ea typeface="Open Sans Light" panose="020B0306030504020204" pitchFamily="34" charset="0"/>
                <a:cs typeface="Open Sans Light" panose="020B0306030504020204" pitchFamily="34" charset="0"/>
              </a:rPr>
              <a:t>Copyright © 2026 Deloitte Development LLC. All rights reserved.</a:t>
            </a:r>
          </a:p>
        </p:txBody>
      </p:sp>
      <p:sp>
        <p:nvSpPr>
          <p:cNvPr id="15" name="Oval 14"/>
          <p:cNvSpPr/>
          <p:nvPr/>
        </p:nvSpPr>
        <p:spPr>
          <a:xfrm>
            <a:off x="8695944" y="2889504"/>
            <a:ext cx="1188720" cy="1188720"/>
          </a:xfrm>
          <a:prstGeom prst="ellipse">
            <a:avLst/>
          </a:prstGeom>
          <a:noFill/>
          <a:ln w="9525">
            <a:solidFill>
              <a:srgbClr val="8A714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6" name="Oval 15"/>
          <p:cNvSpPr/>
          <p:nvPr/>
        </p:nvSpPr>
        <p:spPr>
          <a:xfrm>
            <a:off x="8193024" y="2386584"/>
            <a:ext cx="2194560" cy="2194560"/>
          </a:xfrm>
          <a:prstGeom prst="ellipse">
            <a:avLst/>
          </a:prstGeom>
          <a:noFill/>
          <a:ln w="9525">
            <a:solidFill>
              <a:srgbClr val="8A714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7" name="Oval 16"/>
          <p:cNvSpPr/>
          <p:nvPr/>
        </p:nvSpPr>
        <p:spPr>
          <a:xfrm>
            <a:off x="7690104" y="1883664"/>
            <a:ext cx="3200400" cy="3200400"/>
          </a:xfrm>
          <a:prstGeom prst="ellipse">
            <a:avLst/>
          </a:prstGeom>
          <a:noFill/>
          <a:ln w="9525">
            <a:solidFill>
              <a:srgbClr val="8A714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8" name="Oval 17"/>
          <p:cNvSpPr/>
          <p:nvPr/>
        </p:nvSpPr>
        <p:spPr>
          <a:xfrm>
            <a:off x="7187184" y="1380744"/>
            <a:ext cx="4206240" cy="4206240"/>
          </a:xfrm>
          <a:prstGeom prst="ellipse">
            <a:avLst/>
          </a:prstGeom>
          <a:noFill/>
          <a:ln w="9525">
            <a:solidFill>
              <a:srgbClr val="8A714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19" name="Connector 18"/>
          <p:cNvCxnSpPr/>
          <p:nvPr/>
        </p:nvCxnSpPr>
        <p:spPr>
          <a:xfrm flipH="1" flipV="1">
            <a:off x="7314018" y="2764555"/>
            <a:ext cx="1976286" cy="719309"/>
          </a:xfrm>
          <a:prstGeom prst="line">
            <a:avLst/>
          </a:prstGeom>
          <a:ln w="6350">
            <a:solidFill>
              <a:srgbClr val="8A714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8570995" y="1507578"/>
            <a:ext cx="719309" cy="1976286"/>
          </a:xfrm>
          <a:prstGeom prst="line">
            <a:avLst/>
          </a:prstGeom>
          <a:ln w="6350">
            <a:solidFill>
              <a:srgbClr val="8A714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9290304" y="1662509"/>
            <a:ext cx="1051560" cy="1821355"/>
          </a:xfrm>
          <a:prstGeom prst="line">
            <a:avLst/>
          </a:prstGeom>
          <a:ln w="6350">
            <a:solidFill>
              <a:srgbClr val="8A714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9290304" y="2764555"/>
            <a:ext cx="1976286" cy="719309"/>
          </a:xfrm>
          <a:prstGeom prst="line">
            <a:avLst/>
          </a:prstGeom>
          <a:ln w="6350">
            <a:solidFill>
              <a:srgbClr val="8A714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290304" y="3483864"/>
            <a:ext cx="1976286" cy="719309"/>
          </a:xfrm>
          <a:prstGeom prst="line">
            <a:avLst/>
          </a:prstGeom>
          <a:ln w="6350">
            <a:solidFill>
              <a:srgbClr val="8A714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290304" y="3483864"/>
            <a:ext cx="1051560" cy="1821355"/>
          </a:xfrm>
          <a:prstGeom prst="line">
            <a:avLst/>
          </a:prstGeom>
          <a:ln w="6350">
            <a:solidFill>
              <a:srgbClr val="8A7140"/>
            </a:solidFill>
          </a:ln>
          <a:effectLst/>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9249156" y="3442716"/>
            <a:ext cx="82296" cy="82296"/>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6" name="Oval 25"/>
          <p:cNvSpPr/>
          <p:nvPr/>
        </p:nvSpPr>
        <p:spPr>
          <a:xfrm>
            <a:off x="7279728" y="2730265"/>
            <a:ext cx="68580" cy="6858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7" name="Oval 26"/>
          <p:cNvSpPr/>
          <p:nvPr/>
        </p:nvSpPr>
        <p:spPr>
          <a:xfrm>
            <a:off x="8806000" y="2468817"/>
            <a:ext cx="41148" cy="41148"/>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8" name="Oval 27"/>
          <p:cNvSpPr/>
          <p:nvPr/>
        </p:nvSpPr>
        <p:spPr>
          <a:xfrm>
            <a:off x="8596044" y="1011513"/>
            <a:ext cx="86868" cy="86868"/>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9" name="Oval 28"/>
          <p:cNvSpPr/>
          <p:nvPr/>
        </p:nvSpPr>
        <p:spPr>
          <a:xfrm>
            <a:off x="10069830" y="2077477"/>
            <a:ext cx="41148" cy="41148"/>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0" name="Oval 29"/>
          <p:cNvSpPr/>
          <p:nvPr/>
        </p:nvSpPr>
        <p:spPr>
          <a:xfrm>
            <a:off x="11655287" y="2039112"/>
            <a:ext cx="100584" cy="100584"/>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1" name="Oval 30"/>
          <p:cNvSpPr/>
          <p:nvPr/>
        </p:nvSpPr>
        <p:spPr>
          <a:xfrm>
            <a:off x="11160797" y="3796736"/>
            <a:ext cx="41148" cy="41148"/>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2" name="Oval 31"/>
          <p:cNvSpPr/>
          <p:nvPr/>
        </p:nvSpPr>
        <p:spPr>
          <a:xfrm>
            <a:off x="10163997" y="4088091"/>
            <a:ext cx="50292" cy="50292"/>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3" name="Oval 32"/>
          <p:cNvSpPr/>
          <p:nvPr/>
        </p:nvSpPr>
        <p:spPr>
          <a:xfrm>
            <a:off x="10456164" y="5536662"/>
            <a:ext cx="91440" cy="9144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4" name="Oval 33"/>
          <p:cNvSpPr/>
          <p:nvPr/>
        </p:nvSpPr>
        <p:spPr>
          <a:xfrm>
            <a:off x="9150188" y="4829670"/>
            <a:ext cx="41148" cy="41148"/>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5" name="Oval 34"/>
          <p:cNvSpPr/>
          <p:nvPr/>
        </p:nvSpPr>
        <p:spPr>
          <a:xfrm>
            <a:off x="8043906" y="4491878"/>
            <a:ext cx="41148" cy="41148"/>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6" name="Oval 35"/>
          <p:cNvSpPr/>
          <p:nvPr/>
        </p:nvSpPr>
        <p:spPr>
          <a:xfrm>
            <a:off x="7184846" y="3814776"/>
            <a:ext cx="68580" cy="6858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7" name="Oval 36"/>
          <p:cNvSpPr/>
          <p:nvPr/>
        </p:nvSpPr>
        <p:spPr>
          <a:xfrm>
            <a:off x="8687335" y="3731513"/>
            <a:ext cx="45720" cy="4572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38" name="Connector 37"/>
          <p:cNvCxnSpPr/>
          <p:nvPr/>
        </p:nvCxnSpPr>
        <p:spPr>
          <a:xfrm flipV="1">
            <a:off x="7314018" y="1054947"/>
            <a:ext cx="1325460" cy="1709608"/>
          </a:xfrm>
          <a:prstGeom prst="line">
            <a:avLst/>
          </a:prstGeom>
          <a:ln w="6350">
            <a:solidFill>
              <a:srgbClr val="8A7140"/>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639478" y="1054947"/>
            <a:ext cx="3066101" cy="1034457"/>
          </a:xfrm>
          <a:prstGeom prst="line">
            <a:avLst/>
          </a:prstGeom>
          <a:ln w="6350">
            <a:solidFill>
              <a:srgbClr val="8A7140"/>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10189143" y="3817310"/>
            <a:ext cx="992228" cy="295927"/>
          </a:xfrm>
          <a:prstGeom prst="line">
            <a:avLst/>
          </a:prstGeom>
          <a:ln w="6350">
            <a:solidFill>
              <a:srgbClr val="8A7140"/>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7219136" y="3849066"/>
            <a:ext cx="845344" cy="663386"/>
          </a:xfrm>
          <a:prstGeom prst="line">
            <a:avLst/>
          </a:prstGeom>
          <a:ln w="6350">
            <a:solidFill>
              <a:srgbClr val="8A7140"/>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563547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11338560" y="5989320"/>
            <a:ext cx="1828800" cy="1828800"/>
          </a:xfrm>
          <a:prstGeom prst="ellipse">
            <a:avLst/>
          </a:prstGeom>
          <a:noFill/>
          <a:ln w="9525">
            <a:solidFill>
              <a:srgbClr val="DAD3C4">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561320" y="5212080"/>
            <a:ext cx="3383280" cy="3383280"/>
          </a:xfrm>
          <a:prstGeom prst="ellipse">
            <a:avLst/>
          </a:prstGeom>
          <a:noFill/>
          <a:ln w="9525">
            <a:solidFill>
              <a:srgbClr val="DAD3C4">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784080" y="4434840"/>
            <a:ext cx="4937760" cy="4937760"/>
          </a:xfrm>
          <a:prstGeom prst="ellipse">
            <a:avLst/>
          </a:prstGeom>
          <a:noFill/>
          <a:ln w="9525">
            <a:solidFill>
              <a:srgbClr val="DAD3C4">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itle 30">
            <a:extLst>
              <a:ext uri="{FF2B5EF4-FFF2-40B4-BE49-F238E27FC236}">
                <a16:creationId xmlns:a16="http://schemas.microsoft.com/office/drawing/2014/main" id="{7B2B9FF2-84C3-F292-022A-98F331801C3D}"/>
              </a:ext>
            </a:extLst>
          </p:cNvPr>
          <p:cNvSpPr>
            <a:spLocks noGrp="1"/>
          </p:cNvSpPr>
          <p:nvPr>
            <p:ph type="title"/>
          </p:nvPr>
        </p:nvSpPr>
        <p:spPr/>
        <p:txBody>
          <a:bodyPr/>
          <a:lstStyle/>
          <a:p>
            <a:r>
              <a:rPr lang="en-US">
                <a:latin typeface="Open Sans Light" panose="020B0306030504020204" pitchFamily="34" charset="0"/>
                <a:ea typeface="Open Sans Light" panose="020B0306030504020204" pitchFamily="34" charset="0"/>
                <a:cs typeface="Open Sans Light" panose="020B0306030504020204" pitchFamily="34" charset="0"/>
              </a:rPr>
              <a:t>Agenda</a:t>
            </a:r>
          </a:p>
        </p:txBody>
      </p:sp>
      <p:graphicFrame>
        <p:nvGraphicFramePr>
          <p:cNvPr id="32" name="Table 31">
            <a:extLst>
              <a:ext uri="{FF2B5EF4-FFF2-40B4-BE49-F238E27FC236}">
                <a16:creationId xmlns:a16="http://schemas.microsoft.com/office/drawing/2014/main" id="{05A2A644-F856-36FB-F58E-C426A2B1E603}"/>
              </a:ext>
            </a:extLst>
          </p:cNvPr>
          <p:cNvGraphicFramePr>
            <a:graphicFrameLocks noGrp="1"/>
          </p:cNvGraphicFramePr>
          <p:nvPr/>
        </p:nvGraphicFramePr>
        <p:xfrm>
          <a:off x="416064" y="1407928"/>
          <a:ext cx="9047976" cy="4588969"/>
        </p:xfrm>
        <a:graphic>
          <a:graphicData uri="http://schemas.openxmlformats.org/drawingml/2006/table">
            <a:tbl>
              <a:tblPr firstRow="1" bandRow="1"/>
              <a:tblGrid>
                <a:gridCol w="656724">
                  <a:extLst>
                    <a:ext uri="{9D8B030D-6E8A-4147-A177-3AD203B41FA5}">
                      <a16:colId xmlns:a16="http://schemas.microsoft.com/office/drawing/2014/main" val="3941096409"/>
                    </a:ext>
                  </a:extLst>
                </a:gridCol>
                <a:gridCol w="7027208">
                  <a:extLst>
                    <a:ext uri="{9D8B030D-6E8A-4147-A177-3AD203B41FA5}">
                      <a16:colId xmlns:a16="http://schemas.microsoft.com/office/drawing/2014/main" val="2932141907"/>
                    </a:ext>
                  </a:extLst>
                </a:gridCol>
                <a:gridCol w="1364044">
                  <a:extLst>
                    <a:ext uri="{9D8B030D-6E8A-4147-A177-3AD203B41FA5}">
                      <a16:colId xmlns:a16="http://schemas.microsoft.com/office/drawing/2014/main" val="2266435225"/>
                    </a:ext>
                  </a:extLst>
                </a:gridCol>
              </a:tblGrid>
              <a:tr h="655567">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b="1" i="0" cap="none" noProof="0">
                          <a:solidFill>
                            <a:schemeClr val="accent4">
                              <a:lumMod val="75000"/>
                            </a:schemeClr>
                          </a:solidFill>
                          <a:latin typeface="Open Sans Extrabold" panose="020B0906030804020204" pitchFamily="34" charset="0"/>
                          <a:ea typeface="Open Sans Extrabold" panose="020B0906030804020204" pitchFamily="34" charset="0"/>
                          <a:cs typeface="Open Sans Extrabold" panose="020B0906030804020204" pitchFamily="34" charset="0"/>
                        </a:rPr>
                        <a:t>01</a:t>
                      </a:r>
                    </a:p>
                  </a:txBody>
                  <a:tcPr marL="0" marR="0" marT="91440" marB="91440" anchor="ctr">
                    <a:lnL w="12700" cmpd="sng">
                      <a:noFill/>
                    </a:lnL>
                    <a:lnR w="12700" cmpd="sng">
                      <a:noFill/>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chemeClr val="tx1">
                              <a:lumMod val="65000"/>
                              <a:lumOff val="35000"/>
                            </a:schemeClr>
                          </a:solidFill>
                          <a:effectLst/>
                          <a:uLnTx/>
                          <a:uFillTx/>
                          <a:latin typeface="Calibri" panose="020F0502020204030204" pitchFamily="34" charset="0"/>
                          <a:ea typeface="Calibri" panose="020F0502020204030204" pitchFamily="34" charset="0"/>
                          <a:cs typeface="Calibri" panose="020F0502020204030204" pitchFamily="34" charset="0"/>
                        </a:rPr>
                        <a:t>Market Definition</a:t>
                      </a:r>
                    </a:p>
                  </a:txBody>
                  <a:tcPr anchor="ctr">
                    <a:lnL w="12700" cmpd="sng">
                      <a:noFill/>
                    </a:lnL>
                    <a:lnR w="12700" cmpd="sng">
                      <a:noFill/>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b="0" i="1">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03</a:t>
                      </a:r>
                    </a:p>
                  </a:txBody>
                  <a:tcPr anchor="ctr">
                    <a:lnL w="12700" cmpd="sng">
                      <a:noFill/>
                    </a:lnL>
                    <a:lnR w="12700" cmpd="sng">
                      <a:noFill/>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3523749"/>
                  </a:ext>
                </a:extLst>
              </a:tr>
              <a:tr h="655567">
                <a:tc>
                  <a:txBody>
                    <a:bodyPr/>
                    <a:lstStyle>
                      <a:lvl1pPr marL="0" algn="l" defTabSz="1219170" rtl="0" eaLnBrk="1" latinLnBrk="0" hangingPunct="1">
                        <a:defRPr sz="2400" kern="1200">
                          <a:solidFill>
                            <a:schemeClr val="dk1"/>
                          </a:solidFill>
                          <a:latin typeface="Open Sans"/>
                        </a:defRPr>
                      </a:lvl1pPr>
                      <a:lvl2pPr marL="609585" algn="l" defTabSz="1219170" rtl="0" eaLnBrk="1" latinLnBrk="0" hangingPunct="1">
                        <a:defRPr sz="2400" kern="1200">
                          <a:solidFill>
                            <a:schemeClr val="dk1"/>
                          </a:solidFill>
                          <a:latin typeface="Open Sans"/>
                        </a:defRPr>
                      </a:lvl2pPr>
                      <a:lvl3pPr marL="1219170" algn="l" defTabSz="1219170" rtl="0" eaLnBrk="1" latinLnBrk="0" hangingPunct="1">
                        <a:defRPr sz="2400" kern="1200">
                          <a:solidFill>
                            <a:schemeClr val="dk1"/>
                          </a:solidFill>
                          <a:latin typeface="Open Sans"/>
                        </a:defRPr>
                      </a:lvl3pPr>
                      <a:lvl4pPr marL="1828754" algn="l" defTabSz="1219170" rtl="0" eaLnBrk="1" latinLnBrk="0" hangingPunct="1">
                        <a:defRPr sz="2400" kern="1200">
                          <a:solidFill>
                            <a:schemeClr val="dk1"/>
                          </a:solidFill>
                          <a:latin typeface="Open Sans"/>
                        </a:defRPr>
                      </a:lvl4pPr>
                      <a:lvl5pPr marL="2438339" algn="l" defTabSz="1219170" rtl="0" eaLnBrk="1" latinLnBrk="0" hangingPunct="1">
                        <a:defRPr sz="2400" kern="1200">
                          <a:solidFill>
                            <a:schemeClr val="dk1"/>
                          </a:solidFill>
                          <a:latin typeface="Open Sans"/>
                        </a:defRPr>
                      </a:lvl5pPr>
                      <a:lvl6pPr marL="3047924" algn="l" defTabSz="1219170" rtl="0" eaLnBrk="1" latinLnBrk="0" hangingPunct="1">
                        <a:defRPr sz="2400" kern="1200">
                          <a:solidFill>
                            <a:schemeClr val="dk1"/>
                          </a:solidFill>
                          <a:latin typeface="Open Sans"/>
                        </a:defRPr>
                      </a:lvl6pPr>
                      <a:lvl7pPr marL="3657509" algn="l" defTabSz="1219170" rtl="0" eaLnBrk="1" latinLnBrk="0" hangingPunct="1">
                        <a:defRPr sz="2400" kern="1200">
                          <a:solidFill>
                            <a:schemeClr val="dk1"/>
                          </a:solidFill>
                          <a:latin typeface="Open Sans"/>
                        </a:defRPr>
                      </a:lvl7pPr>
                      <a:lvl8pPr marL="4267093" algn="l" defTabSz="1219170" rtl="0" eaLnBrk="1" latinLnBrk="0" hangingPunct="1">
                        <a:defRPr sz="2400" kern="1200">
                          <a:solidFill>
                            <a:schemeClr val="dk1"/>
                          </a:solidFill>
                          <a:latin typeface="Open Sans"/>
                        </a:defRPr>
                      </a:lvl8pPr>
                      <a:lvl9pPr marL="4876678" algn="l" defTabSz="1219170" rtl="0" eaLnBrk="1" latinLnBrk="0" hangingPunct="1">
                        <a:defRPr sz="2400" kern="1200">
                          <a:solidFill>
                            <a:schemeClr val="dk1"/>
                          </a:solidFill>
                          <a:latin typeface="Open San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b="1" i="0" cap="none" noProof="0">
                          <a:solidFill>
                            <a:schemeClr val="accent4">
                              <a:lumMod val="75000"/>
                            </a:schemeClr>
                          </a:solidFill>
                          <a:latin typeface="Open Sans Extrabold" panose="020B0906030804020204" pitchFamily="34" charset="0"/>
                          <a:ea typeface="Open Sans Extrabold" panose="020B0906030804020204" pitchFamily="34" charset="0"/>
                          <a:cs typeface="Open Sans Extrabold" panose="020B0906030804020204" pitchFamily="34" charset="0"/>
                        </a:rPr>
                        <a:t>02</a:t>
                      </a:r>
                    </a:p>
                  </a:txBody>
                  <a:tcPr marL="0" marR="0" marT="91440" marB="91440" anchor="ctr">
                    <a:lnL w="12700" cmpd="sng">
                      <a:noFill/>
                    </a:lnL>
                    <a:lnR w="12700" cmpd="sng">
                      <a:noFill/>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2000" b="0" i="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Market Sizing &amp; Regional Opportunity</a:t>
                      </a:r>
                    </a:p>
                  </a:txBody>
                  <a:tcPr anchor="ctr">
                    <a:lnL w="12700" cmpd="sng">
                      <a:noFill/>
                    </a:lnL>
                    <a:lnR w="12700" cmpd="sng">
                      <a:noFill/>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b="0" i="1">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06</a:t>
                      </a:r>
                    </a:p>
                  </a:txBody>
                  <a:tcPr anchor="ctr">
                    <a:lnL w="12700" cmpd="sng">
                      <a:noFill/>
                    </a:lnL>
                    <a:lnR w="12700" cmpd="sng">
                      <a:noFill/>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2986189"/>
                  </a:ext>
                </a:extLst>
              </a:tr>
              <a:tr h="655567">
                <a:tc>
                  <a:txBody>
                    <a:bodyPr/>
                    <a:lstStyle>
                      <a:lvl1pPr marL="0" algn="l" defTabSz="1219170" rtl="0" eaLnBrk="1" latinLnBrk="0" hangingPunct="1">
                        <a:defRPr sz="2400" kern="1200">
                          <a:solidFill>
                            <a:schemeClr val="dk1"/>
                          </a:solidFill>
                          <a:latin typeface="Open Sans"/>
                        </a:defRPr>
                      </a:lvl1pPr>
                      <a:lvl2pPr marL="609585" algn="l" defTabSz="1219170" rtl="0" eaLnBrk="1" latinLnBrk="0" hangingPunct="1">
                        <a:defRPr sz="2400" kern="1200">
                          <a:solidFill>
                            <a:schemeClr val="dk1"/>
                          </a:solidFill>
                          <a:latin typeface="Open Sans"/>
                        </a:defRPr>
                      </a:lvl2pPr>
                      <a:lvl3pPr marL="1219170" algn="l" defTabSz="1219170" rtl="0" eaLnBrk="1" latinLnBrk="0" hangingPunct="1">
                        <a:defRPr sz="2400" kern="1200">
                          <a:solidFill>
                            <a:schemeClr val="dk1"/>
                          </a:solidFill>
                          <a:latin typeface="Open Sans"/>
                        </a:defRPr>
                      </a:lvl3pPr>
                      <a:lvl4pPr marL="1828754" algn="l" defTabSz="1219170" rtl="0" eaLnBrk="1" latinLnBrk="0" hangingPunct="1">
                        <a:defRPr sz="2400" kern="1200">
                          <a:solidFill>
                            <a:schemeClr val="dk1"/>
                          </a:solidFill>
                          <a:latin typeface="Open Sans"/>
                        </a:defRPr>
                      </a:lvl4pPr>
                      <a:lvl5pPr marL="2438339" algn="l" defTabSz="1219170" rtl="0" eaLnBrk="1" latinLnBrk="0" hangingPunct="1">
                        <a:defRPr sz="2400" kern="1200">
                          <a:solidFill>
                            <a:schemeClr val="dk1"/>
                          </a:solidFill>
                          <a:latin typeface="Open Sans"/>
                        </a:defRPr>
                      </a:lvl5pPr>
                      <a:lvl6pPr marL="3047924" algn="l" defTabSz="1219170" rtl="0" eaLnBrk="1" latinLnBrk="0" hangingPunct="1">
                        <a:defRPr sz="2400" kern="1200">
                          <a:solidFill>
                            <a:schemeClr val="dk1"/>
                          </a:solidFill>
                          <a:latin typeface="Open Sans"/>
                        </a:defRPr>
                      </a:lvl6pPr>
                      <a:lvl7pPr marL="3657509" algn="l" defTabSz="1219170" rtl="0" eaLnBrk="1" latinLnBrk="0" hangingPunct="1">
                        <a:defRPr sz="2400" kern="1200">
                          <a:solidFill>
                            <a:schemeClr val="dk1"/>
                          </a:solidFill>
                          <a:latin typeface="Open Sans"/>
                        </a:defRPr>
                      </a:lvl7pPr>
                      <a:lvl8pPr marL="4267093" algn="l" defTabSz="1219170" rtl="0" eaLnBrk="1" latinLnBrk="0" hangingPunct="1">
                        <a:defRPr sz="2400" kern="1200">
                          <a:solidFill>
                            <a:schemeClr val="dk1"/>
                          </a:solidFill>
                          <a:latin typeface="Open Sans"/>
                        </a:defRPr>
                      </a:lvl8pPr>
                      <a:lvl9pPr marL="4876678" algn="l" defTabSz="1219170" rtl="0" eaLnBrk="1" latinLnBrk="0" hangingPunct="1">
                        <a:defRPr sz="2400" kern="1200">
                          <a:solidFill>
                            <a:schemeClr val="dk1"/>
                          </a:solidFill>
                          <a:latin typeface="Open San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b="1" i="0" cap="none" noProof="0">
                          <a:solidFill>
                            <a:schemeClr val="accent4">
                              <a:lumMod val="75000"/>
                            </a:schemeClr>
                          </a:solidFill>
                          <a:latin typeface="Open Sans Extrabold" panose="020B0906030804020204" pitchFamily="34" charset="0"/>
                          <a:ea typeface="Open Sans Extrabold" panose="020B0906030804020204" pitchFamily="34" charset="0"/>
                          <a:cs typeface="Open Sans Extrabold" panose="020B0906030804020204" pitchFamily="34" charset="0"/>
                        </a:rPr>
                        <a:t>03</a:t>
                      </a:r>
                    </a:p>
                  </a:txBody>
                  <a:tcPr marL="0" marR="0" marT="91440" marB="91440" anchor="ctr">
                    <a:lnL w="12700" cmpd="sng">
                      <a:noFill/>
                    </a:lnL>
                    <a:lnR w="12700" cmpd="sng">
                      <a:noFill/>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chemeClr val="tx1">
                              <a:lumMod val="65000"/>
                              <a:lumOff val="35000"/>
                            </a:schemeClr>
                          </a:solidFill>
                          <a:effectLst/>
                          <a:uLnTx/>
                          <a:uFillTx/>
                          <a:latin typeface="Calibri" panose="020F0502020204030204" pitchFamily="34" charset="0"/>
                          <a:ea typeface="Calibri" panose="020F0502020204030204" pitchFamily="34" charset="0"/>
                          <a:cs typeface="Calibri" panose="020F0502020204030204" pitchFamily="34" charset="0"/>
                        </a:rPr>
                        <a:t>Business Model, Economics &amp; Ecosystem</a:t>
                      </a:r>
                    </a:p>
                  </a:txBody>
                  <a:tcPr anchor="ctr">
                    <a:lnL w="12700" cmpd="sng">
                      <a:noFill/>
                    </a:lnL>
                    <a:lnR w="12700" cmpd="sng">
                      <a:noFill/>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b="0" i="1">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09</a:t>
                      </a:r>
                    </a:p>
                  </a:txBody>
                  <a:tcPr anchor="ctr">
                    <a:lnL w="12700" cmpd="sng">
                      <a:noFill/>
                    </a:lnL>
                    <a:lnR w="12700" cmpd="sng">
                      <a:noFill/>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7722155"/>
                  </a:ext>
                </a:extLst>
              </a:tr>
              <a:tr h="655567">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b="1" i="0" cap="none" noProof="0">
                          <a:solidFill>
                            <a:schemeClr val="accent4">
                              <a:lumMod val="75000"/>
                            </a:schemeClr>
                          </a:solidFill>
                          <a:latin typeface="Open Sans Extrabold" panose="020B0906030804020204" pitchFamily="34" charset="0"/>
                          <a:ea typeface="Open Sans Extrabold" panose="020B0906030804020204" pitchFamily="34" charset="0"/>
                          <a:cs typeface="Open Sans Extrabold" panose="020B0906030804020204" pitchFamily="34" charset="0"/>
                        </a:rPr>
                        <a:t>04</a:t>
                      </a:r>
                    </a:p>
                  </a:txBody>
                  <a:tcPr marL="0" marR="0" marT="91440" marB="91440" anchor="ctr">
                    <a:lnL w="12700" cmpd="sng">
                      <a:noFill/>
                    </a:lnL>
                    <a:lnR w="12700" cmpd="sng">
                      <a:noFill/>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chemeClr val="tx1">
                              <a:lumMod val="65000"/>
                              <a:lumOff val="35000"/>
                            </a:schemeClr>
                          </a:solidFill>
                          <a:effectLst/>
                          <a:uLnTx/>
                          <a:uFillTx/>
                          <a:latin typeface="Calibri" panose="020F0502020204030204" pitchFamily="34" charset="0"/>
                          <a:ea typeface="Calibri" panose="020F0502020204030204" pitchFamily="34" charset="0"/>
                          <a:cs typeface="Calibri" panose="020F0502020204030204" pitchFamily="34" charset="0"/>
                        </a:rPr>
                        <a:t>Market Landscape, Trends &amp; AI</a:t>
                      </a:r>
                    </a:p>
                  </a:txBody>
                  <a:tcPr anchor="ctr">
                    <a:lnL w="12700" cmpd="sng">
                      <a:noFill/>
                    </a:lnL>
                    <a:lnR w="12700" cmpd="sng">
                      <a:noFill/>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b="0" i="1">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10</a:t>
                      </a:r>
                    </a:p>
                  </a:txBody>
                  <a:tcPr anchor="ctr">
                    <a:lnL w="12700" cmpd="sng">
                      <a:noFill/>
                    </a:lnL>
                    <a:lnR w="12700" cmpd="sng">
                      <a:noFill/>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7972142"/>
                  </a:ext>
                </a:extLst>
              </a:tr>
              <a:tr h="655567">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b="1" i="0" cap="none" noProof="0">
                          <a:solidFill>
                            <a:schemeClr val="accent4">
                              <a:lumMod val="75000"/>
                            </a:schemeClr>
                          </a:solidFill>
                          <a:latin typeface="Open Sans Extrabold" panose="020B0906030804020204" pitchFamily="34" charset="0"/>
                          <a:ea typeface="Open Sans Extrabold" panose="020B0906030804020204" pitchFamily="34" charset="0"/>
                          <a:cs typeface="Open Sans Extrabold" panose="020B0906030804020204" pitchFamily="34" charset="0"/>
                        </a:rPr>
                        <a:t>05</a:t>
                      </a:r>
                    </a:p>
                  </a:txBody>
                  <a:tcPr marL="0" marR="0" marT="91440" marB="91440" anchor="ctr">
                    <a:lnL w="12700" cmpd="sng">
                      <a:noFill/>
                    </a:lnL>
                    <a:lnR w="12700" cmpd="sng">
                      <a:noFill/>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chemeClr val="tx1">
                              <a:lumMod val="65000"/>
                              <a:lumOff val="35000"/>
                            </a:schemeClr>
                          </a:solidFill>
                          <a:effectLst/>
                          <a:uLnTx/>
                          <a:uFillTx/>
                          <a:latin typeface="Calibri" panose="020F0502020204030204" pitchFamily="34" charset="0"/>
                          <a:ea typeface="Calibri" panose="020F0502020204030204" pitchFamily="34" charset="0"/>
                          <a:cs typeface="Calibri" panose="020F0502020204030204" pitchFamily="34" charset="0"/>
                        </a:rPr>
                        <a:t>Competitive Landscape, Value Mechanisms &amp; Capability Map</a:t>
                      </a:r>
                    </a:p>
                  </a:txBody>
                  <a:tcPr anchor="ctr">
                    <a:lnL w="12700" cmpd="sng">
                      <a:noFill/>
                    </a:lnL>
                    <a:lnR w="12700" cmpd="sng">
                      <a:noFill/>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b="0" i="1">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13</a:t>
                      </a:r>
                    </a:p>
                  </a:txBody>
                  <a:tcPr anchor="ctr">
                    <a:lnL w="12700" cmpd="sng">
                      <a:noFill/>
                    </a:lnL>
                    <a:lnR w="12700" cmpd="sng">
                      <a:noFill/>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5328620"/>
                  </a:ext>
                </a:extLst>
              </a:tr>
              <a:tr h="655567">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b="1" i="0" cap="none" noProof="0">
                          <a:solidFill>
                            <a:schemeClr val="accent4">
                              <a:lumMod val="75000"/>
                            </a:schemeClr>
                          </a:solidFill>
                          <a:latin typeface="Open Sans Extrabold" panose="020B0906030804020204" pitchFamily="34" charset="0"/>
                          <a:ea typeface="Open Sans Extrabold" panose="020B0906030804020204" pitchFamily="34" charset="0"/>
                          <a:cs typeface="Open Sans Extrabold" panose="020B0906030804020204" pitchFamily="34" charset="0"/>
                        </a:rPr>
                        <a:t>06</a:t>
                      </a:r>
                    </a:p>
                  </a:txBody>
                  <a:tcPr marL="0" marR="0" marT="91440" marB="91440" anchor="ctr">
                    <a:lnL w="12700" cmpd="sng">
                      <a:noFill/>
                    </a:lnL>
                    <a:lnR w="12700" cmpd="sng">
                      <a:noFill/>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2000" b="0" i="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Buying Pathway &amp; Considerations</a:t>
                      </a:r>
                    </a:p>
                  </a:txBody>
                  <a:tcPr anchor="ctr">
                    <a:lnL w="12700" cmpd="sng">
                      <a:noFill/>
                    </a:lnL>
                    <a:lnR w="12700" cmpd="sng">
                      <a:noFill/>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b="0" i="1">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18</a:t>
                      </a:r>
                    </a:p>
                  </a:txBody>
                  <a:tcPr anchor="ctr">
                    <a:lnL w="12700" cmpd="sng">
                      <a:noFill/>
                    </a:lnL>
                    <a:lnR w="12700" cmpd="sng">
                      <a:noFill/>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0069964"/>
                  </a:ext>
                </a:extLst>
              </a:tr>
              <a:tr h="655567">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b="1" i="0" cap="none" noProof="0">
                          <a:solidFill>
                            <a:schemeClr val="accent4">
                              <a:lumMod val="75000"/>
                            </a:schemeClr>
                          </a:solidFill>
                          <a:latin typeface="Open Sans Extrabold" panose="020B0906030804020204" pitchFamily="34" charset="0"/>
                          <a:ea typeface="Open Sans Extrabold" panose="020B0906030804020204" pitchFamily="34" charset="0"/>
                          <a:cs typeface="Open Sans Extrabold" panose="020B0906030804020204" pitchFamily="34" charset="0"/>
                        </a:rPr>
                        <a:t>07</a:t>
                      </a:r>
                    </a:p>
                  </a:txBody>
                  <a:tcPr marL="0" marR="0" marT="91440" marB="91440" anchor="ctr">
                    <a:lnL w="12700" cmpd="sng">
                      <a:noFill/>
                    </a:lnL>
                    <a:lnR w="12700" cmpd="sng">
                      <a:noFill/>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2000" b="0" i="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Appendix: Case Studies &amp; Navigation Archetype</a:t>
                      </a:r>
                    </a:p>
                  </a:txBody>
                  <a:tcPr anchor="ctr">
                    <a:lnL w="12700" cmpd="sng">
                      <a:noFill/>
                    </a:lnL>
                    <a:lnR w="12700" cmpd="sng">
                      <a:noFill/>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b="0" i="1">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21</a:t>
                      </a:r>
                    </a:p>
                  </a:txBody>
                  <a:tcPr anchor="ctr">
                    <a:lnL w="12700" cmpd="sng">
                      <a:noFill/>
                    </a:lnL>
                    <a:lnR w="12700" cmpd="sng">
                      <a:noFill/>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424658"/>
                  </a:ext>
                </a:extLst>
              </a:tr>
            </a:tbl>
          </a:graphicData>
        </a:graphic>
      </p:graphicFrame>
    </p:spTree>
    <p:extLst>
      <p:ext uri="{BB962C8B-B14F-4D97-AF65-F5344CB8AC3E}">
        <p14:creationId xmlns:p14="http://schemas.microsoft.com/office/powerpoint/2010/main" val="398886872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374325" y="1362456"/>
            <a:ext cx="11419911" cy="841248"/>
          </a:xfrm>
          <a:prstGeom prst="rect">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flipV="1">
            <a:off x="710316" y="1797710"/>
            <a:ext cx="73152" cy="117044"/>
          </a:xfrm>
          <a:prstGeom prst="line">
            <a:avLst/>
          </a:prstGeom>
          <a:ln w="15875">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783468" y="1651406"/>
            <a:ext cx="0" cy="146304"/>
          </a:xfrm>
          <a:prstGeom prst="line">
            <a:avLst/>
          </a:prstGeom>
          <a:ln w="15875">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783468" y="1739189"/>
            <a:ext cx="175565" cy="58521"/>
          </a:xfrm>
          <a:prstGeom prst="line">
            <a:avLst/>
          </a:prstGeom>
          <a:ln w="15875">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695686" y="1900124"/>
            <a:ext cx="29260" cy="292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768838" y="1636776"/>
            <a:ext cx="29260" cy="292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44403" y="1724559"/>
            <a:ext cx="29260" cy="292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371600" y="1508760"/>
            <a:ext cx="8558784" cy="237744"/>
          </a:xfrm>
          <a:prstGeom prst="rect">
            <a:avLst/>
          </a:prstGeom>
          <a:noFill/>
        </p:spPr>
        <p:txBody>
          <a:bodyPr wrap="square" lIns="0" tIns="0" rIns="0" bIns="0" anchor="ctr">
            <a:noAutofit/>
          </a:bodyPr>
          <a:lstStyle/>
          <a:p>
            <a:pPr algn="l">
              <a:spcBef>
                <a:spcPts val="0"/>
              </a:spcBef>
              <a:spcAft>
                <a:spcPts val="0"/>
              </a:spcAft>
            </a:pPr>
            <a:r>
              <a:rPr lang="en-US" sz="1400" b="1" i="0">
                <a:solidFill>
                  <a:srgbClr val="FFFFFF"/>
                </a:solidFill>
                <a:latin typeface="Open Sans" panose="020B0606030504020204" pitchFamily="34" charset="0"/>
                <a:ea typeface="Open Sans" panose="020B0606030504020204" pitchFamily="34" charset="0"/>
                <a:cs typeface="Open Sans" panose="020B0606030504020204" pitchFamily="34" charset="0"/>
              </a:rPr>
              <a:t>Care Navigation</a:t>
            </a:r>
          </a:p>
        </p:txBody>
      </p:sp>
      <p:sp>
        <p:nvSpPr>
          <p:cNvPr id="16" name="TextBox 15"/>
          <p:cNvSpPr txBox="1"/>
          <p:nvPr/>
        </p:nvSpPr>
        <p:spPr>
          <a:xfrm>
            <a:off x="1371600" y="1746504"/>
            <a:ext cx="8558784" cy="329184"/>
          </a:xfrm>
          <a:prstGeom prst="rect">
            <a:avLst/>
          </a:prstGeom>
          <a:noFill/>
        </p:spPr>
        <p:txBody>
          <a:bodyPr wrap="square" lIns="0" tIns="0" rIns="0" bIns="0" anchor="t">
            <a:noAutofit/>
          </a:bodyPr>
          <a:lstStyle/>
          <a:p>
            <a:pPr algn="l">
              <a:lnSpc>
                <a:spcPct val="118000"/>
              </a:lnSpc>
              <a:spcBef>
                <a:spcPts val="0"/>
              </a:spcBef>
              <a:spcAft>
                <a:spcPts val="0"/>
              </a:spcAft>
            </a:pPr>
            <a:r>
              <a:rPr lang="en-US" sz="1200" b="0" i="0">
                <a:solidFill>
                  <a:srgbClr val="FFFFFF"/>
                </a:solidFill>
                <a:latin typeface="Open Sans Light" panose="020B0306030504020204" pitchFamily="34" charset="0"/>
                <a:ea typeface="Open Sans Light" panose="020B0306030504020204" pitchFamily="34" charset="0"/>
                <a:cs typeface="Open Sans Light" panose="020B0306030504020204" pitchFamily="34" charset="0"/>
              </a:rPr>
              <a:t>Guide a member to the right benefit, provider, setting or next action. </a:t>
            </a:r>
            <a:r>
              <a:rPr lang="en-US" sz="1200" b="0" i="1">
                <a:solidFill>
                  <a:srgbClr val="C9CFE8"/>
                </a:solidFill>
                <a:latin typeface="Open Sans Light" panose="020B0306030504020204" pitchFamily="34" charset="0"/>
                <a:ea typeface="Open Sans Light" panose="020B0306030504020204" pitchFamily="34" charset="0"/>
                <a:cs typeface="Open Sans Light" panose="020B0306030504020204" pitchFamily="34" charset="0"/>
              </a:rPr>
              <a:t>Benefits help, provider search, scheduling.</a:t>
            </a:r>
          </a:p>
        </p:txBody>
      </p:sp>
      <p:sp>
        <p:nvSpPr>
          <p:cNvPr id="17" name="Rounded Rectangle 16"/>
          <p:cNvSpPr/>
          <p:nvPr/>
        </p:nvSpPr>
        <p:spPr>
          <a:xfrm>
            <a:off x="10106369" y="1682496"/>
            <a:ext cx="1287055" cy="201168"/>
          </a:xfrm>
          <a:prstGeom prst="roundRect">
            <a:avLst>
              <a:gd name="adj" fmla="val 50000"/>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200" b="1" spc="40">
                <a:solidFill>
                  <a:srgbClr val="FFFFFF"/>
                </a:solidFill>
                <a:latin typeface="Open Sans Extrabold" panose="020B0906030804020204" pitchFamily="34" charset="0"/>
                <a:ea typeface="Open Sans Extrabold" panose="020B0906030804020204" pitchFamily="34" charset="0"/>
                <a:cs typeface="Open Sans Extrabold" panose="020B0906030804020204" pitchFamily="34" charset="0"/>
              </a:rPr>
              <a:t>CORE SCOPE</a:t>
            </a:r>
          </a:p>
        </p:txBody>
      </p:sp>
      <p:sp>
        <p:nvSpPr>
          <p:cNvPr id="18" name="Rounded Rectangle 17"/>
          <p:cNvSpPr/>
          <p:nvPr/>
        </p:nvSpPr>
        <p:spPr>
          <a:xfrm>
            <a:off x="374325" y="2340864"/>
            <a:ext cx="11419911" cy="713232"/>
          </a:xfrm>
          <a:prstGeom prst="roundRect">
            <a:avLst/>
          </a:prstGeom>
          <a:solidFill>
            <a:srgbClr val="FFFDF8"/>
          </a:solidFill>
          <a:ln w="12700">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86907" y="2615549"/>
            <a:ext cx="163860" cy="163860"/>
          </a:xfrm>
          <a:prstGeom prst="ellipse">
            <a:avLst/>
          </a:prstGeom>
          <a:noFill/>
          <a:ln w="19050">
            <a:solidFill>
              <a:srgbClr val="3D4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98098" y="2557028"/>
            <a:ext cx="163860" cy="163860"/>
          </a:xfrm>
          <a:prstGeom prst="ellipse">
            <a:avLst/>
          </a:prstGeom>
          <a:noFill/>
          <a:ln w="19050">
            <a:solidFill>
              <a:srgbClr val="3D4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71600" y="2487168"/>
            <a:ext cx="8558784" cy="237744"/>
          </a:xfrm>
          <a:prstGeom prst="rect">
            <a:avLst/>
          </a:prstGeom>
          <a:noFill/>
        </p:spPr>
        <p:txBody>
          <a:bodyPr wrap="square" lIns="0" tIns="0" rIns="0" bIns="0" anchor="ctr">
            <a:noAutofit/>
          </a:bodyPr>
          <a:lstStyle/>
          <a:p>
            <a:pPr algn="l">
              <a:spcBef>
                <a:spcPts val="0"/>
              </a:spcBef>
              <a:spcAft>
                <a:spcPts val="0"/>
              </a:spcAft>
            </a:pPr>
            <a:r>
              <a:rPr lang="en-US" sz="1400" b="1" i="0">
                <a:solidFill>
                  <a:srgbClr val="231505"/>
                </a:solidFill>
                <a:latin typeface="Open Sans" panose="020B0606030504020204" pitchFamily="34" charset="0"/>
                <a:ea typeface="Open Sans" panose="020B0606030504020204" pitchFamily="34" charset="0"/>
                <a:cs typeface="Open Sans" panose="020B0606030504020204" pitchFamily="34" charset="0"/>
              </a:rPr>
              <a:t>Care Coordination</a:t>
            </a:r>
          </a:p>
        </p:txBody>
      </p:sp>
      <p:sp>
        <p:nvSpPr>
          <p:cNvPr id="22" name="TextBox 21"/>
          <p:cNvSpPr txBox="1"/>
          <p:nvPr/>
        </p:nvSpPr>
        <p:spPr>
          <a:xfrm>
            <a:off x="1371600" y="2724912"/>
            <a:ext cx="8558784" cy="201168"/>
          </a:xfrm>
          <a:prstGeom prst="rect">
            <a:avLst/>
          </a:prstGeom>
          <a:noFill/>
        </p:spPr>
        <p:txBody>
          <a:bodyPr wrap="square" lIns="0" tIns="0" rIns="0" bIns="0" anchor="t">
            <a:noAutofit/>
          </a:bodyPr>
          <a:lstStyle/>
          <a:p>
            <a:pPr algn="l">
              <a:lnSpc>
                <a:spcPct val="118000"/>
              </a:lnSpc>
              <a:spcBef>
                <a:spcPts val="0"/>
              </a:spcBef>
              <a:spcAft>
                <a:spcPts val="0"/>
              </a:spcAft>
            </a:pPr>
            <a:r>
              <a:rPr lang="en-US" sz="1200" b="0" i="0">
                <a:solidFill>
                  <a:srgbClr val="4D3A24"/>
                </a:solidFill>
                <a:latin typeface="Open Sans Light" panose="020B0306030504020204" pitchFamily="34" charset="0"/>
                <a:ea typeface="Open Sans Light" panose="020B0306030504020204" pitchFamily="34" charset="0"/>
                <a:cs typeface="Open Sans Light" panose="020B0306030504020204" pitchFamily="34" charset="0"/>
              </a:rPr>
              <a:t>Keep appointments, referrals, records and services connected. </a:t>
            </a:r>
            <a:r>
              <a:rPr lang="en-US" sz="1200" b="0" i="1">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Complex-case handoffs, referral follow-up.</a:t>
            </a:r>
          </a:p>
        </p:txBody>
      </p:sp>
      <p:sp>
        <p:nvSpPr>
          <p:cNvPr id="23" name="Rounded Rectangle 22"/>
          <p:cNvSpPr/>
          <p:nvPr/>
        </p:nvSpPr>
        <p:spPr>
          <a:xfrm>
            <a:off x="9372600" y="2596896"/>
            <a:ext cx="2020824" cy="201168"/>
          </a:xfrm>
          <a:prstGeom prst="roundRect">
            <a:avLst>
              <a:gd name="adj" fmla="val 50000"/>
            </a:avLst>
          </a:prstGeom>
          <a:solidFill>
            <a:srgbClr val="C9CFE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200" b="1" spc="40">
                <a:solidFill>
                  <a:srgbClr val="3D4F8F"/>
                </a:solidFill>
                <a:latin typeface="Open Sans Extrabold" panose="020B0906030804020204" pitchFamily="34" charset="0"/>
                <a:ea typeface="Open Sans Extrabold" panose="020B0906030804020204" pitchFamily="34" charset="0"/>
                <a:cs typeface="Open Sans Extrabold" panose="020B0906030804020204" pitchFamily="34" charset="0"/>
              </a:rPr>
              <a:t>INCLUDE IF BUNDLED</a:t>
            </a:r>
          </a:p>
        </p:txBody>
      </p:sp>
      <p:sp>
        <p:nvSpPr>
          <p:cNvPr id="24" name="Rounded Rectangle 23"/>
          <p:cNvSpPr/>
          <p:nvPr/>
        </p:nvSpPr>
        <p:spPr>
          <a:xfrm>
            <a:off x="374325" y="3191256"/>
            <a:ext cx="11419911" cy="713232"/>
          </a:xfrm>
          <a:prstGeom prst="roundRect">
            <a:avLst/>
          </a:prstGeom>
          <a:solidFill>
            <a:srgbClr val="FFFDF8"/>
          </a:solidFill>
          <a:ln w="12700">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Heart 24"/>
          <p:cNvSpPr/>
          <p:nvPr/>
        </p:nvSpPr>
        <p:spPr>
          <a:xfrm>
            <a:off x="681055" y="3401568"/>
            <a:ext cx="292608" cy="263347"/>
          </a:xfrm>
          <a:prstGeom prst="heart">
            <a:avLst/>
          </a:prstGeom>
          <a:noFill/>
          <a:ln w="15875">
            <a:solidFill>
              <a:srgbClr val="3D4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371600" y="3337560"/>
            <a:ext cx="8558784" cy="237744"/>
          </a:xfrm>
          <a:prstGeom prst="rect">
            <a:avLst/>
          </a:prstGeom>
          <a:noFill/>
        </p:spPr>
        <p:txBody>
          <a:bodyPr wrap="square" lIns="0" tIns="0" rIns="0" bIns="0" anchor="ctr">
            <a:noAutofit/>
          </a:bodyPr>
          <a:lstStyle/>
          <a:p>
            <a:pPr algn="l">
              <a:spcBef>
                <a:spcPts val="0"/>
              </a:spcBef>
              <a:spcAft>
                <a:spcPts val="0"/>
              </a:spcAft>
            </a:pPr>
            <a:r>
              <a:rPr lang="en-US" sz="1400" b="1" i="0">
                <a:solidFill>
                  <a:srgbClr val="231505"/>
                </a:solidFill>
                <a:latin typeface="Open Sans" panose="020B0606030504020204" pitchFamily="34" charset="0"/>
                <a:ea typeface="Open Sans" panose="020B0606030504020204" pitchFamily="34" charset="0"/>
                <a:cs typeface="Open Sans" panose="020B0606030504020204" pitchFamily="34" charset="0"/>
              </a:rPr>
              <a:t>Care Delivery</a:t>
            </a:r>
          </a:p>
        </p:txBody>
      </p:sp>
      <p:sp>
        <p:nvSpPr>
          <p:cNvPr id="27" name="TextBox 26"/>
          <p:cNvSpPr txBox="1"/>
          <p:nvPr/>
        </p:nvSpPr>
        <p:spPr>
          <a:xfrm>
            <a:off x="1371600" y="3575304"/>
            <a:ext cx="8558784" cy="201168"/>
          </a:xfrm>
          <a:prstGeom prst="rect">
            <a:avLst/>
          </a:prstGeom>
          <a:noFill/>
        </p:spPr>
        <p:txBody>
          <a:bodyPr wrap="square" lIns="0" tIns="0" rIns="0" bIns="0" anchor="t">
            <a:noAutofit/>
          </a:bodyPr>
          <a:lstStyle/>
          <a:p>
            <a:pPr algn="l">
              <a:lnSpc>
                <a:spcPct val="118000"/>
              </a:lnSpc>
              <a:spcBef>
                <a:spcPts val="0"/>
              </a:spcBef>
              <a:spcAft>
                <a:spcPts val="0"/>
              </a:spcAft>
            </a:pPr>
            <a:r>
              <a:rPr lang="en-US" sz="1200" b="0" i="0">
                <a:solidFill>
                  <a:srgbClr val="4D3A24"/>
                </a:solidFill>
                <a:latin typeface="Open Sans Light" panose="020B0306030504020204" pitchFamily="34" charset="0"/>
                <a:ea typeface="Open Sans Light" panose="020B0306030504020204" pitchFamily="34" charset="0"/>
                <a:cs typeface="Open Sans Light" panose="020B0306030504020204" pitchFamily="34" charset="0"/>
              </a:rPr>
              <a:t>Diagnose, prescribe and treat. </a:t>
            </a:r>
            <a:r>
              <a:rPr lang="en-US" sz="1200" b="0" i="1">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Virtual primary care, therapy, specialty care.</a:t>
            </a:r>
          </a:p>
        </p:txBody>
      </p:sp>
      <p:sp>
        <p:nvSpPr>
          <p:cNvPr id="28" name="Rounded Rectangle 27"/>
          <p:cNvSpPr/>
          <p:nvPr/>
        </p:nvSpPr>
        <p:spPr>
          <a:xfrm>
            <a:off x="9097437" y="3447288"/>
            <a:ext cx="2295987" cy="201168"/>
          </a:xfrm>
          <a:prstGeom prst="roundRect">
            <a:avLst>
              <a:gd name="adj" fmla="val 50000"/>
            </a:avLst>
          </a:prstGeom>
          <a:solidFill>
            <a:srgbClr val="EEE9DD"/>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200" b="1" spc="40">
                <a:solidFill>
                  <a:srgbClr val="8A7658"/>
                </a:solidFill>
                <a:latin typeface="Open Sans Extrabold" panose="020B0906030804020204" pitchFamily="34" charset="0"/>
                <a:ea typeface="Open Sans Extrabold" panose="020B0906030804020204" pitchFamily="34" charset="0"/>
                <a:cs typeface="Open Sans Extrabold" panose="020B0906030804020204" pitchFamily="34" charset="0"/>
              </a:rPr>
              <a:t>EXCLUDE UNLESS ADD-ON</a:t>
            </a:r>
          </a:p>
        </p:txBody>
      </p:sp>
      <p:sp>
        <p:nvSpPr>
          <p:cNvPr id="29" name="Rounded Rectangle 28"/>
          <p:cNvSpPr/>
          <p:nvPr/>
        </p:nvSpPr>
        <p:spPr>
          <a:xfrm>
            <a:off x="374325" y="4041648"/>
            <a:ext cx="11419911" cy="713232"/>
          </a:xfrm>
          <a:prstGeom prst="roundRect">
            <a:avLst/>
          </a:prstGeom>
          <a:solidFill>
            <a:srgbClr val="FFFDF8"/>
          </a:solidFill>
          <a:ln w="12700">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p:cNvCxnSpPr/>
          <p:nvPr/>
        </p:nvCxnSpPr>
        <p:spPr>
          <a:xfrm flipV="1">
            <a:off x="681055" y="4357299"/>
            <a:ext cx="102413" cy="128747"/>
          </a:xfrm>
          <a:prstGeom prst="line">
            <a:avLst/>
          </a:prstGeom>
          <a:ln w="15875">
            <a:solidFill>
              <a:srgbClr val="3D4F8F"/>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83468" y="4357299"/>
            <a:ext cx="79004" cy="53839"/>
          </a:xfrm>
          <a:prstGeom prst="line">
            <a:avLst/>
          </a:prstGeom>
          <a:ln w="15875">
            <a:solidFill>
              <a:srgbClr val="3D4F8F"/>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862472" y="4251960"/>
            <a:ext cx="111191" cy="159178"/>
          </a:xfrm>
          <a:prstGeom prst="line">
            <a:avLst/>
          </a:prstGeom>
          <a:ln w="15875">
            <a:solidFill>
              <a:srgbClr val="3D4F8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371600" y="4187952"/>
            <a:ext cx="8558784" cy="237744"/>
          </a:xfrm>
          <a:prstGeom prst="rect">
            <a:avLst/>
          </a:prstGeom>
          <a:noFill/>
        </p:spPr>
        <p:txBody>
          <a:bodyPr wrap="square" lIns="0" tIns="0" rIns="0" bIns="0" anchor="ctr">
            <a:noAutofit/>
          </a:bodyPr>
          <a:lstStyle/>
          <a:p>
            <a:pPr algn="l">
              <a:spcBef>
                <a:spcPts val="0"/>
              </a:spcBef>
              <a:spcAft>
                <a:spcPts val="0"/>
              </a:spcAft>
            </a:pPr>
            <a:r>
              <a:rPr lang="en-US" sz="1400" b="1" i="0">
                <a:solidFill>
                  <a:srgbClr val="231505"/>
                </a:solidFill>
                <a:latin typeface="Open Sans" panose="020B0606030504020204" pitchFamily="34" charset="0"/>
                <a:ea typeface="Open Sans" panose="020B0606030504020204" pitchFamily="34" charset="0"/>
                <a:cs typeface="Open Sans" panose="020B0606030504020204" pitchFamily="34" charset="0"/>
              </a:rPr>
              <a:t>Condition Management</a:t>
            </a:r>
          </a:p>
        </p:txBody>
      </p:sp>
      <p:sp>
        <p:nvSpPr>
          <p:cNvPr id="34" name="TextBox 33"/>
          <p:cNvSpPr txBox="1"/>
          <p:nvPr/>
        </p:nvSpPr>
        <p:spPr>
          <a:xfrm>
            <a:off x="1371600" y="4425696"/>
            <a:ext cx="8558784" cy="201168"/>
          </a:xfrm>
          <a:prstGeom prst="rect">
            <a:avLst/>
          </a:prstGeom>
          <a:noFill/>
        </p:spPr>
        <p:txBody>
          <a:bodyPr wrap="square" lIns="0" tIns="0" rIns="0" bIns="0" anchor="t">
            <a:noAutofit/>
          </a:bodyPr>
          <a:lstStyle/>
          <a:p>
            <a:pPr algn="l">
              <a:lnSpc>
                <a:spcPct val="118000"/>
              </a:lnSpc>
              <a:spcBef>
                <a:spcPts val="0"/>
              </a:spcBef>
              <a:spcAft>
                <a:spcPts val="0"/>
              </a:spcAft>
            </a:pPr>
            <a:r>
              <a:rPr lang="en-US" sz="1200" b="0" i="0">
                <a:solidFill>
                  <a:srgbClr val="4D3A24"/>
                </a:solidFill>
                <a:latin typeface="Open Sans Light" panose="020B0306030504020204" pitchFamily="34" charset="0"/>
                <a:ea typeface="Open Sans Light" panose="020B0306030504020204" pitchFamily="34" charset="0"/>
                <a:cs typeface="Open Sans Light" panose="020B0306030504020204" pitchFamily="34" charset="0"/>
              </a:rPr>
              <a:t>Support ongoing behavior and condition control. </a:t>
            </a:r>
            <a:r>
              <a:rPr lang="en-US" sz="1200" b="0" i="1">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Diabetes, musculoskeletal, weight programs.</a:t>
            </a:r>
          </a:p>
        </p:txBody>
      </p:sp>
      <p:sp>
        <p:nvSpPr>
          <p:cNvPr id="35" name="Rounded Rectangle 34"/>
          <p:cNvSpPr/>
          <p:nvPr/>
        </p:nvSpPr>
        <p:spPr>
          <a:xfrm>
            <a:off x="9831206" y="4297680"/>
            <a:ext cx="1562218" cy="201168"/>
          </a:xfrm>
          <a:prstGeom prst="roundRect">
            <a:avLst>
              <a:gd name="adj" fmla="val 50000"/>
            </a:avLst>
          </a:prstGeom>
          <a:solidFill>
            <a:srgbClr val="EEE9DD"/>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200" b="1" spc="40">
                <a:solidFill>
                  <a:srgbClr val="8A7658"/>
                </a:solidFill>
                <a:latin typeface="Open Sans Extrabold" panose="020B0906030804020204" pitchFamily="34" charset="0"/>
                <a:ea typeface="Open Sans Extrabold" panose="020B0906030804020204" pitchFamily="34" charset="0"/>
                <a:cs typeface="Open Sans Extrabold" panose="020B0906030804020204" pitchFamily="34" charset="0"/>
              </a:rPr>
              <a:t>ADJACENT POOL</a:t>
            </a:r>
          </a:p>
        </p:txBody>
      </p:sp>
      <p:sp>
        <p:nvSpPr>
          <p:cNvPr id="36" name="Rounded Rectangle 35"/>
          <p:cNvSpPr/>
          <p:nvPr/>
        </p:nvSpPr>
        <p:spPr>
          <a:xfrm>
            <a:off x="374325" y="4892040"/>
            <a:ext cx="11419911" cy="713232"/>
          </a:xfrm>
          <a:prstGeom prst="roundRect">
            <a:avLst/>
          </a:prstGeom>
          <a:solidFill>
            <a:srgbClr val="FFFDF8"/>
          </a:solidFill>
          <a:ln w="12700">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81055" y="5160873"/>
            <a:ext cx="292608" cy="210677"/>
          </a:xfrm>
          <a:prstGeom prst="rect">
            <a:avLst/>
          </a:prstGeom>
          <a:noFill/>
          <a:ln w="15875">
            <a:solidFill>
              <a:srgbClr val="3D4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774690" y="5102352"/>
            <a:ext cx="105338" cy="58521"/>
          </a:xfrm>
          <a:prstGeom prst="rect">
            <a:avLst/>
          </a:prstGeom>
          <a:noFill/>
          <a:ln w="15875">
            <a:solidFill>
              <a:srgbClr val="3D4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9" name="Connector 38"/>
          <p:cNvCxnSpPr/>
          <p:nvPr/>
        </p:nvCxnSpPr>
        <p:spPr>
          <a:xfrm>
            <a:off x="681055" y="5242803"/>
            <a:ext cx="292608" cy="0"/>
          </a:xfrm>
          <a:prstGeom prst="line">
            <a:avLst/>
          </a:prstGeom>
          <a:ln w="12700">
            <a:solidFill>
              <a:srgbClr val="3D4F8F"/>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371600" y="5038344"/>
            <a:ext cx="8558784" cy="237744"/>
          </a:xfrm>
          <a:prstGeom prst="rect">
            <a:avLst/>
          </a:prstGeom>
          <a:noFill/>
        </p:spPr>
        <p:txBody>
          <a:bodyPr wrap="square" lIns="0" tIns="0" rIns="0" bIns="0" anchor="ctr">
            <a:noAutofit/>
          </a:bodyPr>
          <a:lstStyle/>
          <a:p>
            <a:pPr algn="l">
              <a:spcBef>
                <a:spcPts val="0"/>
              </a:spcBef>
              <a:spcAft>
                <a:spcPts val="0"/>
              </a:spcAft>
            </a:pPr>
            <a:r>
              <a:rPr lang="en-US" sz="1400" b="1" i="0">
                <a:solidFill>
                  <a:srgbClr val="231505"/>
                </a:solidFill>
                <a:latin typeface="Open Sans" panose="020B0606030504020204" pitchFamily="34" charset="0"/>
                <a:ea typeface="Open Sans" panose="020B0606030504020204" pitchFamily="34" charset="0"/>
                <a:cs typeface="Open Sans" panose="020B0606030504020204" pitchFamily="34" charset="0"/>
              </a:rPr>
              <a:t>Plan Administration</a:t>
            </a:r>
          </a:p>
        </p:txBody>
      </p:sp>
      <p:sp>
        <p:nvSpPr>
          <p:cNvPr id="41" name="TextBox 40"/>
          <p:cNvSpPr txBox="1"/>
          <p:nvPr/>
        </p:nvSpPr>
        <p:spPr>
          <a:xfrm>
            <a:off x="1371600" y="5276088"/>
            <a:ext cx="8558784" cy="201168"/>
          </a:xfrm>
          <a:prstGeom prst="rect">
            <a:avLst/>
          </a:prstGeom>
          <a:noFill/>
        </p:spPr>
        <p:txBody>
          <a:bodyPr wrap="square" lIns="0" tIns="0" rIns="0" bIns="0" anchor="t">
            <a:noAutofit/>
          </a:bodyPr>
          <a:lstStyle/>
          <a:p>
            <a:pPr algn="l">
              <a:lnSpc>
                <a:spcPct val="118000"/>
              </a:lnSpc>
              <a:spcBef>
                <a:spcPts val="0"/>
              </a:spcBef>
              <a:spcAft>
                <a:spcPts val="0"/>
              </a:spcAft>
            </a:pPr>
            <a:r>
              <a:rPr lang="en-US" sz="1200" b="0" i="0">
                <a:solidFill>
                  <a:srgbClr val="4D3A24"/>
                </a:solidFill>
                <a:latin typeface="Open Sans Light" panose="020B0306030504020204" pitchFamily="34" charset="0"/>
                <a:ea typeface="Open Sans Light" panose="020B0306030504020204" pitchFamily="34" charset="0"/>
                <a:cs typeface="Open Sans Light" panose="020B0306030504020204" pitchFamily="34" charset="0"/>
              </a:rPr>
              <a:t>Operate benefits or pay claims. </a:t>
            </a:r>
            <a:r>
              <a:rPr lang="en-US" sz="1200" b="0" i="1">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TPA, carrier, PBM.</a:t>
            </a:r>
          </a:p>
        </p:txBody>
      </p:sp>
      <p:sp>
        <p:nvSpPr>
          <p:cNvPr id="42" name="Rounded Rectangle 41"/>
          <p:cNvSpPr/>
          <p:nvPr/>
        </p:nvSpPr>
        <p:spPr>
          <a:xfrm>
            <a:off x="9189157" y="5148072"/>
            <a:ext cx="2204267" cy="201168"/>
          </a:xfrm>
          <a:prstGeom prst="roundRect">
            <a:avLst>
              <a:gd name="adj" fmla="val 50000"/>
            </a:avLst>
          </a:prstGeom>
          <a:solidFill>
            <a:srgbClr val="EEE9DD"/>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200" b="1" spc="40">
                <a:solidFill>
                  <a:srgbClr val="8A7658"/>
                </a:solidFill>
                <a:latin typeface="Open Sans Extrabold" panose="020B0906030804020204" pitchFamily="34" charset="0"/>
                <a:ea typeface="Open Sans Extrabold" panose="020B0906030804020204" pitchFamily="34" charset="0"/>
                <a:cs typeface="Open Sans Extrabold" panose="020B0906030804020204" pitchFamily="34" charset="0"/>
              </a:rPr>
              <a:t>SUBSTITUTE / CHANNEL</a:t>
            </a:r>
          </a:p>
        </p:txBody>
      </p:sp>
      <p:sp>
        <p:nvSpPr>
          <p:cNvPr id="43" name="Rectangle 42"/>
          <p:cNvSpPr/>
          <p:nvPr/>
        </p:nvSpPr>
        <p:spPr>
          <a:xfrm>
            <a:off x="375920" y="5788152"/>
            <a:ext cx="32004" cy="365760"/>
          </a:xfrm>
          <a:prstGeom prst="rect">
            <a:avLst/>
          </a:prstGeom>
          <a:solidFill>
            <a:srgbClr val="A689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40512" y="5788152"/>
            <a:ext cx="11253724" cy="365760"/>
          </a:xfrm>
          <a:prstGeom prst="rect">
            <a:avLst/>
          </a:prstGeom>
          <a:noFill/>
        </p:spPr>
        <p:txBody>
          <a:bodyPr wrap="square" lIns="0" tIns="0" rIns="0" bIns="0" anchor="t">
            <a:noAutofit/>
          </a:bodyPr>
          <a:lstStyle/>
          <a:p>
            <a:pPr algn="l">
              <a:lnSpc>
                <a:spcPct val="115000"/>
              </a:lnSpc>
              <a:spcBef>
                <a:spcPts val="0"/>
              </a:spcBef>
              <a:spcAft>
                <a:spcPts val="0"/>
              </a:spcAft>
            </a:pPr>
            <a:r>
              <a:rPr lang="en-US" sz="1400" b="1" i="0">
                <a:solidFill>
                  <a:srgbClr val="231505"/>
                </a:solidFill>
                <a:latin typeface="Open Sans Light" panose="020B0306030504020204" pitchFamily="34" charset="0"/>
                <a:ea typeface="Open Sans Light" panose="020B0306030504020204" pitchFamily="34" charset="0"/>
                <a:cs typeface="Open Sans Light" panose="020B0306030504020204" pitchFamily="34" charset="0"/>
              </a:rPr>
              <a:t>Boundary to keep clear.  </a:t>
            </a:r>
            <a:r>
              <a:rPr lang="en-US" sz="1400" b="0" i="0">
                <a:solidFill>
                  <a:srgbClr val="4D3A24"/>
                </a:solidFill>
                <a:latin typeface="Open Sans Light" panose="020B0306030504020204" pitchFamily="34" charset="0"/>
                <a:ea typeface="Open Sans Light" panose="020B0306030504020204" pitchFamily="34" charset="0"/>
                <a:cs typeface="Open Sans Light" panose="020B0306030504020204" pitchFamily="34" charset="0"/>
              </a:rPr>
              <a:t>A navigation product may ask what a member needs and route to an appropriate next step. Diagnostic triage, prescribing and clinical treatment require a more regulated clinical operating model.</a:t>
            </a:r>
          </a:p>
        </p:txBody>
      </p:sp>
      <p:sp>
        <p:nvSpPr>
          <p:cNvPr id="45" name="TextBox 44"/>
          <p:cNvSpPr txBox="1"/>
          <p:nvPr/>
        </p:nvSpPr>
        <p:spPr>
          <a:xfrm>
            <a:off x="386080" y="6444759"/>
            <a:ext cx="11027664" cy="182880"/>
          </a:xfrm>
          <a:prstGeom prst="rect">
            <a:avLst/>
          </a:prstGeom>
          <a:noFill/>
        </p:spPr>
        <p:txBody>
          <a:bodyPr wrap="square" lIns="0" tIns="0" rIns="0" bIns="0" anchor="ctr">
            <a:noAutofit/>
          </a:bodyPr>
          <a:lstStyle/>
          <a:p>
            <a:pPr algn="l">
              <a:spcBef>
                <a:spcPts val="0"/>
              </a:spcBef>
              <a:spcAft>
                <a:spcPts val="0"/>
              </a:spcAft>
            </a:pPr>
            <a:r>
              <a:rPr sz="800" b="1" i="0">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Sources: </a:t>
            </a:r>
            <a:r>
              <a:rPr sz="800" b="0" i="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[1] KFF, 2025 Employer Health Benefits Survey</a:t>
            </a:r>
            <a:r>
              <a:rPr sz="800" b="0" i="0">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  ·  </a:t>
            </a:r>
            <a:r>
              <a:rPr sz="800" b="0" i="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[6] Accolade, FY2024 Form 10-K</a:t>
            </a:r>
            <a:r>
              <a:rPr sz="800" b="0" i="0">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  ·  </a:t>
            </a:r>
            <a:r>
              <a:rPr sz="800" b="0" i="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[7] </a:t>
            </a:r>
            <a:r>
              <a:rPr lang="en-US" sz="800" b="0" i="0" u="sng" err="1">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Transcarent</a:t>
            </a:r>
            <a:r>
              <a:rPr sz="800" b="0" i="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 Completes Merger with Accolade</a:t>
            </a:r>
            <a:r>
              <a:rPr sz="800" b="0" i="0">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  ·  </a:t>
            </a:r>
            <a:r>
              <a:rPr sz="800" b="0" i="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[10] Included Health, product overview</a:t>
            </a:r>
            <a:r>
              <a:rPr sz="800" b="0" i="0">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  ·  </a:t>
            </a:r>
            <a:r>
              <a:rPr sz="800" b="0" i="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[15] Garner Health, product overview</a:t>
            </a:r>
          </a:p>
        </p:txBody>
      </p:sp>
      <p:sp>
        <p:nvSpPr>
          <p:cNvPr id="58" name="Title 57">
            <a:extLst>
              <a:ext uri="{FF2B5EF4-FFF2-40B4-BE49-F238E27FC236}">
                <a16:creationId xmlns:a16="http://schemas.microsoft.com/office/drawing/2014/main" id="{A9DF6FBC-F65D-161B-14B9-81F57E9B7F21}"/>
              </a:ext>
            </a:extLst>
          </p:cNvPr>
          <p:cNvSpPr>
            <a:spLocks noGrp="1"/>
          </p:cNvSpPr>
          <p:nvPr>
            <p:ph type="title"/>
          </p:nvPr>
        </p:nvSpPr>
        <p:spPr/>
        <p:txBody>
          <a:bodyPr/>
          <a:lstStyle/>
          <a:p>
            <a:r>
              <a:rPr lang="en-US">
                <a:latin typeface="Open Sans Light" panose="020B0306030504020204" pitchFamily="34" charset="0"/>
                <a:ea typeface="Open Sans Light" panose="020B0306030504020204" pitchFamily="34" charset="0"/>
                <a:cs typeface="Open Sans Light" panose="020B0306030504020204" pitchFamily="34" charset="0"/>
              </a:rPr>
              <a:t>What Care Navigation Is, and What It Is Not</a:t>
            </a:r>
          </a:p>
        </p:txBody>
      </p:sp>
      <p:sp>
        <p:nvSpPr>
          <p:cNvPr id="59" name="Text Placeholder 58">
            <a:extLst>
              <a:ext uri="{FF2B5EF4-FFF2-40B4-BE49-F238E27FC236}">
                <a16:creationId xmlns:a16="http://schemas.microsoft.com/office/drawing/2014/main" id="{DE6E851B-A499-9791-D642-D13080F25EA9}"/>
              </a:ext>
            </a:extLst>
          </p:cNvPr>
          <p:cNvSpPr>
            <a:spLocks noGrp="1"/>
          </p:cNvSpPr>
          <p:nvPr>
            <p:ph type="body" sz="quarter" idx="15"/>
          </p:nvPr>
        </p:nvSpPr>
        <p:spPr/>
        <p:txBody>
          <a:bodyPr/>
          <a:lstStyle/>
          <a:p>
            <a:r>
              <a:rPr lang="en-US">
                <a:latin typeface="Open Sans Light" panose="020B0306030504020204" pitchFamily="34" charset="0"/>
                <a:ea typeface="Open Sans Light" panose="020B0306030504020204" pitchFamily="34" charset="0"/>
                <a:cs typeface="Open Sans Light" panose="020B0306030504020204" pitchFamily="34" charset="0"/>
              </a:rPr>
              <a:t>1. Market Definition</a:t>
            </a:r>
          </a:p>
        </p:txBody>
      </p:sp>
      <p:sp>
        <p:nvSpPr>
          <p:cNvPr id="61" name="Content Placeholder 59">
            <a:extLst>
              <a:ext uri="{FF2B5EF4-FFF2-40B4-BE49-F238E27FC236}">
                <a16:creationId xmlns:a16="http://schemas.microsoft.com/office/drawing/2014/main" id="{BC458A0C-187E-9FAF-BF9E-710C3960C25A}"/>
              </a:ext>
            </a:extLst>
          </p:cNvPr>
          <p:cNvSpPr>
            <a:spLocks noGrp="1"/>
          </p:cNvSpPr>
          <p:nvPr>
            <p:ph sz="quarter" idx="16"/>
          </p:nvPr>
        </p:nvSpPr>
        <p:spPr/>
        <p:txBody>
          <a:bodyPr/>
          <a:lstStyle/>
          <a:p>
            <a:r>
              <a:rPr lang="en-US" sz="1200">
                <a:latin typeface="Open Sans" panose="020B0606030504020204" pitchFamily="34" charset="0"/>
                <a:ea typeface="Open Sans" panose="020B0606030504020204" pitchFamily="34" charset="0"/>
                <a:cs typeface="Open Sans" panose="020B0606030504020204" pitchFamily="34" charset="0"/>
              </a:rPr>
              <a:t>A member-facing service that helps people understand benefits, find and access appropriate care, resolve administrative friction and make better healthcare decisions - not, by itself, medical diagnosis or treatment.</a:t>
            </a:r>
          </a:p>
        </p:txBody>
      </p:sp>
      <p:cxnSp>
        <p:nvCxnSpPr>
          <p:cNvPr id="62" name="Straight Connector 61">
            <a:extLst>
              <a:ext uri="{FF2B5EF4-FFF2-40B4-BE49-F238E27FC236}">
                <a16:creationId xmlns:a16="http://schemas.microsoft.com/office/drawing/2014/main" id="{6486CA21-683F-A28E-DA1C-C3812946AE16}"/>
              </a:ext>
            </a:extLst>
          </p:cNvPr>
          <p:cNvCxnSpPr>
            <a:cxnSpLocks/>
          </p:cNvCxnSpPr>
          <p:nvPr/>
        </p:nvCxnSpPr>
        <p:spPr>
          <a:xfrm>
            <a:off x="384490" y="421894"/>
            <a:ext cx="1137684" cy="0"/>
          </a:xfrm>
          <a:prstGeom prst="line">
            <a:avLst/>
          </a:prstGeom>
          <a:ln w="60325">
            <a:solidFill>
              <a:schemeClr val="accent4">
                <a:lumMod val="75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1111074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02336" y="1569320"/>
            <a:ext cx="5372100" cy="219456"/>
          </a:xfrm>
          <a:prstGeom prst="rect">
            <a:avLst/>
          </a:prstGeom>
          <a:noFill/>
        </p:spPr>
        <p:txBody>
          <a:bodyPr wrap="square" lIns="0" tIns="0" rIns="0" bIns="0" anchor="ctr">
            <a:noAutofit/>
          </a:bodyPr>
          <a:lstStyle/>
          <a:p>
            <a:pPr algn="l">
              <a:spcBef>
                <a:spcPts val="0"/>
              </a:spcBef>
              <a:spcAft>
                <a:spcPts val="0"/>
              </a:spcAft>
            </a:pPr>
            <a:r>
              <a:rPr lang="en-US" b="1" i="0" spc="50">
                <a:solidFill>
                  <a:srgbClr val="231505"/>
                </a:solidFill>
                <a:latin typeface="Calibri"/>
              </a:rPr>
              <a:t>EMPLOYEE PROBLEMS</a:t>
            </a:r>
          </a:p>
        </p:txBody>
      </p:sp>
      <p:sp>
        <p:nvSpPr>
          <p:cNvPr id="7" name="TextBox 6"/>
          <p:cNvSpPr txBox="1"/>
          <p:nvPr/>
        </p:nvSpPr>
        <p:spPr>
          <a:xfrm>
            <a:off x="6367780" y="1569320"/>
            <a:ext cx="5372100" cy="219456"/>
          </a:xfrm>
          <a:prstGeom prst="rect">
            <a:avLst/>
          </a:prstGeom>
          <a:noFill/>
        </p:spPr>
        <p:txBody>
          <a:bodyPr wrap="square" lIns="0" tIns="0" rIns="0" bIns="0" anchor="ctr">
            <a:noAutofit/>
          </a:bodyPr>
          <a:lstStyle/>
          <a:p>
            <a:pPr algn="l">
              <a:spcBef>
                <a:spcPts val="0"/>
              </a:spcBef>
              <a:spcAft>
                <a:spcPts val="0"/>
              </a:spcAft>
            </a:pPr>
            <a:r>
              <a:rPr lang="en-US" b="1" i="0" spc="50">
                <a:solidFill>
                  <a:srgbClr val="231505"/>
                </a:solidFill>
                <a:latin typeface="Calibri"/>
              </a:rPr>
              <a:t>EMPLOYER PROBLEMS</a:t>
            </a:r>
          </a:p>
        </p:txBody>
      </p:sp>
      <p:cxnSp>
        <p:nvCxnSpPr>
          <p:cNvPr id="8" name="Connector 7"/>
          <p:cNvCxnSpPr>
            <a:cxnSpLocks/>
          </p:cNvCxnSpPr>
          <p:nvPr/>
        </p:nvCxnSpPr>
        <p:spPr>
          <a:xfrm>
            <a:off x="402336" y="1788776"/>
            <a:ext cx="5372100" cy="0"/>
          </a:xfrm>
          <a:prstGeom prst="line">
            <a:avLst/>
          </a:prstGeom>
          <a:ln w="12700">
            <a:solidFill>
              <a:srgbClr val="D8C59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a:cxnSpLocks/>
          </p:cNvCxnSpPr>
          <p:nvPr/>
        </p:nvCxnSpPr>
        <p:spPr>
          <a:xfrm>
            <a:off x="6367780" y="1788776"/>
            <a:ext cx="5372100" cy="0"/>
          </a:xfrm>
          <a:prstGeom prst="line">
            <a:avLst/>
          </a:prstGeom>
          <a:ln w="12700">
            <a:solidFill>
              <a:srgbClr val="D8C59B"/>
            </a:solidFill>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02336" y="1989944"/>
            <a:ext cx="5372100" cy="1060704"/>
          </a:xfrm>
          <a:prstGeom prst="roundRect">
            <a:avLst/>
          </a:prstGeom>
          <a:solidFill>
            <a:srgbClr val="FFFDF8"/>
          </a:solidFill>
          <a:ln w="12700">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1" name="Oval 10"/>
          <p:cNvSpPr/>
          <p:nvPr/>
        </p:nvSpPr>
        <p:spPr>
          <a:xfrm>
            <a:off x="603504" y="2172824"/>
            <a:ext cx="237744" cy="237744"/>
          </a:xfrm>
          <a:prstGeom prst="ellipse">
            <a:avLst/>
          </a:prstGeom>
          <a:noFill/>
          <a:ln w="15875">
            <a:solidFill>
              <a:srgbClr val="3D4F8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600" b="1">
                <a:solidFill>
                  <a:srgbClr val="3D4F8F"/>
                </a:solidFill>
                <a:latin typeface="Calibri"/>
              </a:rPr>
              <a:t>$</a:t>
            </a:r>
          </a:p>
        </p:txBody>
      </p:sp>
      <p:sp>
        <p:nvSpPr>
          <p:cNvPr id="12" name="TextBox 11"/>
          <p:cNvSpPr txBox="1"/>
          <p:nvPr/>
        </p:nvSpPr>
        <p:spPr>
          <a:xfrm>
            <a:off x="987552" y="2136248"/>
            <a:ext cx="4604004" cy="274320"/>
          </a:xfrm>
          <a:prstGeom prst="rect">
            <a:avLst/>
          </a:prstGeom>
          <a:noFill/>
        </p:spPr>
        <p:txBody>
          <a:bodyPr wrap="square" lIns="0" tIns="0" rIns="0" bIns="0" anchor="ctr">
            <a:noAutofit/>
          </a:bodyPr>
          <a:lstStyle/>
          <a:p>
            <a:pPr algn="l">
              <a:spcBef>
                <a:spcPts val="0"/>
              </a:spcBef>
              <a:spcAft>
                <a:spcPts val="0"/>
              </a:spcAft>
            </a:pPr>
            <a:r>
              <a:rPr lang="en-US" b="1" i="0">
                <a:solidFill>
                  <a:srgbClr val="231505"/>
                </a:solidFill>
                <a:latin typeface="Calibri"/>
              </a:rPr>
              <a:t>“Care is hard to afford.”</a:t>
            </a:r>
          </a:p>
        </p:txBody>
      </p:sp>
      <p:sp>
        <p:nvSpPr>
          <p:cNvPr id="13" name="TextBox 12"/>
          <p:cNvSpPr txBox="1"/>
          <p:nvPr/>
        </p:nvSpPr>
        <p:spPr>
          <a:xfrm>
            <a:off x="603504" y="2465432"/>
            <a:ext cx="4969764" cy="438912"/>
          </a:xfrm>
          <a:prstGeom prst="rect">
            <a:avLst/>
          </a:prstGeom>
          <a:noFill/>
        </p:spPr>
        <p:txBody>
          <a:bodyPr wrap="square" lIns="0" tIns="0" rIns="0" bIns="0" anchor="t">
            <a:noAutofit/>
          </a:bodyPr>
          <a:lstStyle/>
          <a:p>
            <a:pPr algn="l">
              <a:lnSpc>
                <a:spcPct val="120000"/>
              </a:lnSpc>
              <a:spcBef>
                <a:spcPts val="0"/>
              </a:spcBef>
              <a:spcAft>
                <a:spcPts val="0"/>
              </a:spcAft>
            </a:pPr>
            <a:r>
              <a:rPr lang="en-US" sz="1400" b="0" i="0">
                <a:solidFill>
                  <a:srgbClr val="4D3A24"/>
                </a:solidFill>
                <a:latin typeface="Calibri"/>
              </a:rPr>
              <a:t>Costs and deductibles cause people to delay care, skip treatment, or not fill prescriptions.</a:t>
            </a:r>
          </a:p>
        </p:txBody>
      </p:sp>
      <p:sp>
        <p:nvSpPr>
          <p:cNvPr id="14" name="Rounded Rectangle 13"/>
          <p:cNvSpPr/>
          <p:nvPr/>
        </p:nvSpPr>
        <p:spPr>
          <a:xfrm>
            <a:off x="6367780" y="1989944"/>
            <a:ext cx="5372100" cy="1060704"/>
          </a:xfrm>
          <a:prstGeom prst="roundRect">
            <a:avLst/>
          </a:prstGeom>
          <a:solidFill>
            <a:srgbClr val="FFFDF8"/>
          </a:solidFill>
          <a:ln w="12700">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cxnSp>
        <p:nvCxnSpPr>
          <p:cNvPr id="15" name="Connector 14"/>
          <p:cNvCxnSpPr/>
          <p:nvPr/>
        </p:nvCxnSpPr>
        <p:spPr>
          <a:xfrm flipV="1">
            <a:off x="6568948" y="2258412"/>
            <a:ext cx="83210" cy="104607"/>
          </a:xfrm>
          <a:prstGeom prst="line">
            <a:avLst/>
          </a:prstGeom>
          <a:ln w="15875">
            <a:solidFill>
              <a:srgbClr val="3D4F8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652158" y="2258412"/>
            <a:ext cx="64191" cy="43745"/>
          </a:xfrm>
          <a:prstGeom prst="line">
            <a:avLst/>
          </a:prstGeom>
          <a:ln w="15875">
            <a:solidFill>
              <a:srgbClr val="3D4F8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6716349" y="2172824"/>
            <a:ext cx="90343" cy="129333"/>
          </a:xfrm>
          <a:prstGeom prst="line">
            <a:avLst/>
          </a:prstGeom>
          <a:ln w="15875">
            <a:solidFill>
              <a:srgbClr val="3D4F8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952996" y="2136248"/>
            <a:ext cx="4604004" cy="274320"/>
          </a:xfrm>
          <a:prstGeom prst="rect">
            <a:avLst/>
          </a:prstGeom>
          <a:noFill/>
        </p:spPr>
        <p:txBody>
          <a:bodyPr wrap="square" lIns="0" tIns="0" rIns="0" bIns="0" anchor="ctr">
            <a:noAutofit/>
          </a:bodyPr>
          <a:lstStyle/>
          <a:p>
            <a:pPr algn="l">
              <a:spcBef>
                <a:spcPts val="0"/>
              </a:spcBef>
              <a:spcAft>
                <a:spcPts val="0"/>
              </a:spcAft>
            </a:pPr>
            <a:r>
              <a:rPr lang="en-US" b="1" i="0">
                <a:solidFill>
                  <a:srgbClr val="231505"/>
                </a:solidFill>
                <a:latin typeface="Calibri"/>
              </a:rPr>
              <a:t>“Medical costs keep rising.”</a:t>
            </a:r>
          </a:p>
        </p:txBody>
      </p:sp>
      <p:sp>
        <p:nvSpPr>
          <p:cNvPr id="19" name="TextBox 18"/>
          <p:cNvSpPr txBox="1"/>
          <p:nvPr/>
        </p:nvSpPr>
        <p:spPr>
          <a:xfrm>
            <a:off x="6568948" y="2465432"/>
            <a:ext cx="4969764" cy="438912"/>
          </a:xfrm>
          <a:prstGeom prst="rect">
            <a:avLst/>
          </a:prstGeom>
          <a:noFill/>
        </p:spPr>
        <p:txBody>
          <a:bodyPr wrap="square" lIns="0" tIns="0" rIns="0" bIns="0" anchor="t">
            <a:noAutofit/>
          </a:bodyPr>
          <a:lstStyle/>
          <a:p>
            <a:pPr algn="l">
              <a:lnSpc>
                <a:spcPct val="120000"/>
              </a:lnSpc>
              <a:spcBef>
                <a:spcPts val="0"/>
              </a:spcBef>
              <a:spcAft>
                <a:spcPts val="0"/>
              </a:spcAft>
            </a:pPr>
            <a:r>
              <a:rPr lang="en-US" sz="1400" b="0" i="0">
                <a:solidFill>
                  <a:srgbClr val="4D3A24"/>
                </a:solidFill>
                <a:latin typeface="Calibri"/>
              </a:rPr>
              <a:t>Employers project a 9% health-cost increase in 2026.</a:t>
            </a:r>
          </a:p>
        </p:txBody>
      </p:sp>
      <p:sp>
        <p:nvSpPr>
          <p:cNvPr id="20" name="Rounded Rectangle 19"/>
          <p:cNvSpPr/>
          <p:nvPr/>
        </p:nvSpPr>
        <p:spPr>
          <a:xfrm>
            <a:off x="402336" y="3215240"/>
            <a:ext cx="5372100" cy="1060704"/>
          </a:xfrm>
          <a:prstGeom prst="roundRect">
            <a:avLst/>
          </a:prstGeom>
          <a:solidFill>
            <a:srgbClr val="FFFDF8"/>
          </a:solidFill>
          <a:ln w="12700">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21" name="Oval 20"/>
          <p:cNvSpPr/>
          <p:nvPr/>
        </p:nvSpPr>
        <p:spPr>
          <a:xfrm>
            <a:off x="603504" y="3398120"/>
            <a:ext cx="237744" cy="237744"/>
          </a:xfrm>
          <a:prstGeom prst="ellipse">
            <a:avLst/>
          </a:prstGeom>
          <a:noFill/>
          <a:ln w="15875">
            <a:solidFill>
              <a:srgbClr val="3D4F8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600" b="1">
                <a:solidFill>
                  <a:srgbClr val="3D4F8F"/>
                </a:solidFill>
                <a:latin typeface="Calibri"/>
              </a:rPr>
              <a:t>?</a:t>
            </a:r>
          </a:p>
        </p:txBody>
      </p:sp>
      <p:sp>
        <p:nvSpPr>
          <p:cNvPr id="22" name="TextBox 21"/>
          <p:cNvSpPr txBox="1"/>
          <p:nvPr/>
        </p:nvSpPr>
        <p:spPr>
          <a:xfrm>
            <a:off x="987552" y="3361544"/>
            <a:ext cx="4604004" cy="274320"/>
          </a:xfrm>
          <a:prstGeom prst="rect">
            <a:avLst/>
          </a:prstGeom>
          <a:noFill/>
        </p:spPr>
        <p:txBody>
          <a:bodyPr wrap="square" lIns="0" tIns="0" rIns="0" bIns="0" anchor="ctr">
            <a:noAutofit/>
          </a:bodyPr>
          <a:lstStyle/>
          <a:p>
            <a:pPr algn="l">
              <a:spcBef>
                <a:spcPts val="0"/>
              </a:spcBef>
              <a:spcAft>
                <a:spcPts val="0"/>
              </a:spcAft>
            </a:pPr>
            <a:r>
              <a:rPr lang="en-US" b="1" i="0">
                <a:solidFill>
                  <a:srgbClr val="231505"/>
                </a:solidFill>
                <a:latin typeface="Calibri"/>
              </a:rPr>
              <a:t>“The next step is unclear.”</a:t>
            </a:r>
          </a:p>
        </p:txBody>
      </p:sp>
      <p:sp>
        <p:nvSpPr>
          <p:cNvPr id="23" name="TextBox 22"/>
          <p:cNvSpPr txBox="1"/>
          <p:nvPr/>
        </p:nvSpPr>
        <p:spPr>
          <a:xfrm>
            <a:off x="603504" y="3690728"/>
            <a:ext cx="4969764" cy="438912"/>
          </a:xfrm>
          <a:prstGeom prst="rect">
            <a:avLst/>
          </a:prstGeom>
          <a:noFill/>
        </p:spPr>
        <p:txBody>
          <a:bodyPr wrap="square" lIns="0" tIns="0" rIns="0" bIns="0" anchor="t">
            <a:noAutofit/>
          </a:bodyPr>
          <a:lstStyle/>
          <a:p>
            <a:pPr algn="l">
              <a:lnSpc>
                <a:spcPct val="120000"/>
              </a:lnSpc>
              <a:spcBef>
                <a:spcPts val="0"/>
              </a:spcBef>
              <a:spcAft>
                <a:spcPts val="0"/>
              </a:spcAft>
            </a:pPr>
            <a:r>
              <a:rPr lang="en-US" sz="1400" b="0" i="0">
                <a:solidFill>
                  <a:srgbClr val="4D3A24"/>
                </a:solidFill>
                <a:latin typeface="Calibri"/>
              </a:rPr>
              <a:t>People struggle to find the right provider, book care, and coordinate across a fragmented system.</a:t>
            </a:r>
          </a:p>
        </p:txBody>
      </p:sp>
      <p:sp>
        <p:nvSpPr>
          <p:cNvPr id="24" name="Rounded Rectangle 23"/>
          <p:cNvSpPr/>
          <p:nvPr/>
        </p:nvSpPr>
        <p:spPr>
          <a:xfrm>
            <a:off x="6367780" y="3215240"/>
            <a:ext cx="5372100" cy="1060704"/>
          </a:xfrm>
          <a:prstGeom prst="roundRect">
            <a:avLst/>
          </a:prstGeom>
          <a:solidFill>
            <a:srgbClr val="FFFDF8"/>
          </a:solidFill>
          <a:ln w="12700">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25" name="Oval 24"/>
          <p:cNvSpPr/>
          <p:nvPr/>
        </p:nvSpPr>
        <p:spPr>
          <a:xfrm>
            <a:off x="6568948" y="3398120"/>
            <a:ext cx="237744" cy="237744"/>
          </a:xfrm>
          <a:prstGeom prst="ellipse">
            <a:avLst/>
          </a:prstGeom>
          <a:noFill/>
          <a:ln w="15875">
            <a:solidFill>
              <a:srgbClr val="3D4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26" name="Oval 25"/>
          <p:cNvSpPr/>
          <p:nvPr/>
        </p:nvSpPr>
        <p:spPr>
          <a:xfrm>
            <a:off x="6628384" y="3457556"/>
            <a:ext cx="118872" cy="118872"/>
          </a:xfrm>
          <a:prstGeom prst="ellipse">
            <a:avLst/>
          </a:prstGeom>
          <a:noFill/>
          <a:ln w="12700">
            <a:solidFill>
              <a:srgbClr val="3D4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27" name="Oval 26"/>
          <p:cNvSpPr/>
          <p:nvPr/>
        </p:nvSpPr>
        <p:spPr>
          <a:xfrm>
            <a:off x="6673556" y="3502728"/>
            <a:ext cx="28529" cy="28529"/>
          </a:xfrm>
          <a:prstGeom prst="ellipse">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28" name="TextBox 27"/>
          <p:cNvSpPr txBox="1"/>
          <p:nvPr/>
        </p:nvSpPr>
        <p:spPr>
          <a:xfrm>
            <a:off x="6952996" y="3361544"/>
            <a:ext cx="4604004" cy="274320"/>
          </a:xfrm>
          <a:prstGeom prst="rect">
            <a:avLst/>
          </a:prstGeom>
          <a:noFill/>
        </p:spPr>
        <p:txBody>
          <a:bodyPr wrap="square" lIns="0" tIns="0" rIns="0" bIns="0" anchor="ctr">
            <a:noAutofit/>
          </a:bodyPr>
          <a:lstStyle/>
          <a:p>
            <a:pPr algn="l">
              <a:spcBef>
                <a:spcPts val="0"/>
              </a:spcBef>
              <a:spcAft>
                <a:spcPts val="0"/>
              </a:spcAft>
            </a:pPr>
            <a:r>
              <a:rPr lang="en-US" b="1" i="0">
                <a:solidFill>
                  <a:srgbClr val="231505"/>
                </a:solidFill>
                <a:latin typeface="Calibri"/>
              </a:rPr>
              <a:t>“High-value care is not the default.”</a:t>
            </a:r>
          </a:p>
        </p:txBody>
      </p:sp>
      <p:sp>
        <p:nvSpPr>
          <p:cNvPr id="29" name="TextBox 28"/>
          <p:cNvSpPr txBox="1"/>
          <p:nvPr/>
        </p:nvSpPr>
        <p:spPr>
          <a:xfrm>
            <a:off x="6568948" y="3690728"/>
            <a:ext cx="4389565" cy="438912"/>
          </a:xfrm>
          <a:prstGeom prst="rect">
            <a:avLst/>
          </a:prstGeom>
          <a:noFill/>
        </p:spPr>
        <p:txBody>
          <a:bodyPr wrap="square" lIns="0" tIns="0" rIns="0" bIns="0" anchor="t">
            <a:noAutofit/>
          </a:bodyPr>
          <a:lstStyle/>
          <a:p>
            <a:pPr algn="l">
              <a:lnSpc>
                <a:spcPct val="120000"/>
              </a:lnSpc>
              <a:spcBef>
                <a:spcPts val="0"/>
              </a:spcBef>
              <a:spcAft>
                <a:spcPts val="0"/>
              </a:spcAft>
            </a:pPr>
            <a:r>
              <a:rPr lang="en-US" sz="1400" b="0" i="0">
                <a:solidFill>
                  <a:srgbClr val="4D3A24"/>
                </a:solidFill>
                <a:latin typeface="Calibri"/>
              </a:rPr>
              <a:t>Employees do not consistently reach the right provider or site of care.</a:t>
            </a:r>
          </a:p>
        </p:txBody>
      </p:sp>
      <p:sp>
        <p:nvSpPr>
          <p:cNvPr id="30" name="Rounded Rectangle 29"/>
          <p:cNvSpPr/>
          <p:nvPr/>
        </p:nvSpPr>
        <p:spPr>
          <a:xfrm>
            <a:off x="402336" y="4440536"/>
            <a:ext cx="5372100" cy="1060704"/>
          </a:xfrm>
          <a:prstGeom prst="roundRect">
            <a:avLst/>
          </a:prstGeom>
          <a:solidFill>
            <a:srgbClr val="FFFDF8"/>
          </a:solidFill>
          <a:ln w="12700">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cxnSp>
        <p:nvCxnSpPr>
          <p:cNvPr id="31" name="Connector 30"/>
          <p:cNvCxnSpPr/>
          <p:nvPr/>
        </p:nvCxnSpPr>
        <p:spPr>
          <a:xfrm>
            <a:off x="603504" y="4694739"/>
            <a:ext cx="47549" cy="0"/>
          </a:xfrm>
          <a:prstGeom prst="line">
            <a:avLst/>
          </a:prstGeom>
          <a:ln w="15875">
            <a:solidFill>
              <a:srgbClr val="3D4F8F"/>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651053" y="4640534"/>
            <a:ext cx="28529" cy="54205"/>
          </a:xfrm>
          <a:prstGeom prst="line">
            <a:avLst/>
          </a:prstGeom>
          <a:ln w="15875">
            <a:solidFill>
              <a:srgbClr val="3D4F8F"/>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79582" y="4640534"/>
            <a:ext cx="33284" cy="108410"/>
          </a:xfrm>
          <a:prstGeom prst="line">
            <a:avLst/>
          </a:prstGeom>
          <a:ln w="15875">
            <a:solidFill>
              <a:srgbClr val="3D4F8F"/>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712866" y="4694739"/>
            <a:ext cx="28530" cy="54205"/>
          </a:xfrm>
          <a:prstGeom prst="line">
            <a:avLst/>
          </a:prstGeom>
          <a:ln w="15875">
            <a:solidFill>
              <a:srgbClr val="3D4F8F"/>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41396" y="4694739"/>
            <a:ext cx="99852" cy="0"/>
          </a:xfrm>
          <a:prstGeom prst="line">
            <a:avLst/>
          </a:prstGeom>
          <a:ln w="15875">
            <a:solidFill>
              <a:srgbClr val="3D4F8F"/>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987552" y="4586840"/>
            <a:ext cx="4604004" cy="274320"/>
          </a:xfrm>
          <a:prstGeom prst="rect">
            <a:avLst/>
          </a:prstGeom>
          <a:noFill/>
        </p:spPr>
        <p:txBody>
          <a:bodyPr wrap="square" lIns="0" tIns="0" rIns="0" bIns="0" anchor="ctr">
            <a:noAutofit/>
          </a:bodyPr>
          <a:lstStyle/>
          <a:p>
            <a:pPr algn="l">
              <a:spcBef>
                <a:spcPts val="0"/>
              </a:spcBef>
              <a:spcAft>
                <a:spcPts val="0"/>
              </a:spcAft>
            </a:pPr>
            <a:r>
              <a:rPr lang="en-US" b="1" i="0">
                <a:solidFill>
                  <a:srgbClr val="231505"/>
                </a:solidFill>
                <a:latin typeface="Calibri"/>
              </a:rPr>
              <a:t>“Treatment does not stick.”</a:t>
            </a:r>
          </a:p>
        </p:txBody>
      </p:sp>
      <p:sp>
        <p:nvSpPr>
          <p:cNvPr id="37" name="TextBox 36"/>
          <p:cNvSpPr txBox="1"/>
          <p:nvPr/>
        </p:nvSpPr>
        <p:spPr>
          <a:xfrm>
            <a:off x="603504" y="4916024"/>
            <a:ext cx="4969764" cy="438912"/>
          </a:xfrm>
          <a:prstGeom prst="rect">
            <a:avLst/>
          </a:prstGeom>
          <a:noFill/>
        </p:spPr>
        <p:txBody>
          <a:bodyPr wrap="square" lIns="0" tIns="0" rIns="0" bIns="0" anchor="t">
            <a:noAutofit/>
          </a:bodyPr>
          <a:lstStyle/>
          <a:p>
            <a:pPr algn="l">
              <a:lnSpc>
                <a:spcPct val="120000"/>
              </a:lnSpc>
              <a:spcBef>
                <a:spcPts val="0"/>
              </a:spcBef>
              <a:spcAft>
                <a:spcPts val="0"/>
              </a:spcAft>
            </a:pPr>
            <a:r>
              <a:rPr lang="en-US" sz="1400" b="0" i="0">
                <a:solidFill>
                  <a:srgbClr val="4D3A24"/>
                </a:solidFill>
                <a:latin typeface="Calibri"/>
              </a:rPr>
              <a:t>Even when care is available, people do not always start or sustain the recommended treatment.</a:t>
            </a:r>
          </a:p>
        </p:txBody>
      </p:sp>
      <p:sp>
        <p:nvSpPr>
          <p:cNvPr id="38" name="Rounded Rectangle 37"/>
          <p:cNvSpPr/>
          <p:nvPr/>
        </p:nvSpPr>
        <p:spPr>
          <a:xfrm>
            <a:off x="6367780" y="4440536"/>
            <a:ext cx="5372100" cy="1060704"/>
          </a:xfrm>
          <a:prstGeom prst="roundRect">
            <a:avLst/>
          </a:prstGeom>
          <a:solidFill>
            <a:srgbClr val="FFFDF8"/>
          </a:solidFill>
          <a:ln w="12700">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39" name="Rectangle 38"/>
          <p:cNvSpPr/>
          <p:nvPr/>
        </p:nvSpPr>
        <p:spPr>
          <a:xfrm>
            <a:off x="6568948" y="4623416"/>
            <a:ext cx="85587" cy="85587"/>
          </a:xfrm>
          <a:prstGeom prst="rect">
            <a:avLst/>
          </a:prstGeom>
          <a:noFill/>
          <a:ln w="15875">
            <a:solidFill>
              <a:srgbClr val="3D4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40" name="Rectangle 39"/>
          <p:cNvSpPr/>
          <p:nvPr/>
        </p:nvSpPr>
        <p:spPr>
          <a:xfrm>
            <a:off x="6692574" y="4623416"/>
            <a:ext cx="85587" cy="85587"/>
          </a:xfrm>
          <a:prstGeom prst="rect">
            <a:avLst/>
          </a:prstGeom>
          <a:noFill/>
          <a:ln w="15875">
            <a:solidFill>
              <a:srgbClr val="3D4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41" name="Rectangle 40"/>
          <p:cNvSpPr/>
          <p:nvPr/>
        </p:nvSpPr>
        <p:spPr>
          <a:xfrm>
            <a:off x="6568948" y="4747042"/>
            <a:ext cx="85587" cy="85587"/>
          </a:xfrm>
          <a:prstGeom prst="rect">
            <a:avLst/>
          </a:prstGeom>
          <a:noFill/>
          <a:ln w="15875">
            <a:solidFill>
              <a:srgbClr val="3D4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42" name="Rectangle 41"/>
          <p:cNvSpPr/>
          <p:nvPr/>
        </p:nvSpPr>
        <p:spPr>
          <a:xfrm>
            <a:off x="6692574" y="4747042"/>
            <a:ext cx="85587" cy="85587"/>
          </a:xfrm>
          <a:prstGeom prst="rect">
            <a:avLst/>
          </a:prstGeom>
          <a:noFill/>
          <a:ln w="15875">
            <a:solidFill>
              <a:srgbClr val="3D4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43" name="TextBox 42"/>
          <p:cNvSpPr txBox="1"/>
          <p:nvPr/>
        </p:nvSpPr>
        <p:spPr>
          <a:xfrm>
            <a:off x="6952996" y="4586840"/>
            <a:ext cx="4604004" cy="274320"/>
          </a:xfrm>
          <a:prstGeom prst="rect">
            <a:avLst/>
          </a:prstGeom>
          <a:noFill/>
        </p:spPr>
        <p:txBody>
          <a:bodyPr wrap="square" lIns="0" tIns="0" rIns="0" bIns="0" anchor="ctr">
            <a:noAutofit/>
          </a:bodyPr>
          <a:lstStyle/>
          <a:p>
            <a:pPr algn="l">
              <a:spcBef>
                <a:spcPts val="0"/>
              </a:spcBef>
              <a:spcAft>
                <a:spcPts val="0"/>
              </a:spcAft>
            </a:pPr>
            <a:r>
              <a:rPr lang="en-US" b="1" i="0">
                <a:solidFill>
                  <a:srgbClr val="231505"/>
                </a:solidFill>
                <a:latin typeface="Calibri"/>
              </a:rPr>
              <a:t>“Too many programs, too little proof.”</a:t>
            </a:r>
          </a:p>
        </p:txBody>
      </p:sp>
      <p:sp>
        <p:nvSpPr>
          <p:cNvPr id="44" name="TextBox 43"/>
          <p:cNvSpPr txBox="1"/>
          <p:nvPr/>
        </p:nvSpPr>
        <p:spPr>
          <a:xfrm>
            <a:off x="6568948" y="4916024"/>
            <a:ext cx="4969764" cy="438912"/>
          </a:xfrm>
          <a:prstGeom prst="rect">
            <a:avLst/>
          </a:prstGeom>
          <a:noFill/>
        </p:spPr>
        <p:txBody>
          <a:bodyPr wrap="square" lIns="0" tIns="0" rIns="0" bIns="0" anchor="t">
            <a:noAutofit/>
          </a:bodyPr>
          <a:lstStyle/>
          <a:p>
            <a:pPr algn="l">
              <a:lnSpc>
                <a:spcPct val="120000"/>
              </a:lnSpc>
              <a:spcBef>
                <a:spcPts val="0"/>
              </a:spcBef>
              <a:spcAft>
                <a:spcPts val="0"/>
              </a:spcAft>
            </a:pPr>
            <a:r>
              <a:rPr lang="en-US" sz="1400" b="0" i="0">
                <a:solidFill>
                  <a:srgbClr val="4D3A24"/>
                </a:solidFill>
                <a:latin typeface="Calibri"/>
              </a:rPr>
              <a:t>Employers need to identify which vendors drive outcomes and eliminate those that do not.</a:t>
            </a:r>
          </a:p>
        </p:txBody>
      </p:sp>
      <p:sp>
        <p:nvSpPr>
          <p:cNvPr id="48" name="Title 47">
            <a:extLst>
              <a:ext uri="{FF2B5EF4-FFF2-40B4-BE49-F238E27FC236}">
                <a16:creationId xmlns:a16="http://schemas.microsoft.com/office/drawing/2014/main" id="{4A177AA3-0FD0-B984-AB05-12C910313A47}"/>
              </a:ext>
            </a:extLst>
          </p:cNvPr>
          <p:cNvSpPr>
            <a:spLocks noGrp="1"/>
          </p:cNvSpPr>
          <p:nvPr>
            <p:ph type="title"/>
          </p:nvPr>
        </p:nvSpPr>
        <p:spPr/>
        <p:txBody>
          <a:bodyPr/>
          <a:lstStyle/>
          <a:p>
            <a:r>
              <a:rPr lang="en-US">
                <a:latin typeface="Open Sans Light" panose="020B0306030504020204" pitchFamily="34" charset="0"/>
                <a:ea typeface="Open Sans Light" panose="020B0306030504020204" pitchFamily="34" charset="0"/>
                <a:cs typeface="Open Sans Light" panose="020B0306030504020204" pitchFamily="34" charset="0"/>
              </a:rPr>
              <a:t>Employee and Employer Problems That Create Demand</a:t>
            </a:r>
          </a:p>
        </p:txBody>
      </p:sp>
      <p:sp>
        <p:nvSpPr>
          <p:cNvPr id="49" name="Text Placeholder 48">
            <a:extLst>
              <a:ext uri="{FF2B5EF4-FFF2-40B4-BE49-F238E27FC236}">
                <a16:creationId xmlns:a16="http://schemas.microsoft.com/office/drawing/2014/main" id="{61FAE3C4-3869-D92F-5E2C-9CBF1FF5EACF}"/>
              </a:ext>
            </a:extLst>
          </p:cNvPr>
          <p:cNvSpPr>
            <a:spLocks noGrp="1"/>
          </p:cNvSpPr>
          <p:nvPr>
            <p:ph type="body" sz="quarter" idx="15"/>
          </p:nvPr>
        </p:nvSpPr>
        <p:spPr/>
        <p:txBody>
          <a:bodyPr/>
          <a:lstStyle/>
          <a:p>
            <a:r>
              <a:rPr lang="en-US">
                <a:latin typeface="Open Sans Light" panose="020B0306030504020204" pitchFamily="34" charset="0"/>
                <a:ea typeface="Open Sans Light" panose="020B0306030504020204" pitchFamily="34" charset="0"/>
                <a:cs typeface="Open Sans Light" panose="020B0306030504020204" pitchFamily="34" charset="0"/>
              </a:rPr>
              <a:t>1. Market Definition</a:t>
            </a:r>
          </a:p>
        </p:txBody>
      </p:sp>
      <p:cxnSp>
        <p:nvCxnSpPr>
          <p:cNvPr id="51" name="Straight Connector 50">
            <a:extLst>
              <a:ext uri="{FF2B5EF4-FFF2-40B4-BE49-F238E27FC236}">
                <a16:creationId xmlns:a16="http://schemas.microsoft.com/office/drawing/2014/main" id="{B42FA43B-2081-A7C5-1F46-47FAF1680D44}"/>
              </a:ext>
            </a:extLst>
          </p:cNvPr>
          <p:cNvCxnSpPr>
            <a:cxnSpLocks/>
          </p:cNvCxnSpPr>
          <p:nvPr/>
        </p:nvCxnSpPr>
        <p:spPr>
          <a:xfrm>
            <a:off x="384490" y="421894"/>
            <a:ext cx="1137684" cy="0"/>
          </a:xfrm>
          <a:prstGeom prst="line">
            <a:avLst/>
          </a:prstGeom>
          <a:ln w="60325">
            <a:solidFill>
              <a:schemeClr val="accent4">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978488F6-341A-6A33-0263-E8DA831DD631}"/>
              </a:ext>
            </a:extLst>
          </p:cNvPr>
          <p:cNvSpPr txBox="1"/>
          <p:nvPr/>
        </p:nvSpPr>
        <p:spPr>
          <a:xfrm>
            <a:off x="386080" y="6444759"/>
            <a:ext cx="11027664" cy="182880"/>
          </a:xfrm>
          <a:prstGeom prst="rect">
            <a:avLst/>
          </a:prstGeom>
          <a:noFill/>
        </p:spPr>
        <p:txBody>
          <a:bodyPr wrap="square" lIns="0" tIns="0" rIns="0" bIns="0" anchor="ctr">
            <a:noAutofit/>
          </a:bodyPr>
          <a:lstStyle/>
          <a:p>
            <a:r>
              <a:rPr lang="en-US" sz="800" b="1">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Sources: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[1] KFF, 2025 Employer Health Benefits Survey</a:t>
            </a:r>
            <a:r>
              <a:rPr lang="en-US" sz="800">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[6] Accolade, FY2024 Form 10-K</a:t>
            </a:r>
            <a:r>
              <a:rPr lang="en-US" sz="800">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[7] </a:t>
            </a:r>
            <a:r>
              <a:rPr lang="en-US" sz="800" u="sng" err="1">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Transcarent</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 Completes Merger with Accolade</a:t>
            </a:r>
            <a:r>
              <a:rPr lang="en-US" sz="800">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[10] Included Health, product overview</a:t>
            </a:r>
            <a:r>
              <a:rPr lang="en-US" sz="800">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[15] Garner Health, product overview</a:t>
            </a:r>
          </a:p>
        </p:txBody>
      </p:sp>
    </p:spTree>
    <p:extLst>
      <p:ext uri="{BB962C8B-B14F-4D97-AF65-F5344CB8AC3E}">
        <p14:creationId xmlns:p14="http://schemas.microsoft.com/office/powerpoint/2010/main" val="43631289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D42E7-6006-F659-0EB2-A170CC1FCAF4}"/>
            </a:ext>
          </a:extLst>
        </p:cNvPr>
        <p:cNvGrpSpPr/>
        <p:nvPr/>
      </p:nvGrpSpPr>
      <p:grpSpPr>
        <a:xfrm>
          <a:off x="0" y="0"/>
          <a:ext cx="0" cy="0"/>
          <a:chOff x="0" y="0"/>
          <a:chExt cx="0" cy="0"/>
        </a:xfrm>
      </p:grpSpPr>
      <p:sp>
        <p:nvSpPr>
          <p:cNvPr id="48" name="Title 47">
            <a:extLst>
              <a:ext uri="{FF2B5EF4-FFF2-40B4-BE49-F238E27FC236}">
                <a16:creationId xmlns:a16="http://schemas.microsoft.com/office/drawing/2014/main" id="{3CCAD85C-8E92-E66C-BBAB-426AEDDE3FFE}"/>
              </a:ext>
            </a:extLst>
          </p:cNvPr>
          <p:cNvSpPr>
            <a:spLocks noGrp="1"/>
          </p:cNvSpPr>
          <p:nvPr>
            <p:ph type="title"/>
          </p:nvPr>
        </p:nvSpPr>
        <p:spPr/>
        <p:txBody>
          <a:bodyPr/>
          <a:lstStyle/>
          <a:p>
            <a:r>
              <a:rPr lang="en-US">
                <a:latin typeface="Open Sans Light" panose="020B0306030504020204" pitchFamily="34" charset="0"/>
                <a:ea typeface="Open Sans Light" panose="020B0306030504020204" pitchFamily="34" charset="0"/>
                <a:cs typeface="Open Sans Light" panose="020B0306030504020204" pitchFamily="34" charset="0"/>
              </a:rPr>
              <a:t>Most Navigation Is Embedded In the Health Plan with Rest Separately Purchased</a:t>
            </a:r>
          </a:p>
        </p:txBody>
      </p:sp>
      <p:sp>
        <p:nvSpPr>
          <p:cNvPr id="49" name="Text Placeholder 48">
            <a:extLst>
              <a:ext uri="{FF2B5EF4-FFF2-40B4-BE49-F238E27FC236}">
                <a16:creationId xmlns:a16="http://schemas.microsoft.com/office/drawing/2014/main" id="{3733DDFC-DDE4-834A-413A-6102249FA780}"/>
              </a:ext>
            </a:extLst>
          </p:cNvPr>
          <p:cNvSpPr>
            <a:spLocks noGrp="1"/>
          </p:cNvSpPr>
          <p:nvPr>
            <p:ph type="body" sz="quarter" idx="15"/>
          </p:nvPr>
        </p:nvSpPr>
        <p:spPr/>
        <p:txBody>
          <a:bodyPr/>
          <a:lstStyle/>
          <a:p>
            <a:r>
              <a:rPr lang="en-US">
                <a:latin typeface="Open Sans Light" panose="020B0306030504020204" pitchFamily="34" charset="0"/>
                <a:ea typeface="Open Sans Light" panose="020B0306030504020204" pitchFamily="34" charset="0"/>
                <a:cs typeface="Open Sans Light" panose="020B0306030504020204" pitchFamily="34" charset="0"/>
              </a:rPr>
              <a:t>1. Market Definition</a:t>
            </a:r>
          </a:p>
        </p:txBody>
      </p:sp>
      <p:cxnSp>
        <p:nvCxnSpPr>
          <p:cNvPr id="51" name="Straight Connector 50">
            <a:extLst>
              <a:ext uri="{FF2B5EF4-FFF2-40B4-BE49-F238E27FC236}">
                <a16:creationId xmlns:a16="http://schemas.microsoft.com/office/drawing/2014/main" id="{4990AB16-0302-F670-BAE9-7781F240064E}"/>
              </a:ext>
            </a:extLst>
          </p:cNvPr>
          <p:cNvCxnSpPr>
            <a:cxnSpLocks/>
          </p:cNvCxnSpPr>
          <p:nvPr/>
        </p:nvCxnSpPr>
        <p:spPr>
          <a:xfrm>
            <a:off x="384490" y="421894"/>
            <a:ext cx="1137684" cy="0"/>
          </a:xfrm>
          <a:prstGeom prst="line">
            <a:avLst/>
          </a:prstGeom>
          <a:ln w="60325">
            <a:solidFill>
              <a:schemeClr val="accent4">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66D56132-B3DA-4889-3084-AA5E5A8126C2}"/>
              </a:ext>
            </a:extLst>
          </p:cNvPr>
          <p:cNvSpPr/>
          <p:nvPr/>
        </p:nvSpPr>
        <p:spPr>
          <a:xfrm>
            <a:off x="375920" y="6123754"/>
            <a:ext cx="32004" cy="365760"/>
          </a:xfrm>
          <a:prstGeom prst="rect">
            <a:avLst/>
          </a:prstGeom>
          <a:solidFill>
            <a:srgbClr val="A689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9B99034D-C805-7F6A-63AF-43425415EB79}"/>
              </a:ext>
            </a:extLst>
          </p:cNvPr>
          <p:cNvSpPr txBox="1"/>
          <p:nvPr/>
        </p:nvSpPr>
        <p:spPr>
          <a:xfrm>
            <a:off x="540512" y="6123754"/>
            <a:ext cx="11253724" cy="365760"/>
          </a:xfrm>
          <a:prstGeom prst="rect">
            <a:avLst/>
          </a:prstGeom>
          <a:noFill/>
        </p:spPr>
        <p:txBody>
          <a:bodyPr wrap="square" lIns="0" tIns="0" rIns="0" bIns="0" anchor="t">
            <a:noAutofit/>
          </a:bodyPr>
          <a:lstStyle/>
          <a:p>
            <a:pPr algn="l">
              <a:lnSpc>
                <a:spcPct val="115000"/>
              </a:lnSpc>
              <a:spcBef>
                <a:spcPts val="0"/>
              </a:spcBef>
              <a:spcAft>
                <a:spcPts val="0"/>
              </a:spcAft>
            </a:pPr>
            <a:r>
              <a:rPr lang="en-US" sz="1600" b="1" i="0">
                <a:solidFill>
                  <a:srgbClr val="231505"/>
                </a:solidFill>
                <a:latin typeface="Calibri"/>
              </a:rPr>
              <a:t>Note: </a:t>
            </a:r>
            <a:r>
              <a:rPr lang="en-US" sz="1600" b="0" i="0">
                <a:solidFill>
                  <a:srgbClr val="4D3A24"/>
                </a:solidFill>
                <a:latin typeface="Calibri"/>
              </a:rPr>
              <a:t>The market sizing in this deck isolates the separately purchased programs that must prove incremental savings</a:t>
            </a:r>
          </a:p>
        </p:txBody>
      </p:sp>
      <p:sp>
        <p:nvSpPr>
          <p:cNvPr id="10" name="TextBox 9">
            <a:extLst>
              <a:ext uri="{FF2B5EF4-FFF2-40B4-BE49-F238E27FC236}">
                <a16:creationId xmlns:a16="http://schemas.microsoft.com/office/drawing/2014/main" id="{12964349-6DA9-2E50-EB16-D9BB261DEF8F}"/>
              </a:ext>
            </a:extLst>
          </p:cNvPr>
          <p:cNvSpPr txBox="1"/>
          <p:nvPr/>
        </p:nvSpPr>
        <p:spPr>
          <a:xfrm>
            <a:off x="3815881" y="1383436"/>
            <a:ext cx="2181600" cy="492443"/>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1200"/>
              </a:spcAft>
              <a:buClrTx/>
              <a:buSzTx/>
              <a:buFontTx/>
              <a:buNone/>
              <a:tabLst/>
              <a:defRPr/>
            </a:pPr>
            <a:r>
              <a:rPr kumimoji="0" lang="en-US" sz="1600" b="1" i="0" u="none" strike="noStrike" kern="1200" cap="none" spc="0" normalizeH="0" baseline="0" noProof="0">
                <a:ln>
                  <a:noFill/>
                </a:ln>
                <a:solidFill>
                  <a:schemeClr val="accent6">
                    <a:lumMod val="50000"/>
                  </a:schemeClr>
                </a:solidFill>
                <a:effectLst/>
                <a:uLnTx/>
                <a:uFillTx/>
                <a:latin typeface="Calibri "/>
                <a:ea typeface="+mn-ea"/>
                <a:cs typeface="+mn-cs"/>
              </a:rPr>
              <a:t>EMBEDDED IN CARRIER / TPA</a:t>
            </a:r>
          </a:p>
        </p:txBody>
      </p:sp>
      <p:sp>
        <p:nvSpPr>
          <p:cNvPr id="12" name="TextBox 11">
            <a:extLst>
              <a:ext uri="{FF2B5EF4-FFF2-40B4-BE49-F238E27FC236}">
                <a16:creationId xmlns:a16="http://schemas.microsoft.com/office/drawing/2014/main" id="{809E942E-8F09-41FA-76FC-EE158F1D0FB3}"/>
              </a:ext>
            </a:extLst>
          </p:cNvPr>
          <p:cNvSpPr txBox="1"/>
          <p:nvPr/>
        </p:nvSpPr>
        <p:spPr>
          <a:xfrm>
            <a:off x="7624364" y="1383436"/>
            <a:ext cx="3120534" cy="492443"/>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1200"/>
              </a:spcAft>
              <a:buClrTx/>
              <a:buSzTx/>
              <a:buFontTx/>
              <a:buNone/>
              <a:tabLst/>
              <a:defRPr/>
            </a:pPr>
            <a:r>
              <a:rPr kumimoji="0" lang="en-US" sz="1600" b="1" i="0" u="none" strike="noStrike" kern="1200" cap="none" spc="0" normalizeH="0" baseline="0" noProof="0">
                <a:ln>
                  <a:noFill/>
                </a:ln>
                <a:solidFill>
                  <a:schemeClr val="accent5">
                    <a:lumMod val="50000"/>
                  </a:schemeClr>
                </a:solidFill>
                <a:effectLst/>
                <a:uLnTx/>
                <a:uFillTx/>
                <a:latin typeface="Calibri "/>
                <a:ea typeface="+mn-ea"/>
                <a:cs typeface="+mn-cs"/>
              </a:rPr>
              <a:t>CARVED-OUT NAVIGATION PROGRAMS</a:t>
            </a:r>
          </a:p>
        </p:txBody>
      </p:sp>
      <p:sp>
        <p:nvSpPr>
          <p:cNvPr id="14" name="Rectangle: Rounded Corners 13">
            <a:extLst>
              <a:ext uri="{FF2B5EF4-FFF2-40B4-BE49-F238E27FC236}">
                <a16:creationId xmlns:a16="http://schemas.microsoft.com/office/drawing/2014/main" id="{407D6799-97BD-982B-90FD-DB86013CF4EA}"/>
              </a:ext>
            </a:extLst>
          </p:cNvPr>
          <p:cNvSpPr/>
          <p:nvPr/>
        </p:nvSpPr>
        <p:spPr bwMode="gray">
          <a:xfrm>
            <a:off x="2889340" y="1145489"/>
            <a:ext cx="4034682" cy="4852111"/>
          </a:xfrm>
          <a:prstGeom prst="roundRect">
            <a:avLst>
              <a:gd name="adj" fmla="val 2311"/>
            </a:avLst>
          </a:prstGeom>
          <a:noFill/>
          <a:ln w="9525" algn="ctr">
            <a:solidFill>
              <a:schemeClr val="accent5">
                <a:lumMod val="40000"/>
                <a:lumOff val="60000"/>
              </a:schemeClr>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1200" cap="none" spc="0" normalizeH="0" baseline="0" noProof="0">
              <a:ln>
                <a:noFill/>
              </a:ln>
              <a:solidFill>
                <a:srgbClr val="53565A">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6" name="Rectangle: Rounded Corners 15">
            <a:extLst>
              <a:ext uri="{FF2B5EF4-FFF2-40B4-BE49-F238E27FC236}">
                <a16:creationId xmlns:a16="http://schemas.microsoft.com/office/drawing/2014/main" id="{75531022-9255-2FCF-21CE-CB902EA82F36}"/>
              </a:ext>
            </a:extLst>
          </p:cNvPr>
          <p:cNvSpPr/>
          <p:nvPr/>
        </p:nvSpPr>
        <p:spPr bwMode="gray">
          <a:xfrm>
            <a:off x="7167290" y="1145489"/>
            <a:ext cx="4034682" cy="4852111"/>
          </a:xfrm>
          <a:prstGeom prst="roundRect">
            <a:avLst>
              <a:gd name="adj" fmla="val 2311"/>
            </a:avLst>
          </a:prstGeom>
          <a:noFill/>
          <a:ln w="9525" algn="ctr">
            <a:solidFill>
              <a:schemeClr val="accent5">
                <a:lumMod val="40000"/>
                <a:lumOff val="60000"/>
              </a:schemeClr>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1200" cap="none" spc="0" normalizeH="0" baseline="0" noProof="0">
              <a:ln>
                <a:noFill/>
              </a:ln>
              <a:solidFill>
                <a:srgbClr val="53565A">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24" name="Table 23">
            <a:extLst>
              <a:ext uri="{FF2B5EF4-FFF2-40B4-BE49-F238E27FC236}">
                <a16:creationId xmlns:a16="http://schemas.microsoft.com/office/drawing/2014/main" id="{C8F93E94-DAF7-F558-0B96-FC7E5B4B66FC}"/>
              </a:ext>
            </a:extLst>
          </p:cNvPr>
          <p:cNvGraphicFramePr>
            <a:graphicFrameLocks noGrp="1"/>
          </p:cNvGraphicFramePr>
          <p:nvPr/>
        </p:nvGraphicFramePr>
        <p:xfrm>
          <a:off x="540512" y="2144335"/>
          <a:ext cx="10741888" cy="3766865"/>
        </p:xfrm>
        <a:graphic>
          <a:graphicData uri="http://schemas.openxmlformats.org/drawingml/2006/table">
            <a:tbl>
              <a:tblPr>
                <a:tableStyleId>{5C22544A-7EE6-4342-B048-85BDC9FD1C3A}</a:tableStyleId>
              </a:tblPr>
              <a:tblGrid>
                <a:gridCol w="2510714">
                  <a:extLst>
                    <a:ext uri="{9D8B030D-6E8A-4147-A177-3AD203B41FA5}">
                      <a16:colId xmlns:a16="http://schemas.microsoft.com/office/drawing/2014/main" val="4016131012"/>
                    </a:ext>
                  </a:extLst>
                </a:gridCol>
                <a:gridCol w="4134374">
                  <a:extLst>
                    <a:ext uri="{9D8B030D-6E8A-4147-A177-3AD203B41FA5}">
                      <a16:colId xmlns:a16="http://schemas.microsoft.com/office/drawing/2014/main" val="3210185834"/>
                    </a:ext>
                  </a:extLst>
                </a:gridCol>
                <a:gridCol w="4096800">
                  <a:extLst>
                    <a:ext uri="{9D8B030D-6E8A-4147-A177-3AD203B41FA5}">
                      <a16:colId xmlns:a16="http://schemas.microsoft.com/office/drawing/2014/main" val="1920160959"/>
                    </a:ext>
                  </a:extLst>
                </a:gridCol>
              </a:tblGrid>
              <a:tr h="951665">
                <a:tc>
                  <a:txBody>
                    <a:bodyPr/>
                    <a:lstStyle/>
                    <a:p>
                      <a:pPr>
                        <a:buNone/>
                      </a:pPr>
                      <a:r>
                        <a:rPr lang="en-US" sz="1400" b="1">
                          <a:solidFill>
                            <a:schemeClr val="accent6">
                              <a:lumMod val="50000"/>
                            </a:schemeClr>
                          </a:solidFill>
                        </a:rPr>
                        <a:t>Share of navigation spend</a:t>
                      </a:r>
                    </a:p>
                  </a:txBody>
                  <a:tcPr marL="55830" marR="55830" marT="27915" marB="27915" anchor="ctr">
                    <a:lnL w="12700" cmpd="sng">
                      <a:noFill/>
                    </a:lnL>
                    <a:lnR w="12700" cmpd="sng">
                      <a:noFill/>
                    </a:lnR>
                    <a:lnT w="12700" cmpd="sng">
                      <a:noFill/>
                    </a:lnT>
                    <a:lnB w="1270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b="1"/>
                        <a:t>~70%</a:t>
                      </a:r>
                    </a:p>
                  </a:txBody>
                  <a:tcPr marL="182880" marR="182880" marT="27915" marB="27915" anchor="ctr">
                    <a:lnL w="12700" cmpd="sng">
                      <a:noFill/>
                    </a:lnL>
                    <a:lnR w="12700" cmpd="sng">
                      <a:noFill/>
                    </a:lnR>
                    <a:lnT w="12700" cmpd="sng">
                      <a:noFill/>
                    </a:lnT>
                    <a:lnB w="1270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b="1"/>
                        <a:t>~30%</a:t>
                      </a:r>
                    </a:p>
                  </a:txBody>
                  <a:tcPr marL="182880" marR="182880" marT="27915" marB="27915" anchor="ctr">
                    <a:lnL w="12700" cmpd="sng">
                      <a:noFill/>
                    </a:lnL>
                    <a:lnR w="12700" cmpd="sng">
                      <a:noFill/>
                    </a:lnR>
                    <a:lnT w="12700" cmpd="sng">
                      <a:noFill/>
                    </a:lnT>
                    <a:lnB w="1270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317942"/>
                  </a:ext>
                </a:extLst>
              </a:tr>
              <a:tr h="1224000">
                <a:tc>
                  <a:txBody>
                    <a:bodyPr/>
                    <a:lstStyle/>
                    <a:p>
                      <a:pPr>
                        <a:buNone/>
                      </a:pPr>
                      <a:r>
                        <a:rPr lang="en-US" sz="1400" b="1">
                          <a:solidFill>
                            <a:schemeClr val="accent6">
                              <a:lumMod val="50000"/>
                            </a:schemeClr>
                          </a:solidFill>
                        </a:rPr>
                        <a:t>What employers receive</a:t>
                      </a:r>
                    </a:p>
                  </a:txBody>
                  <a:tcPr marL="55830" marR="55830" marT="27915" marB="27915" anchor="ctr">
                    <a:lnL w="12700" cmpd="sng">
                      <a:noFill/>
                    </a:lnL>
                    <a:lnR w="12700" cmpd="sng">
                      <a:noFill/>
                    </a:ln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t>Baseline benefits support, provider search, </a:t>
                      </a:r>
                    </a:p>
                    <a:p>
                      <a:pPr>
                        <a:buNone/>
                      </a:pPr>
                      <a:r>
                        <a:rPr lang="en-US" sz="1400"/>
                        <a:t>claims help, utilization management, in-network steerage</a:t>
                      </a:r>
                    </a:p>
                  </a:txBody>
                  <a:tcPr marL="182880" marR="182880" marT="27915" marB="27915" anchor="ctr">
                    <a:lnL w="12700" cmpd="sng">
                      <a:noFill/>
                    </a:lnL>
                    <a:lnR w="12700" cmpd="sng">
                      <a:noFill/>
                    </a:ln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t>Dedicated advocacy, virtual-care front doors, specialty networks, provider-quality steerage and condition-specific navigation</a:t>
                      </a:r>
                    </a:p>
                  </a:txBody>
                  <a:tcPr marL="182880" marR="182880" marT="27915" marB="27915" anchor="ctr">
                    <a:lnL w="12700" cmpd="sng">
                      <a:noFill/>
                    </a:lnL>
                    <a:lnR w="12700" cmpd="sng">
                      <a:noFill/>
                    </a:ln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3731007"/>
                  </a:ext>
                </a:extLst>
              </a:tr>
              <a:tr h="828000">
                <a:tc>
                  <a:txBody>
                    <a:bodyPr/>
                    <a:lstStyle/>
                    <a:p>
                      <a:pPr>
                        <a:buNone/>
                      </a:pPr>
                      <a:r>
                        <a:rPr lang="en-US" sz="1400" b="1">
                          <a:solidFill>
                            <a:schemeClr val="accent6">
                              <a:lumMod val="50000"/>
                            </a:schemeClr>
                          </a:solidFill>
                        </a:rPr>
                        <a:t>How it is bought</a:t>
                      </a:r>
                    </a:p>
                  </a:txBody>
                  <a:tcPr marL="55830" marR="55830" marT="27915" marB="27915" anchor="ctr">
                    <a:lnL w="12700" cmpd="sng">
                      <a:noFill/>
                    </a:lnL>
                    <a:lnR w="12700" cmpd="sng">
                      <a:noFill/>
                    </a:ln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t>Included in ASO / TPA / carrier relationship</a:t>
                      </a:r>
                    </a:p>
                  </a:txBody>
                  <a:tcPr marL="182880" marR="182880" marT="27915" marB="27915" anchor="ctr">
                    <a:lnL w="12700" cmpd="sng">
                      <a:noFill/>
                    </a:lnL>
                    <a:lnR w="12700" cmpd="sng">
                      <a:noFill/>
                    </a:ln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t>Bought as a separate PMPM or performance-based program</a:t>
                      </a:r>
                    </a:p>
                  </a:txBody>
                  <a:tcPr marL="182880" marR="182880" marT="27915" marB="27915" anchor="ctr">
                    <a:lnL w="12700" cmpd="sng">
                      <a:noFill/>
                    </a:lnL>
                    <a:lnR w="12700" cmpd="sng">
                      <a:noFill/>
                    </a:ln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6444503"/>
                  </a:ext>
                </a:extLst>
              </a:tr>
              <a:tr h="763200">
                <a:tc>
                  <a:txBody>
                    <a:bodyPr/>
                    <a:lstStyle/>
                    <a:p>
                      <a:pPr>
                        <a:buNone/>
                      </a:pPr>
                      <a:r>
                        <a:rPr lang="en-US" sz="1400" b="1">
                          <a:solidFill>
                            <a:schemeClr val="accent6">
                              <a:lumMod val="50000"/>
                            </a:schemeClr>
                          </a:solidFill>
                        </a:rPr>
                        <a:t>Employer decision</a:t>
                      </a:r>
                    </a:p>
                  </a:txBody>
                  <a:tcPr marL="55830" marR="55830" marT="27915" marB="27915" anchor="ctr">
                    <a:lnL w="12700" cmpd="sng">
                      <a:noFill/>
                    </a:lnL>
                    <a:lnR w="12700" cmpd="sng">
                      <a:noFill/>
                    </a:lnR>
                    <a:lnT w="12700" cap="flat" cmpd="sng" algn="ctr">
                      <a:solidFill>
                        <a:schemeClr val="bg1">
                          <a:lumMod val="85000"/>
                        </a:schemeClr>
                      </a:solidFill>
                      <a:prstDash val="sysDash"/>
                      <a:round/>
                      <a:headEnd type="none" w="med" len="med"/>
                      <a:tailEnd type="none" w="med" len="med"/>
                    </a:lnT>
                    <a:lnB w="12700"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i="1"/>
                        <a:t>“Is this already covered by my plan?”</a:t>
                      </a:r>
                    </a:p>
                  </a:txBody>
                  <a:tcPr marL="182880" marR="182880" marT="27915" marB="27915" anchor="ctr">
                    <a:lnL w="12700" cmpd="sng">
                      <a:noFill/>
                    </a:lnL>
                    <a:lnR w="12700" cmpd="sng">
                      <a:noFill/>
                    </a:lnR>
                    <a:lnT w="12700" cap="flat" cmpd="sng" algn="ctr">
                      <a:solidFill>
                        <a:schemeClr val="bg1">
                          <a:lumMod val="85000"/>
                        </a:schemeClr>
                      </a:solidFill>
                      <a:prstDash val="sysDash"/>
                      <a:round/>
                      <a:headEnd type="none" w="med" len="med"/>
                      <a:tailEnd type="none" w="med" len="med"/>
                    </a:lnT>
                    <a:lnB w="12700"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i="1"/>
                        <a:t>“Will this create savings beyond what my plan already provides?”</a:t>
                      </a:r>
                    </a:p>
                  </a:txBody>
                  <a:tcPr marL="182880" marR="182880" marT="27915" marB="27915" anchor="ctr">
                    <a:lnL w="12700" cmpd="sng">
                      <a:noFill/>
                    </a:lnL>
                    <a:lnR w="12700" cmpd="sng">
                      <a:noFill/>
                    </a:lnR>
                    <a:lnT w="12700" cap="flat" cmpd="sng" algn="ctr">
                      <a:solidFill>
                        <a:schemeClr val="bg1">
                          <a:lumMod val="85000"/>
                        </a:schemeClr>
                      </a:solidFill>
                      <a:prstDash val="sysDash"/>
                      <a:round/>
                      <a:headEnd type="none" w="med" len="med"/>
                      <a:tailEnd type="none" w="med" len="med"/>
                    </a:lnT>
                    <a:lnB w="12700" cap="flat" cmpd="sng" algn="ctr">
                      <a:no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7966853"/>
                  </a:ext>
                </a:extLst>
              </a:tr>
            </a:tbl>
          </a:graphicData>
        </a:graphic>
      </p:graphicFrame>
      <p:graphicFrame>
        <p:nvGraphicFramePr>
          <p:cNvPr id="29" name="Chart 28">
            <a:extLst>
              <a:ext uri="{FF2B5EF4-FFF2-40B4-BE49-F238E27FC236}">
                <a16:creationId xmlns:a16="http://schemas.microsoft.com/office/drawing/2014/main" id="{E3E55EA5-A6C7-1C97-117D-FB196A3B2321}"/>
              </a:ext>
            </a:extLst>
          </p:cNvPr>
          <p:cNvGraphicFramePr/>
          <p:nvPr/>
        </p:nvGraphicFramePr>
        <p:xfrm>
          <a:off x="3560970" y="2057935"/>
          <a:ext cx="1087851" cy="114856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2" name="Chart 31">
            <a:extLst>
              <a:ext uri="{FF2B5EF4-FFF2-40B4-BE49-F238E27FC236}">
                <a16:creationId xmlns:a16="http://schemas.microsoft.com/office/drawing/2014/main" id="{B8E6DB14-D3EC-EC08-BEC4-09183D694527}"/>
              </a:ext>
            </a:extLst>
          </p:cNvPr>
          <p:cNvGraphicFramePr/>
          <p:nvPr/>
        </p:nvGraphicFramePr>
        <p:xfrm>
          <a:off x="7932570" y="2088433"/>
          <a:ext cx="1087851" cy="114856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3519358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1088D-A0A7-817C-9D98-D11FE467BE57}"/>
            </a:ext>
          </a:extLst>
        </p:cNvPr>
        <p:cNvGrpSpPr/>
        <p:nvPr/>
      </p:nvGrpSpPr>
      <p:grpSpPr>
        <a:xfrm>
          <a:off x="0" y="0"/>
          <a:ext cx="0" cy="0"/>
          <a:chOff x="0" y="0"/>
          <a:chExt cx="0" cy="0"/>
        </a:xfrm>
      </p:grpSpPr>
      <p:sp>
        <p:nvSpPr>
          <p:cNvPr id="48" name="Title 47">
            <a:extLst>
              <a:ext uri="{FF2B5EF4-FFF2-40B4-BE49-F238E27FC236}">
                <a16:creationId xmlns:a16="http://schemas.microsoft.com/office/drawing/2014/main" id="{A150C186-DAC8-BE1A-4E74-25EACB92BD85}"/>
              </a:ext>
            </a:extLst>
          </p:cNvPr>
          <p:cNvSpPr>
            <a:spLocks noGrp="1"/>
          </p:cNvSpPr>
          <p:nvPr>
            <p:ph type="title"/>
          </p:nvPr>
        </p:nvSpPr>
        <p:spPr/>
        <p:txBody>
          <a:bodyPr/>
          <a:lstStyle/>
          <a:p>
            <a:r>
              <a:rPr lang="en-US">
                <a:latin typeface="Open Sans Light" panose="020B0306030504020204" pitchFamily="34" charset="0"/>
                <a:ea typeface="Open Sans Light" panose="020B0306030504020204" pitchFamily="34" charset="0"/>
                <a:cs typeface="Open Sans Light" panose="020B0306030504020204" pitchFamily="34" charset="0"/>
              </a:rPr>
              <a:t>The U.S. Care Navigation Platform Market Is Forecast to Reach $6.21B by 2031</a:t>
            </a:r>
          </a:p>
        </p:txBody>
      </p:sp>
      <p:sp>
        <p:nvSpPr>
          <p:cNvPr id="49" name="Text Placeholder 48">
            <a:extLst>
              <a:ext uri="{FF2B5EF4-FFF2-40B4-BE49-F238E27FC236}">
                <a16:creationId xmlns:a16="http://schemas.microsoft.com/office/drawing/2014/main" id="{60CEDC4B-2FEC-FEF2-D8FE-C8BB2F49CD24}"/>
              </a:ext>
            </a:extLst>
          </p:cNvPr>
          <p:cNvSpPr>
            <a:spLocks noGrp="1"/>
          </p:cNvSpPr>
          <p:nvPr>
            <p:ph type="body" sz="quarter" idx="15"/>
          </p:nvPr>
        </p:nvSpPr>
        <p:spPr/>
        <p:txBody>
          <a:bodyPr/>
          <a:lstStyle/>
          <a:p>
            <a:r>
              <a:rPr lang="en-US">
                <a:latin typeface="Open Sans Light" panose="020B0306030504020204" pitchFamily="34" charset="0"/>
                <a:ea typeface="Open Sans Light" panose="020B0306030504020204" pitchFamily="34" charset="0"/>
                <a:cs typeface="Open Sans Light" panose="020B0306030504020204" pitchFamily="34" charset="0"/>
              </a:rPr>
              <a:t>2. Market Sizing &amp; Regional Opportunity</a:t>
            </a:r>
          </a:p>
        </p:txBody>
      </p:sp>
      <p:graphicFrame>
        <p:nvGraphicFramePr>
          <p:cNvPr id="93" name="Content Placeholder 92">
            <a:extLst>
              <a:ext uri="{FF2B5EF4-FFF2-40B4-BE49-F238E27FC236}">
                <a16:creationId xmlns:a16="http://schemas.microsoft.com/office/drawing/2014/main" id="{FF04DB7C-1038-0D7E-107C-F01660CAB7B7}"/>
              </a:ext>
            </a:extLst>
          </p:cNvPr>
          <p:cNvGraphicFramePr>
            <a:graphicFrameLocks noGrp="1"/>
          </p:cNvGraphicFramePr>
          <p:nvPr>
            <p:ph sz="quarter" idx="16"/>
          </p:nvPr>
        </p:nvGraphicFramePr>
        <p:xfrm>
          <a:off x="6269126" y="1829315"/>
          <a:ext cx="5065426" cy="3392088"/>
        </p:xfrm>
        <a:graphic>
          <a:graphicData uri="http://schemas.openxmlformats.org/drawingml/2006/table">
            <a:tbl>
              <a:tblPr firstRow="1" bandRow="1">
                <a:tableStyleId>{5C22544A-7EE6-4342-B048-85BDC9FD1C3A}</a:tableStyleId>
              </a:tblPr>
              <a:tblGrid>
                <a:gridCol w="5065426">
                  <a:extLst>
                    <a:ext uri="{9D8B030D-6E8A-4147-A177-3AD203B41FA5}">
                      <a16:colId xmlns:a16="http://schemas.microsoft.com/office/drawing/2014/main" val="1413519662"/>
                    </a:ext>
                  </a:extLst>
                </a:gridCol>
              </a:tblGrid>
              <a:tr h="1130696">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400" b="1" i="0">
                          <a:solidFill>
                            <a:srgbClr val="231505"/>
                          </a:solidFill>
                          <a:latin typeface="+mn-lt"/>
                        </a:rPr>
                        <a:t>Rising costs and access friction are expanding demand: </a:t>
                      </a:r>
                      <a:r>
                        <a:rPr lang="en-US" sz="1400" b="0" i="0">
                          <a:solidFill>
                            <a:srgbClr val="231505"/>
                          </a:solidFill>
                          <a:latin typeface="+mn-lt"/>
                        </a:rPr>
                        <a:t>Employer health costs are projected to increase 6.5% in 2026, while 43% of large employers report concern about timely appointments and 44% about prior authorization.</a:t>
                      </a:r>
                      <a:endParaRPr lang="en-US" sz="1400" b="0" i="0">
                        <a:solidFill>
                          <a:srgbClr val="4D3A24"/>
                        </a:solidFill>
                        <a:latin typeface="Calibri"/>
                      </a:endParaRPr>
                    </a:p>
                  </a:txBody>
                  <a:tcPr anchor="ctr">
                    <a:lnL w="12700" cmpd="sng">
                      <a:noFill/>
                    </a:lnL>
                    <a:lnR w="12700" cmpd="sng">
                      <a:noFill/>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8770181"/>
                  </a:ext>
                </a:extLst>
              </a:tr>
              <a:tr h="1130696">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400" b="1"/>
                        <a:t>Self-funded employers are the core buyer:</a:t>
                      </a:r>
                      <a:r>
                        <a:rPr lang="en-US" sz="1400"/>
                        <a:t> 103M of 154M employer-sponsored lives are self-funded, giving employers a direct financial incentive to buy solutions that reduce medical claims.</a:t>
                      </a:r>
                      <a:endParaRPr lang="en-US" sz="1400" b="0" i="0">
                        <a:solidFill>
                          <a:srgbClr val="4D3A24"/>
                        </a:solidFill>
                        <a:latin typeface="Calibri"/>
                      </a:endParaRPr>
                    </a:p>
                  </a:txBody>
                  <a:tcPr anchor="ctr">
                    <a:lnL w="12700" cmpd="sng">
                      <a:noFill/>
                    </a:lnL>
                    <a:lnR w="12700" cmpd="sng">
                      <a:noFill/>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9034782"/>
                  </a:ext>
                </a:extLst>
              </a:tr>
              <a:tr h="1130696">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400" b="1"/>
                        <a:t>Growth is shifting to integrated platforms:</a:t>
                      </a:r>
                      <a:r>
                        <a:rPr lang="en-US" sz="1400"/>
                        <a:t> Transcarent’s $621M acquisition of Accolade created a 20M-member, 1,700-client platform spanning navigation, virtual care, pharmacy and condition support.</a:t>
                      </a:r>
                      <a:endParaRPr lang="en-US" sz="1400" b="0" i="0">
                        <a:solidFill>
                          <a:srgbClr val="4D3A24"/>
                        </a:solidFill>
                        <a:latin typeface="Calibri"/>
                      </a:endParaRPr>
                    </a:p>
                  </a:txBody>
                  <a:tcPr anchor="ctr">
                    <a:lnL w="12700" cmpd="sng">
                      <a:noFill/>
                    </a:lnL>
                    <a:lnR w="12700" cmpd="sng">
                      <a:noFill/>
                    </a:lnR>
                    <a:lnT w="12700" cap="flat" cmpd="sng" algn="ctr">
                      <a:solidFill>
                        <a:schemeClr val="accent3">
                          <a:lumMod val="20000"/>
                          <a:lumOff val="80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17502995"/>
                  </a:ext>
                </a:extLst>
              </a:tr>
            </a:tbl>
          </a:graphicData>
        </a:graphic>
      </p:graphicFrame>
      <p:cxnSp>
        <p:nvCxnSpPr>
          <p:cNvPr id="51" name="Straight Connector 50">
            <a:extLst>
              <a:ext uri="{FF2B5EF4-FFF2-40B4-BE49-F238E27FC236}">
                <a16:creationId xmlns:a16="http://schemas.microsoft.com/office/drawing/2014/main" id="{6027B195-3429-B908-B185-D275020F1DE8}"/>
              </a:ext>
            </a:extLst>
          </p:cNvPr>
          <p:cNvCxnSpPr>
            <a:cxnSpLocks/>
          </p:cNvCxnSpPr>
          <p:nvPr/>
        </p:nvCxnSpPr>
        <p:spPr>
          <a:xfrm>
            <a:off x="384490" y="421894"/>
            <a:ext cx="1137684" cy="0"/>
          </a:xfrm>
          <a:prstGeom prst="line">
            <a:avLst/>
          </a:prstGeom>
          <a:ln w="60325">
            <a:solidFill>
              <a:schemeClr val="accent4">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F1F948BE-BC5B-DE16-E624-23E19F686016}"/>
              </a:ext>
            </a:extLst>
          </p:cNvPr>
          <p:cNvSpPr txBox="1"/>
          <p:nvPr/>
        </p:nvSpPr>
        <p:spPr>
          <a:xfrm>
            <a:off x="374324" y="1436661"/>
            <a:ext cx="4536001" cy="264638"/>
          </a:xfrm>
          <a:prstGeom prst="rect">
            <a:avLst/>
          </a:prstGeom>
          <a:noFill/>
        </p:spPr>
        <p:txBody>
          <a:bodyPr wrap="square" lIns="0" tIns="0" rIns="0" bIns="0" anchor="ctr">
            <a:noAutofit/>
          </a:bodyPr>
          <a:lstStyle/>
          <a:p>
            <a:pPr algn="l">
              <a:spcBef>
                <a:spcPts val="0"/>
              </a:spcBef>
              <a:spcAft>
                <a:spcPts val="0"/>
              </a:spcAft>
            </a:pPr>
            <a:r>
              <a:rPr lang="en-US" b="1" i="0">
                <a:solidFill>
                  <a:srgbClr val="231505"/>
                </a:solidFill>
                <a:latin typeface="Calibri"/>
              </a:rPr>
              <a:t>U.S. Market </a:t>
            </a:r>
            <a:r>
              <a:rPr lang="en-US" b="1">
                <a:solidFill>
                  <a:srgbClr val="231505"/>
                </a:solidFill>
                <a:latin typeface="Calibri"/>
              </a:rPr>
              <a:t>F</a:t>
            </a:r>
            <a:r>
              <a:rPr lang="en-US" b="1" i="0">
                <a:solidFill>
                  <a:srgbClr val="231505"/>
                </a:solidFill>
                <a:latin typeface="Calibri"/>
              </a:rPr>
              <a:t>orecast · 8.4% CAGR (2025–31)</a:t>
            </a:r>
          </a:p>
        </p:txBody>
      </p:sp>
      <p:sp>
        <p:nvSpPr>
          <p:cNvPr id="3" name="TextBox 2">
            <a:extLst>
              <a:ext uri="{FF2B5EF4-FFF2-40B4-BE49-F238E27FC236}">
                <a16:creationId xmlns:a16="http://schemas.microsoft.com/office/drawing/2014/main" id="{1CC318DE-F20F-336B-C08A-688C3CFF0742}"/>
              </a:ext>
            </a:extLst>
          </p:cNvPr>
          <p:cNvSpPr txBox="1"/>
          <p:nvPr/>
        </p:nvSpPr>
        <p:spPr>
          <a:xfrm>
            <a:off x="374325" y="1728731"/>
            <a:ext cx="3474720" cy="201168"/>
          </a:xfrm>
          <a:prstGeom prst="rect">
            <a:avLst/>
          </a:prstGeom>
          <a:noFill/>
        </p:spPr>
        <p:txBody>
          <a:bodyPr wrap="square" lIns="0" tIns="0" rIns="0" bIns="0" anchor="ctr">
            <a:noAutofit/>
          </a:bodyPr>
          <a:lstStyle/>
          <a:p>
            <a:pPr algn="l">
              <a:spcBef>
                <a:spcPts val="0"/>
              </a:spcBef>
              <a:spcAft>
                <a:spcPts val="0"/>
              </a:spcAft>
            </a:pPr>
            <a:r>
              <a:rPr lang="en-US" b="1" i="0">
                <a:solidFill>
                  <a:srgbClr val="3D4F8F"/>
                </a:solidFill>
                <a:latin typeface="Calibri"/>
              </a:rPr>
              <a:t>$3.83B (2025A) → $6.21B (2031E)</a:t>
            </a:r>
          </a:p>
        </p:txBody>
      </p:sp>
      <p:cxnSp>
        <p:nvCxnSpPr>
          <p:cNvPr id="5" name="Connector 7">
            <a:extLst>
              <a:ext uri="{FF2B5EF4-FFF2-40B4-BE49-F238E27FC236}">
                <a16:creationId xmlns:a16="http://schemas.microsoft.com/office/drawing/2014/main" id="{E261B285-03F2-7823-9158-5B15C64845CC}"/>
              </a:ext>
            </a:extLst>
          </p:cNvPr>
          <p:cNvCxnSpPr/>
          <p:nvPr/>
        </p:nvCxnSpPr>
        <p:spPr>
          <a:xfrm>
            <a:off x="5861304" y="1572768"/>
            <a:ext cx="0" cy="4334256"/>
          </a:xfrm>
          <a:prstGeom prst="line">
            <a:avLst/>
          </a:prstGeom>
          <a:ln w="12700">
            <a:solidFill>
              <a:srgbClr val="F4E9D3"/>
            </a:solidFill>
          </a:ln>
          <a:effectLst/>
        </p:spPr>
        <p:style>
          <a:lnRef idx="2">
            <a:schemeClr val="accent1"/>
          </a:lnRef>
          <a:fillRef idx="0">
            <a:schemeClr val="accent1"/>
          </a:fillRef>
          <a:effectRef idx="1">
            <a:schemeClr val="accent1"/>
          </a:effectRef>
          <a:fontRef idx="minor">
            <a:schemeClr val="tx1"/>
          </a:fontRef>
        </p:style>
      </p:cxnSp>
      <p:sp>
        <p:nvSpPr>
          <p:cNvPr id="46" name="Rectangle 45">
            <a:extLst>
              <a:ext uri="{FF2B5EF4-FFF2-40B4-BE49-F238E27FC236}">
                <a16:creationId xmlns:a16="http://schemas.microsoft.com/office/drawing/2014/main" id="{3555D3F6-98AB-4CE4-DC4F-AF17F90DFC59}"/>
              </a:ext>
            </a:extLst>
          </p:cNvPr>
          <p:cNvSpPr/>
          <p:nvPr/>
        </p:nvSpPr>
        <p:spPr>
          <a:xfrm>
            <a:off x="822960" y="3535871"/>
            <a:ext cx="448056" cy="1729335"/>
          </a:xfrm>
          <a:prstGeom prst="rect">
            <a:avLst/>
          </a:prstGeom>
          <a:solidFill>
            <a:srgbClr val="5C37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50" name="TextBox 49">
            <a:extLst>
              <a:ext uri="{FF2B5EF4-FFF2-40B4-BE49-F238E27FC236}">
                <a16:creationId xmlns:a16="http://schemas.microsoft.com/office/drawing/2014/main" id="{D20C02A5-02CB-858A-B400-D8270A0CCB38}"/>
              </a:ext>
            </a:extLst>
          </p:cNvPr>
          <p:cNvSpPr txBox="1"/>
          <p:nvPr/>
        </p:nvSpPr>
        <p:spPr>
          <a:xfrm>
            <a:off x="822960" y="3590735"/>
            <a:ext cx="448056" cy="201168"/>
          </a:xfrm>
          <a:prstGeom prst="rect">
            <a:avLst/>
          </a:prstGeom>
          <a:noFill/>
        </p:spPr>
        <p:txBody>
          <a:bodyPr wrap="square" lIns="0" tIns="0" rIns="0" bIns="0" anchor="ctr">
            <a:noAutofit/>
          </a:bodyPr>
          <a:lstStyle/>
          <a:p>
            <a:pPr algn="ctr">
              <a:spcBef>
                <a:spcPts val="0"/>
              </a:spcBef>
              <a:spcAft>
                <a:spcPts val="0"/>
              </a:spcAft>
            </a:pPr>
            <a:r>
              <a:rPr lang="en-US" sz="1200" b="1" i="0">
                <a:solidFill>
                  <a:srgbClr val="FFFFFF"/>
                </a:solidFill>
                <a:latin typeface="Calibri"/>
              </a:rPr>
              <a:t>$4.15B</a:t>
            </a:r>
          </a:p>
        </p:txBody>
      </p:sp>
      <p:sp>
        <p:nvSpPr>
          <p:cNvPr id="52" name="TextBox 51">
            <a:extLst>
              <a:ext uri="{FF2B5EF4-FFF2-40B4-BE49-F238E27FC236}">
                <a16:creationId xmlns:a16="http://schemas.microsoft.com/office/drawing/2014/main" id="{19B1EBC0-D5F5-939B-2C25-1939736E704E}"/>
              </a:ext>
            </a:extLst>
          </p:cNvPr>
          <p:cNvSpPr txBox="1"/>
          <p:nvPr/>
        </p:nvSpPr>
        <p:spPr>
          <a:xfrm>
            <a:off x="685800" y="5466374"/>
            <a:ext cx="722376" cy="182880"/>
          </a:xfrm>
          <a:prstGeom prst="rect">
            <a:avLst/>
          </a:prstGeom>
          <a:noFill/>
        </p:spPr>
        <p:txBody>
          <a:bodyPr wrap="square" lIns="0" tIns="0" rIns="0" bIns="0" anchor="ctr">
            <a:noAutofit/>
          </a:bodyPr>
          <a:lstStyle/>
          <a:p>
            <a:pPr algn="ctr">
              <a:spcBef>
                <a:spcPts val="0"/>
              </a:spcBef>
              <a:spcAft>
                <a:spcPts val="0"/>
              </a:spcAft>
            </a:pPr>
            <a:r>
              <a:rPr lang="en-US" sz="1200" b="1" i="0">
                <a:solidFill>
                  <a:srgbClr val="231505"/>
                </a:solidFill>
                <a:latin typeface="Calibri"/>
              </a:rPr>
              <a:t>2026E</a:t>
            </a:r>
          </a:p>
        </p:txBody>
      </p:sp>
      <p:sp>
        <p:nvSpPr>
          <p:cNvPr id="53" name="Rectangle 52">
            <a:extLst>
              <a:ext uri="{FF2B5EF4-FFF2-40B4-BE49-F238E27FC236}">
                <a16:creationId xmlns:a16="http://schemas.microsoft.com/office/drawing/2014/main" id="{99224CC3-D75C-F41C-B4C6-B60101DF14D5}"/>
              </a:ext>
            </a:extLst>
          </p:cNvPr>
          <p:cNvSpPr/>
          <p:nvPr/>
        </p:nvSpPr>
        <p:spPr>
          <a:xfrm>
            <a:off x="1550822" y="3390024"/>
            <a:ext cx="448056" cy="1875182"/>
          </a:xfrm>
          <a:prstGeom prst="rect">
            <a:avLst/>
          </a:prstGeom>
          <a:solidFill>
            <a:srgbClr val="5C37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54" name="TextBox 53">
            <a:extLst>
              <a:ext uri="{FF2B5EF4-FFF2-40B4-BE49-F238E27FC236}">
                <a16:creationId xmlns:a16="http://schemas.microsoft.com/office/drawing/2014/main" id="{C24969C2-0C32-D709-649E-C410B9132555}"/>
              </a:ext>
            </a:extLst>
          </p:cNvPr>
          <p:cNvSpPr txBox="1"/>
          <p:nvPr/>
        </p:nvSpPr>
        <p:spPr>
          <a:xfrm>
            <a:off x="1550822" y="3444888"/>
            <a:ext cx="448056" cy="201168"/>
          </a:xfrm>
          <a:prstGeom prst="rect">
            <a:avLst/>
          </a:prstGeom>
          <a:noFill/>
        </p:spPr>
        <p:txBody>
          <a:bodyPr wrap="square" lIns="0" tIns="0" rIns="0" bIns="0" anchor="ctr">
            <a:noAutofit/>
          </a:bodyPr>
          <a:lstStyle/>
          <a:p>
            <a:pPr algn="ctr">
              <a:spcBef>
                <a:spcPts val="0"/>
              </a:spcBef>
              <a:spcAft>
                <a:spcPts val="0"/>
              </a:spcAft>
            </a:pPr>
            <a:r>
              <a:rPr lang="en-US" sz="1200" b="1" i="0">
                <a:solidFill>
                  <a:srgbClr val="FFFFFF"/>
                </a:solidFill>
                <a:latin typeface="Calibri"/>
              </a:rPr>
              <a:t>$4.50B</a:t>
            </a:r>
          </a:p>
        </p:txBody>
      </p:sp>
      <p:sp>
        <p:nvSpPr>
          <p:cNvPr id="55" name="TextBox 54">
            <a:extLst>
              <a:ext uri="{FF2B5EF4-FFF2-40B4-BE49-F238E27FC236}">
                <a16:creationId xmlns:a16="http://schemas.microsoft.com/office/drawing/2014/main" id="{23BEF232-5664-1C6F-705C-09CF589AAAE9}"/>
              </a:ext>
            </a:extLst>
          </p:cNvPr>
          <p:cNvSpPr txBox="1"/>
          <p:nvPr/>
        </p:nvSpPr>
        <p:spPr>
          <a:xfrm>
            <a:off x="1413662" y="5466374"/>
            <a:ext cx="722376" cy="182880"/>
          </a:xfrm>
          <a:prstGeom prst="rect">
            <a:avLst/>
          </a:prstGeom>
          <a:noFill/>
        </p:spPr>
        <p:txBody>
          <a:bodyPr wrap="square" lIns="0" tIns="0" rIns="0" bIns="0" anchor="ctr">
            <a:noAutofit/>
          </a:bodyPr>
          <a:lstStyle/>
          <a:p>
            <a:pPr algn="ctr">
              <a:spcBef>
                <a:spcPts val="0"/>
              </a:spcBef>
              <a:spcAft>
                <a:spcPts val="0"/>
              </a:spcAft>
            </a:pPr>
            <a:r>
              <a:rPr lang="en-US" sz="1200" b="1" i="0">
                <a:solidFill>
                  <a:srgbClr val="231505"/>
                </a:solidFill>
                <a:latin typeface="Calibri"/>
              </a:rPr>
              <a:t>2027E</a:t>
            </a:r>
          </a:p>
        </p:txBody>
      </p:sp>
      <p:sp>
        <p:nvSpPr>
          <p:cNvPr id="56" name="Rectangle 55">
            <a:extLst>
              <a:ext uri="{FF2B5EF4-FFF2-40B4-BE49-F238E27FC236}">
                <a16:creationId xmlns:a16="http://schemas.microsoft.com/office/drawing/2014/main" id="{C0093251-9E73-A171-A6E5-8318DE4151E8}"/>
              </a:ext>
            </a:extLst>
          </p:cNvPr>
          <p:cNvSpPr/>
          <p:nvPr/>
        </p:nvSpPr>
        <p:spPr>
          <a:xfrm>
            <a:off x="2278684" y="3231675"/>
            <a:ext cx="448056" cy="2033531"/>
          </a:xfrm>
          <a:prstGeom prst="rect">
            <a:avLst/>
          </a:prstGeom>
          <a:solidFill>
            <a:srgbClr val="5C37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57" name="TextBox 56">
            <a:extLst>
              <a:ext uri="{FF2B5EF4-FFF2-40B4-BE49-F238E27FC236}">
                <a16:creationId xmlns:a16="http://schemas.microsoft.com/office/drawing/2014/main" id="{F8015BE1-1A98-BF05-F8F2-2D18A134F4CD}"/>
              </a:ext>
            </a:extLst>
          </p:cNvPr>
          <p:cNvSpPr txBox="1"/>
          <p:nvPr/>
        </p:nvSpPr>
        <p:spPr>
          <a:xfrm>
            <a:off x="2278684" y="3286539"/>
            <a:ext cx="448056" cy="201168"/>
          </a:xfrm>
          <a:prstGeom prst="rect">
            <a:avLst/>
          </a:prstGeom>
          <a:noFill/>
        </p:spPr>
        <p:txBody>
          <a:bodyPr wrap="square" lIns="0" tIns="0" rIns="0" bIns="0" anchor="ctr">
            <a:noAutofit/>
          </a:bodyPr>
          <a:lstStyle/>
          <a:p>
            <a:pPr algn="ctr">
              <a:spcBef>
                <a:spcPts val="0"/>
              </a:spcBef>
              <a:spcAft>
                <a:spcPts val="0"/>
              </a:spcAft>
            </a:pPr>
            <a:r>
              <a:rPr lang="en-US" sz="1200" b="1" i="0">
                <a:solidFill>
                  <a:srgbClr val="FFFFFF"/>
                </a:solidFill>
                <a:latin typeface="Calibri"/>
              </a:rPr>
              <a:t>$4.88B</a:t>
            </a:r>
          </a:p>
        </p:txBody>
      </p:sp>
      <p:sp>
        <p:nvSpPr>
          <p:cNvPr id="58" name="TextBox 57">
            <a:extLst>
              <a:ext uri="{FF2B5EF4-FFF2-40B4-BE49-F238E27FC236}">
                <a16:creationId xmlns:a16="http://schemas.microsoft.com/office/drawing/2014/main" id="{02E0E92E-A15A-1F08-5630-8F991E33CEBC}"/>
              </a:ext>
            </a:extLst>
          </p:cNvPr>
          <p:cNvSpPr txBox="1"/>
          <p:nvPr/>
        </p:nvSpPr>
        <p:spPr>
          <a:xfrm>
            <a:off x="2141524" y="5466374"/>
            <a:ext cx="722376" cy="182880"/>
          </a:xfrm>
          <a:prstGeom prst="rect">
            <a:avLst/>
          </a:prstGeom>
          <a:noFill/>
        </p:spPr>
        <p:txBody>
          <a:bodyPr wrap="square" lIns="0" tIns="0" rIns="0" bIns="0" anchor="ctr">
            <a:noAutofit/>
          </a:bodyPr>
          <a:lstStyle/>
          <a:p>
            <a:pPr algn="ctr">
              <a:spcBef>
                <a:spcPts val="0"/>
              </a:spcBef>
              <a:spcAft>
                <a:spcPts val="0"/>
              </a:spcAft>
            </a:pPr>
            <a:r>
              <a:rPr lang="en-US" sz="1200" b="1" i="0">
                <a:solidFill>
                  <a:srgbClr val="231505"/>
                </a:solidFill>
                <a:latin typeface="Calibri"/>
              </a:rPr>
              <a:t>2028E</a:t>
            </a:r>
          </a:p>
        </p:txBody>
      </p:sp>
      <p:sp>
        <p:nvSpPr>
          <p:cNvPr id="59" name="Rectangle 58">
            <a:extLst>
              <a:ext uri="{FF2B5EF4-FFF2-40B4-BE49-F238E27FC236}">
                <a16:creationId xmlns:a16="http://schemas.microsoft.com/office/drawing/2014/main" id="{DA38436E-1760-191E-6142-191B1C9C5A75}"/>
              </a:ext>
            </a:extLst>
          </p:cNvPr>
          <p:cNvSpPr/>
          <p:nvPr/>
        </p:nvSpPr>
        <p:spPr>
          <a:xfrm>
            <a:off x="3006546" y="3060825"/>
            <a:ext cx="448056" cy="2204381"/>
          </a:xfrm>
          <a:prstGeom prst="rect">
            <a:avLst/>
          </a:prstGeom>
          <a:solidFill>
            <a:srgbClr val="5C37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60" name="TextBox 59">
            <a:extLst>
              <a:ext uri="{FF2B5EF4-FFF2-40B4-BE49-F238E27FC236}">
                <a16:creationId xmlns:a16="http://schemas.microsoft.com/office/drawing/2014/main" id="{0363654B-1031-69AE-7540-8F2C0EB95FE6}"/>
              </a:ext>
            </a:extLst>
          </p:cNvPr>
          <p:cNvSpPr txBox="1"/>
          <p:nvPr/>
        </p:nvSpPr>
        <p:spPr>
          <a:xfrm>
            <a:off x="3006546" y="3115689"/>
            <a:ext cx="448056" cy="201168"/>
          </a:xfrm>
          <a:prstGeom prst="rect">
            <a:avLst/>
          </a:prstGeom>
          <a:noFill/>
        </p:spPr>
        <p:txBody>
          <a:bodyPr wrap="square" lIns="0" tIns="0" rIns="0" bIns="0" anchor="ctr">
            <a:noAutofit/>
          </a:bodyPr>
          <a:lstStyle/>
          <a:p>
            <a:pPr algn="ctr">
              <a:spcBef>
                <a:spcPts val="0"/>
              </a:spcBef>
              <a:spcAft>
                <a:spcPts val="0"/>
              </a:spcAft>
            </a:pPr>
            <a:r>
              <a:rPr lang="en-US" sz="1200" b="1" i="0">
                <a:solidFill>
                  <a:srgbClr val="FFFFFF"/>
                </a:solidFill>
                <a:latin typeface="Calibri"/>
              </a:rPr>
              <a:t>$5.29B</a:t>
            </a:r>
          </a:p>
        </p:txBody>
      </p:sp>
      <p:sp>
        <p:nvSpPr>
          <p:cNvPr id="61" name="TextBox 60">
            <a:extLst>
              <a:ext uri="{FF2B5EF4-FFF2-40B4-BE49-F238E27FC236}">
                <a16:creationId xmlns:a16="http://schemas.microsoft.com/office/drawing/2014/main" id="{908B3C76-EF5B-777F-F894-B10BF6497331}"/>
              </a:ext>
            </a:extLst>
          </p:cNvPr>
          <p:cNvSpPr txBox="1"/>
          <p:nvPr/>
        </p:nvSpPr>
        <p:spPr>
          <a:xfrm>
            <a:off x="2869386" y="5466374"/>
            <a:ext cx="722376" cy="182880"/>
          </a:xfrm>
          <a:prstGeom prst="rect">
            <a:avLst/>
          </a:prstGeom>
          <a:noFill/>
        </p:spPr>
        <p:txBody>
          <a:bodyPr wrap="square" lIns="0" tIns="0" rIns="0" bIns="0" anchor="ctr">
            <a:noAutofit/>
          </a:bodyPr>
          <a:lstStyle/>
          <a:p>
            <a:pPr algn="ctr">
              <a:spcBef>
                <a:spcPts val="0"/>
              </a:spcBef>
              <a:spcAft>
                <a:spcPts val="0"/>
              </a:spcAft>
            </a:pPr>
            <a:r>
              <a:rPr lang="en-US" sz="1200" b="1" i="0">
                <a:solidFill>
                  <a:srgbClr val="231505"/>
                </a:solidFill>
                <a:latin typeface="Calibri"/>
              </a:rPr>
              <a:t>2029E</a:t>
            </a:r>
          </a:p>
        </p:txBody>
      </p:sp>
      <p:sp>
        <p:nvSpPr>
          <p:cNvPr id="62" name="Rectangle 61">
            <a:extLst>
              <a:ext uri="{FF2B5EF4-FFF2-40B4-BE49-F238E27FC236}">
                <a16:creationId xmlns:a16="http://schemas.microsoft.com/office/drawing/2014/main" id="{C8E36DD8-7ED7-51CD-707B-D963D924897A}"/>
              </a:ext>
            </a:extLst>
          </p:cNvPr>
          <p:cNvSpPr/>
          <p:nvPr/>
        </p:nvSpPr>
        <p:spPr>
          <a:xfrm>
            <a:off x="3734408" y="2869140"/>
            <a:ext cx="448056" cy="2396066"/>
          </a:xfrm>
          <a:prstGeom prst="rect">
            <a:avLst/>
          </a:prstGeom>
          <a:solidFill>
            <a:srgbClr val="5C37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63" name="TextBox 62">
            <a:extLst>
              <a:ext uri="{FF2B5EF4-FFF2-40B4-BE49-F238E27FC236}">
                <a16:creationId xmlns:a16="http://schemas.microsoft.com/office/drawing/2014/main" id="{A5EFDD51-52DD-DB37-27CC-0D6BE7C89BFB}"/>
              </a:ext>
            </a:extLst>
          </p:cNvPr>
          <p:cNvSpPr txBox="1"/>
          <p:nvPr/>
        </p:nvSpPr>
        <p:spPr>
          <a:xfrm>
            <a:off x="3734408" y="2924004"/>
            <a:ext cx="448056" cy="201168"/>
          </a:xfrm>
          <a:prstGeom prst="rect">
            <a:avLst/>
          </a:prstGeom>
          <a:noFill/>
        </p:spPr>
        <p:txBody>
          <a:bodyPr wrap="square" lIns="0" tIns="0" rIns="0" bIns="0" anchor="ctr">
            <a:noAutofit/>
          </a:bodyPr>
          <a:lstStyle/>
          <a:p>
            <a:pPr algn="ctr">
              <a:spcBef>
                <a:spcPts val="0"/>
              </a:spcBef>
              <a:spcAft>
                <a:spcPts val="0"/>
              </a:spcAft>
            </a:pPr>
            <a:r>
              <a:rPr lang="en-US" sz="1200" b="1" i="0">
                <a:solidFill>
                  <a:srgbClr val="FFFFFF"/>
                </a:solidFill>
                <a:latin typeface="Calibri"/>
              </a:rPr>
              <a:t>$5.75B</a:t>
            </a:r>
          </a:p>
        </p:txBody>
      </p:sp>
      <p:sp>
        <p:nvSpPr>
          <p:cNvPr id="64" name="TextBox 63">
            <a:extLst>
              <a:ext uri="{FF2B5EF4-FFF2-40B4-BE49-F238E27FC236}">
                <a16:creationId xmlns:a16="http://schemas.microsoft.com/office/drawing/2014/main" id="{5EC455A9-85BB-CA69-0177-853EF64527C3}"/>
              </a:ext>
            </a:extLst>
          </p:cNvPr>
          <p:cNvSpPr txBox="1"/>
          <p:nvPr/>
        </p:nvSpPr>
        <p:spPr>
          <a:xfrm>
            <a:off x="3597248" y="5466374"/>
            <a:ext cx="722376" cy="182880"/>
          </a:xfrm>
          <a:prstGeom prst="rect">
            <a:avLst/>
          </a:prstGeom>
          <a:noFill/>
        </p:spPr>
        <p:txBody>
          <a:bodyPr wrap="square" lIns="0" tIns="0" rIns="0" bIns="0" anchor="ctr">
            <a:noAutofit/>
          </a:bodyPr>
          <a:lstStyle/>
          <a:p>
            <a:pPr algn="ctr">
              <a:spcBef>
                <a:spcPts val="0"/>
              </a:spcBef>
              <a:spcAft>
                <a:spcPts val="0"/>
              </a:spcAft>
            </a:pPr>
            <a:r>
              <a:rPr lang="en-US" sz="1200" b="1" i="0">
                <a:solidFill>
                  <a:srgbClr val="231505"/>
                </a:solidFill>
                <a:latin typeface="Calibri"/>
              </a:rPr>
              <a:t>2030E</a:t>
            </a:r>
          </a:p>
        </p:txBody>
      </p:sp>
      <p:sp>
        <p:nvSpPr>
          <p:cNvPr id="65" name="Rectangle 64">
            <a:extLst>
              <a:ext uri="{FF2B5EF4-FFF2-40B4-BE49-F238E27FC236}">
                <a16:creationId xmlns:a16="http://schemas.microsoft.com/office/drawing/2014/main" id="{89F5EA95-A04A-1A6F-7B05-E8547C40E581}"/>
              </a:ext>
            </a:extLst>
          </p:cNvPr>
          <p:cNvSpPr/>
          <p:nvPr/>
        </p:nvSpPr>
        <p:spPr>
          <a:xfrm>
            <a:off x="4462270" y="2677454"/>
            <a:ext cx="448056" cy="2587752"/>
          </a:xfrm>
          <a:prstGeom prst="rect">
            <a:avLst/>
          </a:prstGeom>
          <a:solidFill>
            <a:srgbClr val="937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66" name="TextBox 65">
            <a:extLst>
              <a:ext uri="{FF2B5EF4-FFF2-40B4-BE49-F238E27FC236}">
                <a16:creationId xmlns:a16="http://schemas.microsoft.com/office/drawing/2014/main" id="{65B030AA-CA48-575D-CC58-0334FE4D45B8}"/>
              </a:ext>
            </a:extLst>
          </p:cNvPr>
          <p:cNvSpPr txBox="1"/>
          <p:nvPr/>
        </p:nvSpPr>
        <p:spPr>
          <a:xfrm>
            <a:off x="4462270" y="2732318"/>
            <a:ext cx="448056" cy="201168"/>
          </a:xfrm>
          <a:prstGeom prst="rect">
            <a:avLst/>
          </a:prstGeom>
          <a:noFill/>
        </p:spPr>
        <p:txBody>
          <a:bodyPr wrap="square" lIns="0" tIns="0" rIns="0" bIns="0" anchor="ctr">
            <a:noAutofit/>
          </a:bodyPr>
          <a:lstStyle/>
          <a:p>
            <a:pPr algn="ctr">
              <a:spcBef>
                <a:spcPts val="0"/>
              </a:spcBef>
              <a:spcAft>
                <a:spcPts val="0"/>
              </a:spcAft>
            </a:pPr>
            <a:r>
              <a:rPr lang="en-US" sz="1200" b="1" i="0">
                <a:solidFill>
                  <a:srgbClr val="FFFFFF"/>
                </a:solidFill>
                <a:latin typeface="Calibri"/>
              </a:rPr>
              <a:t>$6.21B</a:t>
            </a:r>
          </a:p>
        </p:txBody>
      </p:sp>
      <p:sp>
        <p:nvSpPr>
          <p:cNvPr id="67" name="TextBox 66">
            <a:extLst>
              <a:ext uri="{FF2B5EF4-FFF2-40B4-BE49-F238E27FC236}">
                <a16:creationId xmlns:a16="http://schemas.microsoft.com/office/drawing/2014/main" id="{FEA036A9-F5F5-CEC7-817E-7D8BF0D8BF92}"/>
              </a:ext>
            </a:extLst>
          </p:cNvPr>
          <p:cNvSpPr txBox="1"/>
          <p:nvPr/>
        </p:nvSpPr>
        <p:spPr>
          <a:xfrm>
            <a:off x="4325110" y="5466374"/>
            <a:ext cx="722376" cy="182880"/>
          </a:xfrm>
          <a:prstGeom prst="rect">
            <a:avLst/>
          </a:prstGeom>
          <a:noFill/>
        </p:spPr>
        <p:txBody>
          <a:bodyPr wrap="square" lIns="0" tIns="0" rIns="0" bIns="0" anchor="ctr">
            <a:noAutofit/>
          </a:bodyPr>
          <a:lstStyle/>
          <a:p>
            <a:pPr algn="ctr">
              <a:spcBef>
                <a:spcPts val="0"/>
              </a:spcBef>
              <a:spcAft>
                <a:spcPts val="0"/>
              </a:spcAft>
            </a:pPr>
            <a:r>
              <a:rPr lang="en-US" sz="1200" b="1" i="0">
                <a:solidFill>
                  <a:srgbClr val="231505"/>
                </a:solidFill>
                <a:latin typeface="Calibri"/>
              </a:rPr>
              <a:t>2031E</a:t>
            </a:r>
          </a:p>
        </p:txBody>
      </p:sp>
      <p:cxnSp>
        <p:nvCxnSpPr>
          <p:cNvPr id="68" name="Connector 26">
            <a:extLst>
              <a:ext uri="{FF2B5EF4-FFF2-40B4-BE49-F238E27FC236}">
                <a16:creationId xmlns:a16="http://schemas.microsoft.com/office/drawing/2014/main" id="{FED2696B-116A-FDE2-002D-7B9E267ECD6B}"/>
              </a:ext>
            </a:extLst>
          </p:cNvPr>
          <p:cNvCxnSpPr/>
          <p:nvPr/>
        </p:nvCxnSpPr>
        <p:spPr>
          <a:xfrm flipV="1">
            <a:off x="1046988" y="3298584"/>
            <a:ext cx="727862" cy="145847"/>
          </a:xfrm>
          <a:prstGeom prst="line">
            <a:avLst/>
          </a:prstGeom>
          <a:ln w="19050">
            <a:solidFill>
              <a:srgbClr val="3D4F8F"/>
            </a:solidFill>
          </a:ln>
          <a:effectLst/>
        </p:spPr>
        <p:style>
          <a:lnRef idx="2">
            <a:schemeClr val="accent1"/>
          </a:lnRef>
          <a:fillRef idx="0">
            <a:schemeClr val="accent1"/>
          </a:fillRef>
          <a:effectRef idx="1">
            <a:schemeClr val="accent1"/>
          </a:effectRef>
          <a:fontRef idx="minor">
            <a:schemeClr val="tx1"/>
          </a:fontRef>
        </p:style>
      </p:cxnSp>
      <p:cxnSp>
        <p:nvCxnSpPr>
          <p:cNvPr id="69" name="Connector 27">
            <a:extLst>
              <a:ext uri="{FF2B5EF4-FFF2-40B4-BE49-F238E27FC236}">
                <a16:creationId xmlns:a16="http://schemas.microsoft.com/office/drawing/2014/main" id="{FBAEE0FC-E278-6053-D5B8-D2999E86AF13}"/>
              </a:ext>
            </a:extLst>
          </p:cNvPr>
          <p:cNvCxnSpPr/>
          <p:nvPr/>
        </p:nvCxnSpPr>
        <p:spPr>
          <a:xfrm flipV="1">
            <a:off x="1774850" y="3140235"/>
            <a:ext cx="727862" cy="158349"/>
          </a:xfrm>
          <a:prstGeom prst="line">
            <a:avLst/>
          </a:prstGeom>
          <a:ln w="19050">
            <a:solidFill>
              <a:srgbClr val="3D4F8F"/>
            </a:solidFill>
          </a:ln>
          <a:effectLst/>
        </p:spPr>
        <p:style>
          <a:lnRef idx="2">
            <a:schemeClr val="accent1"/>
          </a:lnRef>
          <a:fillRef idx="0">
            <a:schemeClr val="accent1"/>
          </a:fillRef>
          <a:effectRef idx="1">
            <a:schemeClr val="accent1"/>
          </a:effectRef>
          <a:fontRef idx="minor">
            <a:schemeClr val="tx1"/>
          </a:fontRef>
        </p:style>
      </p:cxnSp>
      <p:cxnSp>
        <p:nvCxnSpPr>
          <p:cNvPr id="70" name="Connector 28">
            <a:extLst>
              <a:ext uri="{FF2B5EF4-FFF2-40B4-BE49-F238E27FC236}">
                <a16:creationId xmlns:a16="http://schemas.microsoft.com/office/drawing/2014/main" id="{03C16C5D-F721-C9B5-78B6-55384D994FC4}"/>
              </a:ext>
            </a:extLst>
          </p:cNvPr>
          <p:cNvCxnSpPr/>
          <p:nvPr/>
        </p:nvCxnSpPr>
        <p:spPr>
          <a:xfrm flipV="1">
            <a:off x="2502712" y="2969385"/>
            <a:ext cx="727862" cy="170850"/>
          </a:xfrm>
          <a:prstGeom prst="line">
            <a:avLst/>
          </a:prstGeom>
          <a:ln w="19050">
            <a:solidFill>
              <a:srgbClr val="3D4F8F"/>
            </a:solidFill>
          </a:ln>
          <a:effectLst/>
        </p:spPr>
        <p:style>
          <a:lnRef idx="2">
            <a:schemeClr val="accent1"/>
          </a:lnRef>
          <a:fillRef idx="0">
            <a:schemeClr val="accent1"/>
          </a:fillRef>
          <a:effectRef idx="1">
            <a:schemeClr val="accent1"/>
          </a:effectRef>
          <a:fontRef idx="minor">
            <a:schemeClr val="tx1"/>
          </a:fontRef>
        </p:style>
      </p:cxnSp>
      <p:cxnSp>
        <p:nvCxnSpPr>
          <p:cNvPr id="71" name="Connector 29">
            <a:extLst>
              <a:ext uri="{FF2B5EF4-FFF2-40B4-BE49-F238E27FC236}">
                <a16:creationId xmlns:a16="http://schemas.microsoft.com/office/drawing/2014/main" id="{ACB631C9-D1F4-E536-A8CF-723DB9822C0C}"/>
              </a:ext>
            </a:extLst>
          </p:cNvPr>
          <p:cNvCxnSpPr/>
          <p:nvPr/>
        </p:nvCxnSpPr>
        <p:spPr>
          <a:xfrm flipV="1">
            <a:off x="3230574" y="2777700"/>
            <a:ext cx="727862" cy="191685"/>
          </a:xfrm>
          <a:prstGeom prst="line">
            <a:avLst/>
          </a:prstGeom>
          <a:ln w="19050">
            <a:solidFill>
              <a:srgbClr val="3D4F8F"/>
            </a:solidFill>
          </a:ln>
          <a:effectLst/>
        </p:spPr>
        <p:style>
          <a:lnRef idx="2">
            <a:schemeClr val="accent1"/>
          </a:lnRef>
          <a:fillRef idx="0">
            <a:schemeClr val="accent1"/>
          </a:fillRef>
          <a:effectRef idx="1">
            <a:schemeClr val="accent1"/>
          </a:effectRef>
          <a:fontRef idx="minor">
            <a:schemeClr val="tx1"/>
          </a:fontRef>
        </p:style>
      </p:cxnSp>
      <p:cxnSp>
        <p:nvCxnSpPr>
          <p:cNvPr id="72" name="Connector 30">
            <a:extLst>
              <a:ext uri="{FF2B5EF4-FFF2-40B4-BE49-F238E27FC236}">
                <a16:creationId xmlns:a16="http://schemas.microsoft.com/office/drawing/2014/main" id="{4CF5E795-6EE1-9A41-8310-4054C6857A63}"/>
              </a:ext>
            </a:extLst>
          </p:cNvPr>
          <p:cNvCxnSpPr/>
          <p:nvPr/>
        </p:nvCxnSpPr>
        <p:spPr>
          <a:xfrm flipV="1">
            <a:off x="3958436" y="2586014"/>
            <a:ext cx="727862" cy="191686"/>
          </a:xfrm>
          <a:prstGeom prst="line">
            <a:avLst/>
          </a:prstGeom>
          <a:ln w="19050">
            <a:solidFill>
              <a:srgbClr val="3D4F8F"/>
            </a:solidFill>
          </a:ln>
          <a:effectLst/>
        </p:spPr>
        <p:style>
          <a:lnRef idx="2">
            <a:schemeClr val="accent1"/>
          </a:lnRef>
          <a:fillRef idx="0">
            <a:schemeClr val="accent1"/>
          </a:fillRef>
          <a:effectRef idx="1">
            <a:schemeClr val="accent1"/>
          </a:effectRef>
          <a:fontRef idx="minor">
            <a:schemeClr val="tx1"/>
          </a:fontRef>
        </p:style>
      </p:cxnSp>
      <p:sp>
        <p:nvSpPr>
          <p:cNvPr id="73" name="Oval 72">
            <a:extLst>
              <a:ext uri="{FF2B5EF4-FFF2-40B4-BE49-F238E27FC236}">
                <a16:creationId xmlns:a16="http://schemas.microsoft.com/office/drawing/2014/main" id="{B61D963D-1AB0-6909-C06C-6E1752D05397}"/>
              </a:ext>
            </a:extLst>
          </p:cNvPr>
          <p:cNvSpPr/>
          <p:nvPr/>
        </p:nvSpPr>
        <p:spPr>
          <a:xfrm>
            <a:off x="1005840" y="3403283"/>
            <a:ext cx="82296" cy="82296"/>
          </a:xfrm>
          <a:prstGeom prst="ellipse">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74" name="Oval 73">
            <a:extLst>
              <a:ext uri="{FF2B5EF4-FFF2-40B4-BE49-F238E27FC236}">
                <a16:creationId xmlns:a16="http://schemas.microsoft.com/office/drawing/2014/main" id="{72C8649D-BB65-C7C7-8D57-E5B8C03FBA26}"/>
              </a:ext>
            </a:extLst>
          </p:cNvPr>
          <p:cNvSpPr/>
          <p:nvPr/>
        </p:nvSpPr>
        <p:spPr>
          <a:xfrm>
            <a:off x="1733702" y="3257436"/>
            <a:ext cx="82296" cy="82296"/>
          </a:xfrm>
          <a:prstGeom prst="ellipse">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75" name="Oval 74">
            <a:extLst>
              <a:ext uri="{FF2B5EF4-FFF2-40B4-BE49-F238E27FC236}">
                <a16:creationId xmlns:a16="http://schemas.microsoft.com/office/drawing/2014/main" id="{B63AD940-51F7-0724-4CB4-5F4897C22E77}"/>
              </a:ext>
            </a:extLst>
          </p:cNvPr>
          <p:cNvSpPr/>
          <p:nvPr/>
        </p:nvSpPr>
        <p:spPr>
          <a:xfrm>
            <a:off x="2461564" y="3099087"/>
            <a:ext cx="82296" cy="82296"/>
          </a:xfrm>
          <a:prstGeom prst="ellipse">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76" name="Oval 75">
            <a:extLst>
              <a:ext uri="{FF2B5EF4-FFF2-40B4-BE49-F238E27FC236}">
                <a16:creationId xmlns:a16="http://schemas.microsoft.com/office/drawing/2014/main" id="{78626401-082F-722E-E6E4-8D8E8AF94F8F}"/>
              </a:ext>
            </a:extLst>
          </p:cNvPr>
          <p:cNvSpPr/>
          <p:nvPr/>
        </p:nvSpPr>
        <p:spPr>
          <a:xfrm>
            <a:off x="3189426" y="2928237"/>
            <a:ext cx="82296" cy="82296"/>
          </a:xfrm>
          <a:prstGeom prst="ellipse">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77" name="Oval 76">
            <a:extLst>
              <a:ext uri="{FF2B5EF4-FFF2-40B4-BE49-F238E27FC236}">
                <a16:creationId xmlns:a16="http://schemas.microsoft.com/office/drawing/2014/main" id="{19FD8202-9808-BDF4-4B07-F8AE4F2BD827}"/>
              </a:ext>
            </a:extLst>
          </p:cNvPr>
          <p:cNvSpPr/>
          <p:nvPr/>
        </p:nvSpPr>
        <p:spPr>
          <a:xfrm>
            <a:off x="3917288" y="2736552"/>
            <a:ext cx="82296" cy="82296"/>
          </a:xfrm>
          <a:prstGeom prst="ellipse">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78" name="Oval 77">
            <a:extLst>
              <a:ext uri="{FF2B5EF4-FFF2-40B4-BE49-F238E27FC236}">
                <a16:creationId xmlns:a16="http://schemas.microsoft.com/office/drawing/2014/main" id="{457B687D-AB9A-48EA-DD8A-041E94F5C38E}"/>
              </a:ext>
            </a:extLst>
          </p:cNvPr>
          <p:cNvSpPr/>
          <p:nvPr/>
        </p:nvSpPr>
        <p:spPr>
          <a:xfrm>
            <a:off x="4645150" y="2544866"/>
            <a:ext cx="82296" cy="82296"/>
          </a:xfrm>
          <a:prstGeom prst="ellipse">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79" name="TextBox 78">
            <a:extLst>
              <a:ext uri="{FF2B5EF4-FFF2-40B4-BE49-F238E27FC236}">
                <a16:creationId xmlns:a16="http://schemas.microsoft.com/office/drawing/2014/main" id="{293F51BD-6CF5-A63D-35F9-8BB48727079E}"/>
              </a:ext>
            </a:extLst>
          </p:cNvPr>
          <p:cNvSpPr txBox="1"/>
          <p:nvPr/>
        </p:nvSpPr>
        <p:spPr>
          <a:xfrm>
            <a:off x="374325" y="5934855"/>
            <a:ext cx="5486400" cy="182880"/>
          </a:xfrm>
          <a:prstGeom prst="rect">
            <a:avLst/>
          </a:prstGeom>
          <a:noFill/>
        </p:spPr>
        <p:txBody>
          <a:bodyPr wrap="square" lIns="0" tIns="0" rIns="0" bIns="0" anchor="ctr">
            <a:noAutofit/>
          </a:bodyPr>
          <a:lstStyle/>
          <a:p>
            <a:pPr algn="l">
              <a:spcBef>
                <a:spcPts val="0"/>
              </a:spcBef>
              <a:spcAft>
                <a:spcPts val="0"/>
              </a:spcAft>
            </a:pPr>
            <a:r>
              <a:rPr lang="en-US" sz="1400" b="1" i="0">
                <a:solidFill>
                  <a:srgbClr val="3D4F8F"/>
                </a:solidFill>
                <a:latin typeface="Calibri"/>
              </a:rPr>
              <a:t>+$2.38B / +62% over the forecast period</a:t>
            </a:r>
          </a:p>
        </p:txBody>
      </p:sp>
      <p:sp>
        <p:nvSpPr>
          <p:cNvPr id="84" name="TextBox 83">
            <a:extLst>
              <a:ext uri="{FF2B5EF4-FFF2-40B4-BE49-F238E27FC236}">
                <a16:creationId xmlns:a16="http://schemas.microsoft.com/office/drawing/2014/main" id="{2435D99B-EB2A-0508-F4B8-111398F33599}"/>
              </a:ext>
            </a:extLst>
          </p:cNvPr>
          <p:cNvSpPr txBox="1"/>
          <p:nvPr/>
        </p:nvSpPr>
        <p:spPr>
          <a:xfrm>
            <a:off x="384490" y="6217298"/>
            <a:ext cx="11247120" cy="182880"/>
          </a:xfrm>
          <a:prstGeom prst="rect">
            <a:avLst/>
          </a:prstGeom>
          <a:noFill/>
        </p:spPr>
        <p:txBody>
          <a:bodyPr wrap="square" lIns="0" tIns="0" rIns="0" bIns="0" anchor="ctr">
            <a:noAutofit/>
          </a:bodyPr>
          <a:lstStyle/>
          <a:p>
            <a:pPr algn="l">
              <a:spcBef>
                <a:spcPts val="0"/>
              </a:spcBef>
              <a:spcAft>
                <a:spcPts val="0"/>
              </a:spcAft>
            </a:pPr>
            <a:r>
              <a:rPr lang="en-US" sz="1050" b="0" i="0">
                <a:solidFill>
                  <a:srgbClr val="ACA79F"/>
                </a:solidFill>
                <a:latin typeface="Calibri"/>
              </a:rPr>
              <a:t>1 </a:t>
            </a:r>
            <a:r>
              <a:rPr lang="en-US" sz="1050" b="0" i="1">
                <a:solidFill>
                  <a:srgbClr val="ACA79F"/>
                </a:solidFill>
                <a:latin typeface="Calibri"/>
              </a:rPr>
              <a:t>Precedence Research forecast the U.S. healthcare navigation platform market at $3.83B in 2025, growing at 8.4% CAGR to $6.21B by 2031. Intermediate years are calculated by applying the published CAGR and rounded to two decimals.</a:t>
            </a:r>
          </a:p>
        </p:txBody>
      </p:sp>
      <p:sp>
        <p:nvSpPr>
          <p:cNvPr id="92" name="TextBox 91">
            <a:extLst>
              <a:ext uri="{FF2B5EF4-FFF2-40B4-BE49-F238E27FC236}">
                <a16:creationId xmlns:a16="http://schemas.microsoft.com/office/drawing/2014/main" id="{25DA105F-CAC6-25CE-D18E-B2A27DFF0C18}"/>
              </a:ext>
            </a:extLst>
          </p:cNvPr>
          <p:cNvSpPr txBox="1"/>
          <p:nvPr/>
        </p:nvSpPr>
        <p:spPr>
          <a:xfrm>
            <a:off x="386080" y="6444759"/>
            <a:ext cx="11027664" cy="182880"/>
          </a:xfrm>
          <a:prstGeom prst="rect">
            <a:avLst/>
          </a:prstGeom>
          <a:noFill/>
        </p:spPr>
        <p:txBody>
          <a:bodyPr wrap="square" lIns="0" tIns="0" rIns="0" bIns="0" anchor="ctr">
            <a:noAutofit/>
          </a:bodyPr>
          <a:lstStyle/>
          <a:p>
            <a:r>
              <a:rPr lang="en-US" sz="800" b="1">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Sources: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[23] Precedence Research, Healthcare Navigation Platform Market</a:t>
            </a:r>
          </a:p>
        </p:txBody>
      </p:sp>
    </p:spTree>
    <p:extLst>
      <p:ext uri="{BB962C8B-B14F-4D97-AF65-F5344CB8AC3E}">
        <p14:creationId xmlns:p14="http://schemas.microsoft.com/office/powerpoint/2010/main" val="227873091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71DA0-457C-DECD-E3D0-ED1DA41ED43C}"/>
            </a:ext>
          </a:extLst>
        </p:cNvPr>
        <p:cNvGrpSpPr/>
        <p:nvPr/>
      </p:nvGrpSpPr>
      <p:grpSpPr>
        <a:xfrm>
          <a:off x="0" y="0"/>
          <a:ext cx="0" cy="0"/>
          <a:chOff x="0" y="0"/>
          <a:chExt cx="0" cy="0"/>
        </a:xfrm>
      </p:grpSpPr>
      <p:sp>
        <p:nvSpPr>
          <p:cNvPr id="48" name="Title 47">
            <a:extLst>
              <a:ext uri="{FF2B5EF4-FFF2-40B4-BE49-F238E27FC236}">
                <a16:creationId xmlns:a16="http://schemas.microsoft.com/office/drawing/2014/main" id="{25C5D39E-0BD7-1ABE-E6D1-33C2C72117F9}"/>
              </a:ext>
            </a:extLst>
          </p:cNvPr>
          <p:cNvSpPr>
            <a:spLocks noGrp="1"/>
          </p:cNvSpPr>
          <p:nvPr>
            <p:ph type="title"/>
          </p:nvPr>
        </p:nvSpPr>
        <p:spPr/>
        <p:txBody>
          <a:bodyPr/>
          <a:lstStyle/>
          <a:p>
            <a:r>
              <a:rPr lang="en-US">
                <a:latin typeface="Open Sans Light" panose="020B0306030504020204" pitchFamily="34" charset="0"/>
                <a:ea typeface="Open Sans Light" panose="020B0306030504020204" pitchFamily="34" charset="0"/>
                <a:cs typeface="Open Sans Light" panose="020B0306030504020204" pitchFamily="34" charset="0"/>
              </a:rPr>
              <a:t>Managing high-cost claims dominates every other employer health priority</a:t>
            </a:r>
          </a:p>
        </p:txBody>
      </p:sp>
      <p:sp>
        <p:nvSpPr>
          <p:cNvPr id="49" name="Text Placeholder 48">
            <a:extLst>
              <a:ext uri="{FF2B5EF4-FFF2-40B4-BE49-F238E27FC236}">
                <a16:creationId xmlns:a16="http://schemas.microsoft.com/office/drawing/2014/main" id="{E0601629-5BF7-E59D-C452-9637D7D8109E}"/>
              </a:ext>
            </a:extLst>
          </p:cNvPr>
          <p:cNvSpPr>
            <a:spLocks noGrp="1"/>
          </p:cNvSpPr>
          <p:nvPr>
            <p:ph type="body" sz="quarter" idx="15"/>
          </p:nvPr>
        </p:nvSpPr>
        <p:spPr/>
        <p:txBody>
          <a:bodyPr/>
          <a:lstStyle/>
          <a:p>
            <a:r>
              <a:rPr lang="en-US">
                <a:latin typeface="Open Sans Light" panose="020B0306030504020204" pitchFamily="34" charset="0"/>
                <a:ea typeface="Open Sans Light" panose="020B0306030504020204" pitchFamily="34" charset="0"/>
                <a:cs typeface="Open Sans Light" panose="020B0306030504020204" pitchFamily="34" charset="0"/>
              </a:rPr>
              <a:t>2. Market Sizing &amp; Regional Opportunity</a:t>
            </a:r>
          </a:p>
        </p:txBody>
      </p:sp>
      <p:cxnSp>
        <p:nvCxnSpPr>
          <p:cNvPr id="51" name="Straight Connector 50">
            <a:extLst>
              <a:ext uri="{FF2B5EF4-FFF2-40B4-BE49-F238E27FC236}">
                <a16:creationId xmlns:a16="http://schemas.microsoft.com/office/drawing/2014/main" id="{3BAF8E63-2AC5-8B1F-2479-1E6B5A1DA94F}"/>
              </a:ext>
            </a:extLst>
          </p:cNvPr>
          <p:cNvCxnSpPr>
            <a:cxnSpLocks/>
          </p:cNvCxnSpPr>
          <p:nvPr/>
        </p:nvCxnSpPr>
        <p:spPr>
          <a:xfrm>
            <a:off x="384490" y="421894"/>
            <a:ext cx="1137684" cy="0"/>
          </a:xfrm>
          <a:prstGeom prst="line">
            <a:avLst/>
          </a:prstGeom>
          <a:ln w="60325">
            <a:solidFill>
              <a:schemeClr val="accent4">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92" name="TextBox 91">
            <a:extLst>
              <a:ext uri="{FF2B5EF4-FFF2-40B4-BE49-F238E27FC236}">
                <a16:creationId xmlns:a16="http://schemas.microsoft.com/office/drawing/2014/main" id="{3E1CC025-AEFF-6199-00C5-254AB08E990E}"/>
              </a:ext>
            </a:extLst>
          </p:cNvPr>
          <p:cNvSpPr txBox="1"/>
          <p:nvPr/>
        </p:nvSpPr>
        <p:spPr>
          <a:xfrm>
            <a:off x="386080" y="6444759"/>
            <a:ext cx="11027664" cy="182880"/>
          </a:xfrm>
          <a:prstGeom prst="rect">
            <a:avLst/>
          </a:prstGeom>
          <a:noFill/>
        </p:spPr>
        <p:txBody>
          <a:bodyPr wrap="square" lIns="0" tIns="0" rIns="0" bIns="0" anchor="ctr">
            <a:noAutofit/>
          </a:bodyPr>
          <a:lstStyle/>
          <a:p>
            <a:r>
              <a:rPr lang="en-US" sz="800" b="1">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Sources: </a:t>
            </a:r>
            <a:r>
              <a:rPr lang="en-US" sz="800">
                <a:solidFill>
                  <a:schemeClr val="tx1">
                    <a:lumMod val="50000"/>
                    <a:lumOff val="50000"/>
                  </a:schemeClr>
                </a:solidFill>
                <a:latin typeface="Open Sans Light" panose="020B0306030504020204" pitchFamily="34" charset="0"/>
                <a:ea typeface="Open Sans Light" panose="020B0306030504020204" pitchFamily="34" charset="0"/>
                <a:cs typeface="Open Sans Light" panose="020B0306030504020204" pitchFamily="34" charset="0"/>
              </a:rPr>
              <a:t>Mercer 2025 Employer Health Benefits Survey; KFF 2025 Employer Health Benefits Survey</a:t>
            </a:r>
            <a:endParaRPr lang="en-US" sz="800" u="sng">
              <a:solidFill>
                <a:schemeClr val="tx1">
                  <a:lumMod val="50000"/>
                  <a:lumOff val="50000"/>
                </a:scheme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7" name="Rounded Rectangle 4">
            <a:extLst>
              <a:ext uri="{FF2B5EF4-FFF2-40B4-BE49-F238E27FC236}">
                <a16:creationId xmlns:a16="http://schemas.microsoft.com/office/drawing/2014/main" id="{B7FB2F12-DC2A-FF29-E64B-159AC239F8F4}"/>
              </a:ext>
            </a:extLst>
          </p:cNvPr>
          <p:cNvSpPr/>
          <p:nvPr/>
        </p:nvSpPr>
        <p:spPr>
          <a:xfrm>
            <a:off x="8476814" y="5201175"/>
            <a:ext cx="2880360" cy="768096"/>
          </a:xfrm>
          <a:prstGeom prst="roundRect">
            <a:avLst/>
          </a:prstGeom>
          <a:solidFill>
            <a:srgbClr val="FFFDF8"/>
          </a:solidFill>
          <a:ln w="12700">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C72700C4-6795-F79F-95D0-52C391980C4A}"/>
              </a:ext>
            </a:extLst>
          </p:cNvPr>
          <p:cNvSpPr txBox="1"/>
          <p:nvPr/>
        </p:nvSpPr>
        <p:spPr>
          <a:xfrm>
            <a:off x="8641406" y="5292615"/>
            <a:ext cx="2551176" cy="146304"/>
          </a:xfrm>
          <a:prstGeom prst="rect">
            <a:avLst/>
          </a:prstGeom>
          <a:noFill/>
        </p:spPr>
        <p:txBody>
          <a:bodyPr wrap="square" lIns="0" tIns="0" rIns="0" bIns="0" anchor="ctr">
            <a:noAutofit/>
          </a:bodyPr>
          <a:lstStyle/>
          <a:p>
            <a:pPr algn="l">
              <a:spcBef>
                <a:spcPts val="0"/>
              </a:spcBef>
              <a:spcAft>
                <a:spcPts val="0"/>
              </a:spcAft>
            </a:pPr>
            <a:r>
              <a:rPr lang="en-US" sz="1400" b="1" i="0" spc="50">
                <a:solidFill>
                  <a:srgbClr val="5C3717"/>
                </a:solidFill>
                <a:latin typeface="Calibri"/>
              </a:rPr>
              <a:t>PRIORITY SEGMENT</a:t>
            </a:r>
          </a:p>
        </p:txBody>
      </p:sp>
      <p:sp>
        <p:nvSpPr>
          <p:cNvPr id="11" name="TextBox 10">
            <a:extLst>
              <a:ext uri="{FF2B5EF4-FFF2-40B4-BE49-F238E27FC236}">
                <a16:creationId xmlns:a16="http://schemas.microsoft.com/office/drawing/2014/main" id="{141123D1-FEA8-7B74-4A73-F263A6292A63}"/>
              </a:ext>
            </a:extLst>
          </p:cNvPr>
          <p:cNvSpPr txBox="1"/>
          <p:nvPr/>
        </p:nvSpPr>
        <p:spPr>
          <a:xfrm>
            <a:off x="8641406" y="5475495"/>
            <a:ext cx="2551176" cy="438912"/>
          </a:xfrm>
          <a:prstGeom prst="rect">
            <a:avLst/>
          </a:prstGeom>
          <a:noFill/>
        </p:spPr>
        <p:txBody>
          <a:bodyPr wrap="square" lIns="0" tIns="0" rIns="0" bIns="0" anchor="t">
            <a:noAutofit/>
          </a:bodyPr>
          <a:lstStyle/>
          <a:p>
            <a:pPr algn="l">
              <a:lnSpc>
                <a:spcPct val="120000"/>
              </a:lnSpc>
              <a:spcBef>
                <a:spcPts val="0"/>
              </a:spcBef>
              <a:spcAft>
                <a:spcPts val="0"/>
              </a:spcAft>
            </a:pPr>
            <a:r>
              <a:rPr lang="en-US" sz="1200" b="0" i="0">
                <a:solidFill>
                  <a:srgbClr val="4D3A24"/>
                </a:solidFill>
                <a:latin typeface="Calibri"/>
              </a:rPr>
              <a:t>Large self-funded / ASO employers - they bear the claims risk directly.</a:t>
            </a:r>
          </a:p>
        </p:txBody>
      </p:sp>
      <p:sp>
        <p:nvSpPr>
          <p:cNvPr id="13" name="TextBox 12">
            <a:extLst>
              <a:ext uri="{FF2B5EF4-FFF2-40B4-BE49-F238E27FC236}">
                <a16:creationId xmlns:a16="http://schemas.microsoft.com/office/drawing/2014/main" id="{53DFADB0-6C47-679C-6B8B-C3126DE91F3C}"/>
              </a:ext>
            </a:extLst>
          </p:cNvPr>
          <p:cNvSpPr txBox="1"/>
          <p:nvPr/>
        </p:nvSpPr>
        <p:spPr>
          <a:xfrm>
            <a:off x="621792" y="2788920"/>
            <a:ext cx="2926080" cy="1005840"/>
          </a:xfrm>
          <a:prstGeom prst="rect">
            <a:avLst/>
          </a:prstGeom>
          <a:noFill/>
        </p:spPr>
        <p:txBody>
          <a:bodyPr wrap="square" lIns="0" tIns="0" rIns="0" bIns="0" anchor="ctr">
            <a:noAutofit/>
          </a:bodyPr>
          <a:lstStyle/>
          <a:p>
            <a:pPr algn="l">
              <a:spcBef>
                <a:spcPts val="0"/>
              </a:spcBef>
              <a:spcAft>
                <a:spcPts val="0"/>
              </a:spcAft>
            </a:pPr>
            <a:r>
              <a:rPr sz="10000" b="1" i="0">
                <a:solidFill>
                  <a:srgbClr val="5D3818"/>
                </a:solidFill>
                <a:latin typeface="Calibri"/>
              </a:rPr>
              <a:t>89%</a:t>
            </a:r>
          </a:p>
        </p:txBody>
      </p:sp>
      <p:sp>
        <p:nvSpPr>
          <p:cNvPr id="15" name="TextBox 14">
            <a:extLst>
              <a:ext uri="{FF2B5EF4-FFF2-40B4-BE49-F238E27FC236}">
                <a16:creationId xmlns:a16="http://schemas.microsoft.com/office/drawing/2014/main" id="{89A26B61-8073-B203-BC80-01A65DBBBF95}"/>
              </a:ext>
            </a:extLst>
          </p:cNvPr>
          <p:cNvSpPr txBox="1"/>
          <p:nvPr/>
        </p:nvSpPr>
        <p:spPr>
          <a:xfrm>
            <a:off x="658368" y="4160520"/>
            <a:ext cx="2770632" cy="777240"/>
          </a:xfrm>
          <a:prstGeom prst="rect">
            <a:avLst/>
          </a:prstGeom>
          <a:noFill/>
        </p:spPr>
        <p:txBody>
          <a:bodyPr wrap="square" lIns="0" tIns="0" rIns="0" bIns="0" anchor="t">
            <a:noAutofit/>
          </a:bodyPr>
          <a:lstStyle/>
          <a:p>
            <a:pPr algn="l">
              <a:lnSpc>
                <a:spcPct val="125000"/>
              </a:lnSpc>
              <a:spcBef>
                <a:spcPts val="0"/>
              </a:spcBef>
              <a:spcAft>
                <a:spcPts val="0"/>
              </a:spcAft>
            </a:pPr>
            <a:r>
              <a:rPr lang="en-US" sz="1400" b="0" i="0">
                <a:solidFill>
                  <a:srgbClr val="4D3A24"/>
                </a:solidFill>
                <a:latin typeface="Calibri"/>
              </a:rPr>
              <a:t>of employers rank managing high-cost claims as their top health-plan priority</a:t>
            </a:r>
          </a:p>
        </p:txBody>
      </p:sp>
      <p:sp>
        <p:nvSpPr>
          <p:cNvPr id="17" name="TextBox 16">
            <a:extLst>
              <a:ext uri="{FF2B5EF4-FFF2-40B4-BE49-F238E27FC236}">
                <a16:creationId xmlns:a16="http://schemas.microsoft.com/office/drawing/2014/main" id="{5479D9CD-2620-9B4B-39C6-384E156F284E}"/>
              </a:ext>
            </a:extLst>
          </p:cNvPr>
          <p:cNvSpPr txBox="1"/>
          <p:nvPr/>
        </p:nvSpPr>
        <p:spPr>
          <a:xfrm>
            <a:off x="4028336" y="3063240"/>
            <a:ext cx="2624328" cy="219456"/>
          </a:xfrm>
          <a:prstGeom prst="rect">
            <a:avLst/>
          </a:prstGeom>
          <a:noFill/>
        </p:spPr>
        <p:txBody>
          <a:bodyPr wrap="square" lIns="0" tIns="0" rIns="0" bIns="0" anchor="ctr">
            <a:noAutofit/>
          </a:bodyPr>
          <a:lstStyle/>
          <a:p>
            <a:pPr algn="r">
              <a:spcBef>
                <a:spcPts val="0"/>
              </a:spcBef>
              <a:spcAft>
                <a:spcPts val="0"/>
              </a:spcAft>
            </a:pPr>
            <a:r>
              <a:rPr sz="1400" b="0" i="0">
                <a:solidFill>
                  <a:srgbClr val="231505"/>
                </a:solidFill>
                <a:latin typeface="Calibri"/>
              </a:rPr>
              <a:t>High-cost claims</a:t>
            </a:r>
          </a:p>
        </p:txBody>
      </p:sp>
      <p:sp>
        <p:nvSpPr>
          <p:cNvPr id="19" name="Rounded Rectangle 10">
            <a:extLst>
              <a:ext uri="{FF2B5EF4-FFF2-40B4-BE49-F238E27FC236}">
                <a16:creationId xmlns:a16="http://schemas.microsoft.com/office/drawing/2014/main" id="{B3CA781A-3F48-58C9-424B-DE33739456F3}"/>
              </a:ext>
            </a:extLst>
          </p:cNvPr>
          <p:cNvSpPr/>
          <p:nvPr/>
        </p:nvSpPr>
        <p:spPr>
          <a:xfrm>
            <a:off x="6894576" y="3081528"/>
            <a:ext cx="3602736" cy="182880"/>
          </a:xfrm>
          <a:prstGeom prst="roundRect">
            <a:avLst/>
          </a:prstGeom>
          <a:solidFill>
            <a:srgbClr val="F2E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11">
            <a:extLst>
              <a:ext uri="{FF2B5EF4-FFF2-40B4-BE49-F238E27FC236}">
                <a16:creationId xmlns:a16="http://schemas.microsoft.com/office/drawing/2014/main" id="{F5A4114C-3D71-1E43-3A12-46E1EA2B828B}"/>
              </a:ext>
            </a:extLst>
          </p:cNvPr>
          <p:cNvSpPr/>
          <p:nvPr/>
        </p:nvSpPr>
        <p:spPr>
          <a:xfrm>
            <a:off x="6894576" y="3081528"/>
            <a:ext cx="3602736" cy="182880"/>
          </a:xfrm>
          <a:prstGeom prst="roundRect">
            <a:avLst/>
          </a:prstGeom>
          <a:gradFill rotWithShape="1">
            <a:gsLst>
              <a:gs pos="0">
                <a:srgbClr val="5D3818"/>
              </a:gs>
              <a:gs pos="100000">
                <a:srgbClr val="C9A24A"/>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C9C8DB6B-DA15-DFD5-3C33-DA1A80FCB7C1}"/>
              </a:ext>
            </a:extLst>
          </p:cNvPr>
          <p:cNvSpPr txBox="1"/>
          <p:nvPr/>
        </p:nvSpPr>
        <p:spPr>
          <a:xfrm>
            <a:off x="10625328" y="3063240"/>
            <a:ext cx="685800" cy="219456"/>
          </a:xfrm>
          <a:prstGeom prst="rect">
            <a:avLst/>
          </a:prstGeom>
          <a:noFill/>
        </p:spPr>
        <p:txBody>
          <a:bodyPr wrap="square" lIns="0" tIns="0" rIns="0" bIns="0" anchor="ctr">
            <a:noAutofit/>
          </a:bodyPr>
          <a:lstStyle/>
          <a:p>
            <a:pPr algn="l">
              <a:spcBef>
                <a:spcPts val="0"/>
              </a:spcBef>
              <a:spcAft>
                <a:spcPts val="0"/>
              </a:spcAft>
            </a:pPr>
            <a:r>
              <a:rPr sz="1300" b="1" i="0">
                <a:solidFill>
                  <a:srgbClr val="231505"/>
                </a:solidFill>
                <a:latin typeface="Calibri"/>
              </a:rPr>
              <a:t>89%</a:t>
            </a:r>
          </a:p>
        </p:txBody>
      </p:sp>
      <p:sp>
        <p:nvSpPr>
          <p:cNvPr id="25" name="TextBox 24">
            <a:extLst>
              <a:ext uri="{FF2B5EF4-FFF2-40B4-BE49-F238E27FC236}">
                <a16:creationId xmlns:a16="http://schemas.microsoft.com/office/drawing/2014/main" id="{ED27B173-A1F6-C051-B99F-3D48B5324C80}"/>
              </a:ext>
            </a:extLst>
          </p:cNvPr>
          <p:cNvSpPr txBox="1"/>
          <p:nvPr/>
        </p:nvSpPr>
        <p:spPr>
          <a:xfrm>
            <a:off x="4028336" y="3508552"/>
            <a:ext cx="2624328" cy="219456"/>
          </a:xfrm>
          <a:prstGeom prst="rect">
            <a:avLst/>
          </a:prstGeom>
          <a:noFill/>
        </p:spPr>
        <p:txBody>
          <a:bodyPr wrap="square" lIns="0" tIns="0" rIns="0" bIns="0" anchor="ctr">
            <a:noAutofit/>
          </a:bodyPr>
          <a:lstStyle/>
          <a:p>
            <a:pPr algn="r">
              <a:spcBef>
                <a:spcPts val="0"/>
              </a:spcBef>
              <a:spcAft>
                <a:spcPts val="0"/>
              </a:spcAft>
            </a:pPr>
            <a:r>
              <a:rPr sz="1400" b="0" i="0">
                <a:solidFill>
                  <a:srgbClr val="231505"/>
                </a:solidFill>
                <a:latin typeface="Calibri"/>
              </a:rPr>
              <a:t>Measuring program value</a:t>
            </a:r>
          </a:p>
        </p:txBody>
      </p:sp>
      <p:sp>
        <p:nvSpPr>
          <p:cNvPr id="27" name="Rounded Rectangle 14">
            <a:extLst>
              <a:ext uri="{FF2B5EF4-FFF2-40B4-BE49-F238E27FC236}">
                <a16:creationId xmlns:a16="http://schemas.microsoft.com/office/drawing/2014/main" id="{4C8746CA-7524-2A81-402A-80ED4C3F7D1C}"/>
              </a:ext>
            </a:extLst>
          </p:cNvPr>
          <p:cNvSpPr/>
          <p:nvPr/>
        </p:nvSpPr>
        <p:spPr>
          <a:xfrm>
            <a:off x="6894576" y="3526840"/>
            <a:ext cx="3602736" cy="182880"/>
          </a:xfrm>
          <a:prstGeom prst="roundRect">
            <a:avLst/>
          </a:prstGeom>
          <a:solidFill>
            <a:srgbClr val="F2E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15">
            <a:extLst>
              <a:ext uri="{FF2B5EF4-FFF2-40B4-BE49-F238E27FC236}">
                <a16:creationId xmlns:a16="http://schemas.microsoft.com/office/drawing/2014/main" id="{B160D319-9908-1113-74BC-AB076D4681E9}"/>
              </a:ext>
            </a:extLst>
          </p:cNvPr>
          <p:cNvSpPr/>
          <p:nvPr/>
        </p:nvSpPr>
        <p:spPr>
          <a:xfrm>
            <a:off x="6894576" y="3526840"/>
            <a:ext cx="3116973" cy="182880"/>
          </a:xfrm>
          <a:prstGeom prst="roundRect">
            <a:avLst/>
          </a:prstGeom>
          <a:gradFill rotWithShape="1">
            <a:gsLst>
              <a:gs pos="0">
                <a:srgbClr val="5D3818"/>
              </a:gs>
              <a:gs pos="100000">
                <a:srgbClr val="C9A24A"/>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a:extLst>
              <a:ext uri="{FF2B5EF4-FFF2-40B4-BE49-F238E27FC236}">
                <a16:creationId xmlns:a16="http://schemas.microsoft.com/office/drawing/2014/main" id="{59D01948-6083-4DAA-6234-4B75F7CC95DD}"/>
              </a:ext>
            </a:extLst>
          </p:cNvPr>
          <p:cNvSpPr txBox="1"/>
          <p:nvPr/>
        </p:nvSpPr>
        <p:spPr>
          <a:xfrm>
            <a:off x="10625328" y="3508552"/>
            <a:ext cx="685800" cy="219456"/>
          </a:xfrm>
          <a:prstGeom prst="rect">
            <a:avLst/>
          </a:prstGeom>
          <a:noFill/>
        </p:spPr>
        <p:txBody>
          <a:bodyPr wrap="square" lIns="0" tIns="0" rIns="0" bIns="0" anchor="ctr">
            <a:noAutofit/>
          </a:bodyPr>
          <a:lstStyle/>
          <a:p>
            <a:pPr algn="l">
              <a:spcBef>
                <a:spcPts val="0"/>
              </a:spcBef>
              <a:spcAft>
                <a:spcPts val="0"/>
              </a:spcAft>
            </a:pPr>
            <a:r>
              <a:rPr sz="1300" b="1" i="0">
                <a:solidFill>
                  <a:srgbClr val="231505"/>
                </a:solidFill>
                <a:latin typeface="Calibri"/>
              </a:rPr>
              <a:t>77%</a:t>
            </a:r>
          </a:p>
        </p:txBody>
      </p:sp>
      <p:sp>
        <p:nvSpPr>
          <p:cNvPr id="33" name="TextBox 32">
            <a:extLst>
              <a:ext uri="{FF2B5EF4-FFF2-40B4-BE49-F238E27FC236}">
                <a16:creationId xmlns:a16="http://schemas.microsoft.com/office/drawing/2014/main" id="{B232BA3D-92EE-C758-2BA2-191FA4A37DB4}"/>
              </a:ext>
            </a:extLst>
          </p:cNvPr>
          <p:cNvSpPr txBox="1"/>
          <p:nvPr/>
        </p:nvSpPr>
        <p:spPr>
          <a:xfrm>
            <a:off x="4028336" y="3953864"/>
            <a:ext cx="2624328" cy="219456"/>
          </a:xfrm>
          <a:prstGeom prst="rect">
            <a:avLst/>
          </a:prstGeom>
          <a:noFill/>
        </p:spPr>
        <p:txBody>
          <a:bodyPr wrap="square" lIns="0" tIns="0" rIns="0" bIns="0" anchor="ctr">
            <a:noAutofit/>
          </a:bodyPr>
          <a:lstStyle/>
          <a:p>
            <a:pPr algn="r">
              <a:spcBef>
                <a:spcPts val="0"/>
              </a:spcBef>
              <a:spcAft>
                <a:spcPts val="0"/>
              </a:spcAft>
            </a:pPr>
            <a:r>
              <a:rPr sz="1400" b="0" i="0">
                <a:solidFill>
                  <a:srgbClr val="231505"/>
                </a:solidFill>
                <a:latin typeface="Calibri"/>
              </a:rPr>
              <a:t>Behavioral health access</a:t>
            </a:r>
          </a:p>
        </p:txBody>
      </p:sp>
      <p:sp>
        <p:nvSpPr>
          <p:cNvPr id="35" name="Rounded Rectangle 18">
            <a:extLst>
              <a:ext uri="{FF2B5EF4-FFF2-40B4-BE49-F238E27FC236}">
                <a16:creationId xmlns:a16="http://schemas.microsoft.com/office/drawing/2014/main" id="{B2A25287-338D-FEA2-9E91-0DD6AE0558D3}"/>
              </a:ext>
            </a:extLst>
          </p:cNvPr>
          <p:cNvSpPr/>
          <p:nvPr/>
        </p:nvSpPr>
        <p:spPr>
          <a:xfrm>
            <a:off x="6894576" y="3972152"/>
            <a:ext cx="3602736" cy="182880"/>
          </a:xfrm>
          <a:prstGeom prst="roundRect">
            <a:avLst/>
          </a:prstGeom>
          <a:solidFill>
            <a:srgbClr val="F2E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19">
            <a:extLst>
              <a:ext uri="{FF2B5EF4-FFF2-40B4-BE49-F238E27FC236}">
                <a16:creationId xmlns:a16="http://schemas.microsoft.com/office/drawing/2014/main" id="{0B0AFCAD-2A34-BCD3-9EB1-89FC4B7FE81D}"/>
              </a:ext>
            </a:extLst>
          </p:cNvPr>
          <p:cNvSpPr/>
          <p:nvPr/>
        </p:nvSpPr>
        <p:spPr>
          <a:xfrm>
            <a:off x="6894576" y="3972152"/>
            <a:ext cx="2833612" cy="182880"/>
          </a:xfrm>
          <a:prstGeom prst="roundRect">
            <a:avLst/>
          </a:prstGeom>
          <a:gradFill rotWithShape="1">
            <a:gsLst>
              <a:gs pos="0">
                <a:srgbClr val="5D3818"/>
              </a:gs>
              <a:gs pos="100000">
                <a:srgbClr val="C9A24A"/>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extLst>
              <a:ext uri="{FF2B5EF4-FFF2-40B4-BE49-F238E27FC236}">
                <a16:creationId xmlns:a16="http://schemas.microsoft.com/office/drawing/2014/main" id="{97661334-7729-85A1-29B5-4F0BD323DC83}"/>
              </a:ext>
            </a:extLst>
          </p:cNvPr>
          <p:cNvSpPr txBox="1"/>
          <p:nvPr/>
        </p:nvSpPr>
        <p:spPr>
          <a:xfrm>
            <a:off x="10625328" y="3953864"/>
            <a:ext cx="685800" cy="219456"/>
          </a:xfrm>
          <a:prstGeom prst="rect">
            <a:avLst/>
          </a:prstGeom>
          <a:noFill/>
        </p:spPr>
        <p:txBody>
          <a:bodyPr wrap="square" lIns="0" tIns="0" rIns="0" bIns="0" anchor="ctr">
            <a:noAutofit/>
          </a:bodyPr>
          <a:lstStyle/>
          <a:p>
            <a:pPr algn="l">
              <a:spcBef>
                <a:spcPts val="0"/>
              </a:spcBef>
              <a:spcAft>
                <a:spcPts val="0"/>
              </a:spcAft>
            </a:pPr>
            <a:r>
              <a:rPr sz="1300" b="1" i="0">
                <a:solidFill>
                  <a:srgbClr val="231505"/>
                </a:solidFill>
                <a:latin typeface="Calibri"/>
              </a:rPr>
              <a:t>70%</a:t>
            </a:r>
          </a:p>
        </p:txBody>
      </p:sp>
      <p:sp>
        <p:nvSpPr>
          <p:cNvPr id="41" name="TextBox 40">
            <a:extLst>
              <a:ext uri="{FF2B5EF4-FFF2-40B4-BE49-F238E27FC236}">
                <a16:creationId xmlns:a16="http://schemas.microsoft.com/office/drawing/2014/main" id="{1F20B44E-23EC-3336-3410-1ACA0233B6A2}"/>
              </a:ext>
            </a:extLst>
          </p:cNvPr>
          <p:cNvSpPr txBox="1"/>
          <p:nvPr/>
        </p:nvSpPr>
        <p:spPr>
          <a:xfrm>
            <a:off x="4028336" y="4399176"/>
            <a:ext cx="2624328" cy="219456"/>
          </a:xfrm>
          <a:prstGeom prst="rect">
            <a:avLst/>
          </a:prstGeom>
          <a:noFill/>
        </p:spPr>
        <p:txBody>
          <a:bodyPr wrap="square" lIns="0" tIns="0" rIns="0" bIns="0" anchor="ctr">
            <a:noAutofit/>
          </a:bodyPr>
          <a:lstStyle/>
          <a:p>
            <a:pPr algn="r">
              <a:spcBef>
                <a:spcPts val="0"/>
              </a:spcBef>
              <a:spcAft>
                <a:spcPts val="0"/>
              </a:spcAft>
            </a:pPr>
            <a:r>
              <a:rPr sz="1400" b="0" i="0">
                <a:solidFill>
                  <a:srgbClr val="231505"/>
                </a:solidFill>
                <a:latin typeface="Calibri"/>
              </a:rPr>
              <a:t>Steering to quality care</a:t>
            </a:r>
          </a:p>
        </p:txBody>
      </p:sp>
      <p:sp>
        <p:nvSpPr>
          <p:cNvPr id="43" name="Rounded Rectangle 22">
            <a:extLst>
              <a:ext uri="{FF2B5EF4-FFF2-40B4-BE49-F238E27FC236}">
                <a16:creationId xmlns:a16="http://schemas.microsoft.com/office/drawing/2014/main" id="{CAF34168-27BB-1A59-0F89-3721189EC9C5}"/>
              </a:ext>
            </a:extLst>
          </p:cNvPr>
          <p:cNvSpPr/>
          <p:nvPr/>
        </p:nvSpPr>
        <p:spPr>
          <a:xfrm>
            <a:off x="6894576" y="4417464"/>
            <a:ext cx="3602736" cy="182880"/>
          </a:xfrm>
          <a:prstGeom prst="roundRect">
            <a:avLst/>
          </a:prstGeom>
          <a:solidFill>
            <a:srgbClr val="F2E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23">
            <a:extLst>
              <a:ext uri="{FF2B5EF4-FFF2-40B4-BE49-F238E27FC236}">
                <a16:creationId xmlns:a16="http://schemas.microsoft.com/office/drawing/2014/main" id="{07BC18A9-8465-F2C3-D06D-1A0554C1B1FA}"/>
              </a:ext>
            </a:extLst>
          </p:cNvPr>
          <p:cNvSpPr/>
          <p:nvPr/>
        </p:nvSpPr>
        <p:spPr>
          <a:xfrm>
            <a:off x="6894576" y="4417464"/>
            <a:ext cx="2024008" cy="182880"/>
          </a:xfrm>
          <a:prstGeom prst="roundRect">
            <a:avLst/>
          </a:prstGeom>
          <a:gradFill rotWithShape="1">
            <a:gsLst>
              <a:gs pos="0">
                <a:srgbClr val="5D3818"/>
              </a:gs>
              <a:gs pos="100000">
                <a:srgbClr val="C9A24A"/>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a:extLst>
              <a:ext uri="{FF2B5EF4-FFF2-40B4-BE49-F238E27FC236}">
                <a16:creationId xmlns:a16="http://schemas.microsoft.com/office/drawing/2014/main" id="{7213AE0F-9E45-BDD8-E465-55B3DB9DF576}"/>
              </a:ext>
            </a:extLst>
          </p:cNvPr>
          <p:cNvSpPr txBox="1"/>
          <p:nvPr/>
        </p:nvSpPr>
        <p:spPr>
          <a:xfrm>
            <a:off x="10625328" y="4399176"/>
            <a:ext cx="685800" cy="219456"/>
          </a:xfrm>
          <a:prstGeom prst="rect">
            <a:avLst/>
          </a:prstGeom>
          <a:noFill/>
        </p:spPr>
        <p:txBody>
          <a:bodyPr wrap="square" lIns="0" tIns="0" rIns="0" bIns="0" anchor="ctr">
            <a:noAutofit/>
          </a:bodyPr>
          <a:lstStyle/>
          <a:p>
            <a:pPr algn="l">
              <a:spcBef>
                <a:spcPts val="0"/>
              </a:spcBef>
              <a:spcAft>
                <a:spcPts val="0"/>
              </a:spcAft>
            </a:pPr>
            <a:r>
              <a:rPr sz="1300" b="1" i="0">
                <a:solidFill>
                  <a:srgbClr val="231505"/>
                </a:solidFill>
                <a:latin typeface="Calibri"/>
              </a:rPr>
              <a:t>50%</a:t>
            </a:r>
          </a:p>
        </p:txBody>
      </p:sp>
    </p:spTree>
    <p:extLst>
      <p:ext uri="{BB962C8B-B14F-4D97-AF65-F5344CB8AC3E}">
        <p14:creationId xmlns:p14="http://schemas.microsoft.com/office/powerpoint/2010/main" val="173398261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10EE6-CFCC-32A1-2529-766CFFC2D9F2}"/>
            </a:ext>
          </a:extLst>
        </p:cNvPr>
        <p:cNvGrpSpPr/>
        <p:nvPr/>
      </p:nvGrpSpPr>
      <p:grpSpPr>
        <a:xfrm>
          <a:off x="0" y="0"/>
          <a:ext cx="0" cy="0"/>
          <a:chOff x="0" y="0"/>
          <a:chExt cx="0" cy="0"/>
        </a:xfrm>
      </p:grpSpPr>
      <p:sp>
        <p:nvSpPr>
          <p:cNvPr id="48" name="Title 47">
            <a:extLst>
              <a:ext uri="{FF2B5EF4-FFF2-40B4-BE49-F238E27FC236}">
                <a16:creationId xmlns:a16="http://schemas.microsoft.com/office/drawing/2014/main" id="{D47EFD88-4824-844F-796A-7B9AE206C26D}"/>
              </a:ext>
            </a:extLst>
          </p:cNvPr>
          <p:cNvSpPr>
            <a:spLocks noGrp="1"/>
          </p:cNvSpPr>
          <p:nvPr>
            <p:ph type="title"/>
          </p:nvPr>
        </p:nvSpPr>
        <p:spPr>
          <a:xfrm>
            <a:off x="378135" y="506431"/>
            <a:ext cx="11560436" cy="364766"/>
          </a:xfrm>
        </p:spPr>
        <p:txBody>
          <a:bodyPr anchor="ctr"/>
          <a:lstStyle/>
          <a:p>
            <a:r>
              <a:rPr lang="en-US">
                <a:latin typeface="Open Sans Light" panose="020B0306030504020204" pitchFamily="34" charset="0"/>
                <a:ea typeface="Open Sans Light" panose="020B0306030504020204" pitchFamily="34" charset="0"/>
                <a:cs typeface="Open Sans Light" panose="020B0306030504020204" pitchFamily="34" charset="0"/>
              </a:rPr>
              <a:t>Europe Is Nearly as Large as North America Today; Asia-Pacific Is the Fastest-Growing Region</a:t>
            </a:r>
          </a:p>
        </p:txBody>
      </p:sp>
      <p:sp>
        <p:nvSpPr>
          <p:cNvPr id="49" name="Text Placeholder 48">
            <a:extLst>
              <a:ext uri="{FF2B5EF4-FFF2-40B4-BE49-F238E27FC236}">
                <a16:creationId xmlns:a16="http://schemas.microsoft.com/office/drawing/2014/main" id="{FA2DE8F1-1712-8643-0A37-FBC2A2DFE9F3}"/>
              </a:ext>
            </a:extLst>
          </p:cNvPr>
          <p:cNvSpPr>
            <a:spLocks noGrp="1"/>
          </p:cNvSpPr>
          <p:nvPr>
            <p:ph type="body" sz="quarter" idx="15"/>
          </p:nvPr>
        </p:nvSpPr>
        <p:spPr/>
        <p:txBody>
          <a:bodyPr/>
          <a:lstStyle/>
          <a:p>
            <a:r>
              <a:rPr lang="en-US">
                <a:latin typeface="Open Sans Light" panose="020B0306030504020204" pitchFamily="34" charset="0"/>
                <a:ea typeface="Open Sans Light" panose="020B0306030504020204" pitchFamily="34" charset="0"/>
                <a:cs typeface="Open Sans Light" panose="020B0306030504020204" pitchFamily="34" charset="0"/>
              </a:rPr>
              <a:t>2. Market Sizing &amp; Regional Opportunity</a:t>
            </a:r>
          </a:p>
        </p:txBody>
      </p:sp>
      <p:cxnSp>
        <p:nvCxnSpPr>
          <p:cNvPr id="51" name="Straight Connector 50">
            <a:extLst>
              <a:ext uri="{FF2B5EF4-FFF2-40B4-BE49-F238E27FC236}">
                <a16:creationId xmlns:a16="http://schemas.microsoft.com/office/drawing/2014/main" id="{EC1DB211-4DF1-A148-E44B-FCAAA9809C5F}"/>
              </a:ext>
            </a:extLst>
          </p:cNvPr>
          <p:cNvCxnSpPr>
            <a:cxnSpLocks/>
          </p:cNvCxnSpPr>
          <p:nvPr/>
        </p:nvCxnSpPr>
        <p:spPr>
          <a:xfrm>
            <a:off x="384490" y="421894"/>
            <a:ext cx="1137684" cy="0"/>
          </a:xfrm>
          <a:prstGeom prst="line">
            <a:avLst/>
          </a:prstGeom>
          <a:ln w="60325">
            <a:solidFill>
              <a:schemeClr val="accent4">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92" name="TextBox 91">
            <a:extLst>
              <a:ext uri="{FF2B5EF4-FFF2-40B4-BE49-F238E27FC236}">
                <a16:creationId xmlns:a16="http://schemas.microsoft.com/office/drawing/2014/main" id="{9ECFEA4E-67E0-6352-61AC-F7C9F6E3C6C1}"/>
              </a:ext>
            </a:extLst>
          </p:cNvPr>
          <p:cNvSpPr txBox="1"/>
          <p:nvPr/>
        </p:nvSpPr>
        <p:spPr>
          <a:xfrm>
            <a:off x="386080" y="6444759"/>
            <a:ext cx="11027664" cy="182880"/>
          </a:xfrm>
          <a:prstGeom prst="rect">
            <a:avLst/>
          </a:prstGeom>
          <a:noFill/>
        </p:spPr>
        <p:txBody>
          <a:bodyPr wrap="square" lIns="0" tIns="0" rIns="0" bIns="0" anchor="ctr">
            <a:noAutofit/>
          </a:bodyPr>
          <a:lstStyle/>
          <a:p>
            <a:r>
              <a:rPr lang="en-US" sz="800" b="1">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Sources: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[4] Grand View Research, Healthcare Navigation Platform Market</a:t>
            </a:r>
            <a:r>
              <a:rPr lang="en-US" sz="800">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[22] Grand View Research, Europe Healthcare Navigation Platform Market Outlook</a:t>
            </a:r>
            <a:r>
              <a:rPr lang="en-US" sz="800">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[23] Grand View Research, Asia Pacific Healthcare Navigation Platform Market Outlook</a:t>
            </a:r>
          </a:p>
        </p:txBody>
      </p:sp>
      <p:sp>
        <p:nvSpPr>
          <p:cNvPr id="2" name="TextBox 1">
            <a:extLst>
              <a:ext uri="{FF2B5EF4-FFF2-40B4-BE49-F238E27FC236}">
                <a16:creationId xmlns:a16="http://schemas.microsoft.com/office/drawing/2014/main" id="{3F738CDF-B3C6-672C-B03D-A72B63CC2FF6}"/>
              </a:ext>
            </a:extLst>
          </p:cNvPr>
          <p:cNvSpPr txBox="1"/>
          <p:nvPr/>
        </p:nvSpPr>
        <p:spPr>
          <a:xfrm>
            <a:off x="594360" y="1703300"/>
            <a:ext cx="4572000" cy="182880"/>
          </a:xfrm>
          <a:prstGeom prst="rect">
            <a:avLst/>
          </a:prstGeom>
          <a:noFill/>
        </p:spPr>
        <p:txBody>
          <a:bodyPr wrap="square" lIns="0" tIns="0" rIns="0" bIns="0" anchor="ctr">
            <a:noAutofit/>
          </a:bodyPr>
          <a:lstStyle/>
          <a:p>
            <a:pPr algn="l">
              <a:spcBef>
                <a:spcPts val="0"/>
              </a:spcBef>
              <a:spcAft>
                <a:spcPts val="0"/>
              </a:spcAft>
            </a:pPr>
            <a:r>
              <a:rPr lang="en-US" sz="1400" b="1" i="0">
                <a:solidFill>
                  <a:srgbClr val="231505"/>
                </a:solidFill>
                <a:latin typeface="Calibri"/>
              </a:rPr>
              <a:t>2023 Market by Region ($B) · Global: $10.08B</a:t>
            </a:r>
            <a:r>
              <a:rPr lang="en-US" sz="900" b="1" i="0">
                <a:solidFill>
                  <a:srgbClr val="231505"/>
                </a:solidFill>
                <a:latin typeface="Calibri"/>
              </a:rPr>
              <a:t>1</a:t>
            </a:r>
          </a:p>
        </p:txBody>
      </p:sp>
      <p:cxnSp>
        <p:nvCxnSpPr>
          <p:cNvPr id="3" name="Connector 6">
            <a:extLst>
              <a:ext uri="{FF2B5EF4-FFF2-40B4-BE49-F238E27FC236}">
                <a16:creationId xmlns:a16="http://schemas.microsoft.com/office/drawing/2014/main" id="{FC3C5888-B9DE-E11A-824E-57830D0972E5}"/>
              </a:ext>
            </a:extLst>
          </p:cNvPr>
          <p:cNvCxnSpPr>
            <a:cxnSpLocks/>
          </p:cNvCxnSpPr>
          <p:nvPr/>
        </p:nvCxnSpPr>
        <p:spPr>
          <a:xfrm>
            <a:off x="5779008" y="1483380"/>
            <a:ext cx="62011" cy="4229197"/>
          </a:xfrm>
          <a:prstGeom prst="line">
            <a:avLst/>
          </a:prstGeom>
          <a:ln w="12700">
            <a:solidFill>
              <a:srgbClr val="F4E9D3"/>
            </a:solidFill>
          </a:ln>
          <a:effectLst/>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625F055B-75F9-73E5-6A1C-D9CE71C05473}"/>
              </a:ext>
            </a:extLst>
          </p:cNvPr>
          <p:cNvSpPr txBox="1"/>
          <p:nvPr/>
        </p:nvSpPr>
        <p:spPr>
          <a:xfrm>
            <a:off x="594360" y="2150892"/>
            <a:ext cx="795528" cy="201168"/>
          </a:xfrm>
          <a:prstGeom prst="rect">
            <a:avLst/>
          </a:prstGeom>
          <a:noFill/>
        </p:spPr>
        <p:txBody>
          <a:bodyPr wrap="square" lIns="0" tIns="0" rIns="0" bIns="0" anchor="ctr">
            <a:noAutofit/>
          </a:bodyPr>
          <a:lstStyle/>
          <a:p>
            <a:pPr algn="ctr">
              <a:spcBef>
                <a:spcPts val="0"/>
              </a:spcBef>
              <a:spcAft>
                <a:spcPts val="0"/>
              </a:spcAft>
            </a:pPr>
            <a:r>
              <a:rPr lang="en-US" sz="1600" b="1" i="0">
                <a:solidFill>
                  <a:srgbClr val="231505"/>
                </a:solidFill>
                <a:latin typeface="Calibri"/>
              </a:rPr>
              <a:t>$4.30B</a:t>
            </a:r>
          </a:p>
        </p:txBody>
      </p:sp>
      <p:sp>
        <p:nvSpPr>
          <p:cNvPr id="6" name="Rectangle 5">
            <a:extLst>
              <a:ext uri="{FF2B5EF4-FFF2-40B4-BE49-F238E27FC236}">
                <a16:creationId xmlns:a16="http://schemas.microsoft.com/office/drawing/2014/main" id="{DC0902BA-2248-0BFB-35F0-355A63D1F9DB}"/>
              </a:ext>
            </a:extLst>
          </p:cNvPr>
          <p:cNvSpPr/>
          <p:nvPr/>
        </p:nvSpPr>
        <p:spPr>
          <a:xfrm>
            <a:off x="594360" y="2425212"/>
            <a:ext cx="795528" cy="2423160"/>
          </a:xfrm>
          <a:prstGeom prst="rect">
            <a:avLst/>
          </a:prstGeom>
          <a:solidFill>
            <a:srgbClr val="5C37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Box 7">
            <a:extLst>
              <a:ext uri="{FF2B5EF4-FFF2-40B4-BE49-F238E27FC236}">
                <a16:creationId xmlns:a16="http://schemas.microsoft.com/office/drawing/2014/main" id="{43242358-B4CF-00B5-EC9E-BB509DED8779}"/>
              </a:ext>
            </a:extLst>
          </p:cNvPr>
          <p:cNvSpPr txBox="1"/>
          <p:nvPr/>
        </p:nvSpPr>
        <p:spPr>
          <a:xfrm>
            <a:off x="594360" y="2498364"/>
            <a:ext cx="795528" cy="219456"/>
          </a:xfrm>
          <a:prstGeom prst="rect">
            <a:avLst/>
          </a:prstGeom>
          <a:noFill/>
        </p:spPr>
        <p:txBody>
          <a:bodyPr wrap="square" lIns="0" tIns="0" rIns="0" bIns="0" anchor="ctr">
            <a:noAutofit/>
          </a:bodyPr>
          <a:lstStyle/>
          <a:p>
            <a:pPr algn="ctr">
              <a:spcBef>
                <a:spcPts val="0"/>
              </a:spcBef>
              <a:spcAft>
                <a:spcPts val="0"/>
              </a:spcAft>
            </a:pPr>
            <a:r>
              <a:rPr lang="en-US" sz="1200" b="1" i="0">
                <a:solidFill>
                  <a:srgbClr val="FFFFFF"/>
                </a:solidFill>
                <a:latin typeface="Calibri"/>
              </a:rPr>
              <a:t>42.7%</a:t>
            </a:r>
          </a:p>
        </p:txBody>
      </p:sp>
      <p:sp>
        <p:nvSpPr>
          <p:cNvPr id="10" name="TextBox 9">
            <a:extLst>
              <a:ext uri="{FF2B5EF4-FFF2-40B4-BE49-F238E27FC236}">
                <a16:creationId xmlns:a16="http://schemas.microsoft.com/office/drawing/2014/main" id="{21D4DD5E-3493-EC40-F255-C7EFA0E78E24}"/>
              </a:ext>
            </a:extLst>
          </p:cNvPr>
          <p:cNvSpPr txBox="1"/>
          <p:nvPr/>
        </p:nvSpPr>
        <p:spPr>
          <a:xfrm>
            <a:off x="457200" y="4939812"/>
            <a:ext cx="1069848" cy="365760"/>
          </a:xfrm>
          <a:prstGeom prst="rect">
            <a:avLst/>
          </a:prstGeom>
          <a:noFill/>
        </p:spPr>
        <p:txBody>
          <a:bodyPr wrap="square" lIns="0" tIns="0" rIns="0" bIns="0" anchor="t">
            <a:noAutofit/>
          </a:bodyPr>
          <a:lstStyle/>
          <a:p>
            <a:pPr algn="ctr">
              <a:lnSpc>
                <a:spcPct val="100000"/>
              </a:lnSpc>
              <a:spcBef>
                <a:spcPts val="0"/>
              </a:spcBef>
              <a:spcAft>
                <a:spcPts val="0"/>
              </a:spcAft>
            </a:pPr>
            <a:r>
              <a:rPr lang="en-US" sz="1400" b="1" i="0">
                <a:solidFill>
                  <a:srgbClr val="231505"/>
                </a:solidFill>
                <a:latin typeface="Calibri"/>
              </a:rPr>
              <a:t>North America</a:t>
            </a:r>
          </a:p>
        </p:txBody>
      </p:sp>
      <p:sp>
        <p:nvSpPr>
          <p:cNvPr id="12" name="TextBox 11">
            <a:extLst>
              <a:ext uri="{FF2B5EF4-FFF2-40B4-BE49-F238E27FC236}">
                <a16:creationId xmlns:a16="http://schemas.microsoft.com/office/drawing/2014/main" id="{346C043E-2EE6-DE63-9242-E5B8E7C5E7B6}"/>
              </a:ext>
            </a:extLst>
          </p:cNvPr>
          <p:cNvSpPr txBox="1"/>
          <p:nvPr/>
        </p:nvSpPr>
        <p:spPr>
          <a:xfrm>
            <a:off x="1687068" y="2831874"/>
            <a:ext cx="795528" cy="201168"/>
          </a:xfrm>
          <a:prstGeom prst="rect">
            <a:avLst/>
          </a:prstGeom>
          <a:noFill/>
        </p:spPr>
        <p:txBody>
          <a:bodyPr wrap="square" lIns="0" tIns="0" rIns="0" bIns="0" anchor="ctr">
            <a:noAutofit/>
          </a:bodyPr>
          <a:lstStyle/>
          <a:p>
            <a:pPr algn="ctr">
              <a:spcBef>
                <a:spcPts val="0"/>
              </a:spcBef>
              <a:spcAft>
                <a:spcPts val="0"/>
              </a:spcAft>
            </a:pPr>
            <a:r>
              <a:rPr lang="en-US" sz="1600" b="1" i="0">
                <a:solidFill>
                  <a:srgbClr val="231505"/>
                </a:solidFill>
                <a:latin typeface="Calibri"/>
              </a:rPr>
              <a:t>$3.09B</a:t>
            </a:r>
          </a:p>
        </p:txBody>
      </p:sp>
      <p:sp>
        <p:nvSpPr>
          <p:cNvPr id="14" name="Rectangle 13">
            <a:extLst>
              <a:ext uri="{FF2B5EF4-FFF2-40B4-BE49-F238E27FC236}">
                <a16:creationId xmlns:a16="http://schemas.microsoft.com/office/drawing/2014/main" id="{93F6C6D1-8E49-C154-AB9F-91274B21586C}"/>
              </a:ext>
            </a:extLst>
          </p:cNvPr>
          <p:cNvSpPr/>
          <p:nvPr/>
        </p:nvSpPr>
        <p:spPr>
          <a:xfrm>
            <a:off x="1687068" y="3106194"/>
            <a:ext cx="795528" cy="1742178"/>
          </a:xfrm>
          <a:prstGeom prst="rect">
            <a:avLst/>
          </a:prstGeom>
          <a:solidFill>
            <a:srgbClr val="937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6" name="TextBox 15">
            <a:extLst>
              <a:ext uri="{FF2B5EF4-FFF2-40B4-BE49-F238E27FC236}">
                <a16:creationId xmlns:a16="http://schemas.microsoft.com/office/drawing/2014/main" id="{1A5801C1-DB0A-5272-F36D-C059778103DB}"/>
              </a:ext>
            </a:extLst>
          </p:cNvPr>
          <p:cNvSpPr txBox="1"/>
          <p:nvPr/>
        </p:nvSpPr>
        <p:spPr>
          <a:xfrm>
            <a:off x="1687068" y="3179346"/>
            <a:ext cx="795528" cy="219456"/>
          </a:xfrm>
          <a:prstGeom prst="rect">
            <a:avLst/>
          </a:prstGeom>
          <a:noFill/>
        </p:spPr>
        <p:txBody>
          <a:bodyPr wrap="square" lIns="0" tIns="0" rIns="0" bIns="0" anchor="ctr">
            <a:noAutofit/>
          </a:bodyPr>
          <a:lstStyle/>
          <a:p>
            <a:pPr algn="ctr">
              <a:spcBef>
                <a:spcPts val="0"/>
              </a:spcBef>
              <a:spcAft>
                <a:spcPts val="0"/>
              </a:spcAft>
            </a:pPr>
            <a:r>
              <a:rPr lang="en-US" sz="1200" b="1" i="0">
                <a:solidFill>
                  <a:schemeClr val="bg1"/>
                </a:solidFill>
                <a:latin typeface="Calibri"/>
              </a:rPr>
              <a:t>30.7%</a:t>
            </a:r>
          </a:p>
        </p:txBody>
      </p:sp>
      <p:sp>
        <p:nvSpPr>
          <p:cNvPr id="18" name="TextBox 17">
            <a:extLst>
              <a:ext uri="{FF2B5EF4-FFF2-40B4-BE49-F238E27FC236}">
                <a16:creationId xmlns:a16="http://schemas.microsoft.com/office/drawing/2014/main" id="{7CE04548-ECAC-2C9C-DE7A-DACBA534D62A}"/>
              </a:ext>
            </a:extLst>
          </p:cNvPr>
          <p:cNvSpPr txBox="1"/>
          <p:nvPr/>
        </p:nvSpPr>
        <p:spPr>
          <a:xfrm>
            <a:off x="1549908" y="4939812"/>
            <a:ext cx="1069848" cy="365760"/>
          </a:xfrm>
          <a:prstGeom prst="rect">
            <a:avLst/>
          </a:prstGeom>
          <a:noFill/>
        </p:spPr>
        <p:txBody>
          <a:bodyPr wrap="square" lIns="0" tIns="0" rIns="0" bIns="0" anchor="t">
            <a:noAutofit/>
          </a:bodyPr>
          <a:lstStyle/>
          <a:p>
            <a:pPr algn="ctr">
              <a:lnSpc>
                <a:spcPct val="100000"/>
              </a:lnSpc>
              <a:spcBef>
                <a:spcPts val="0"/>
              </a:spcBef>
              <a:spcAft>
                <a:spcPts val="0"/>
              </a:spcAft>
            </a:pPr>
            <a:r>
              <a:rPr lang="en-US" sz="1400" b="1" i="0">
                <a:solidFill>
                  <a:srgbClr val="231505"/>
                </a:solidFill>
                <a:latin typeface="Calibri"/>
              </a:rPr>
              <a:t>Europe</a:t>
            </a:r>
          </a:p>
        </p:txBody>
      </p:sp>
      <p:sp>
        <p:nvSpPr>
          <p:cNvPr id="20" name="TextBox 19">
            <a:extLst>
              <a:ext uri="{FF2B5EF4-FFF2-40B4-BE49-F238E27FC236}">
                <a16:creationId xmlns:a16="http://schemas.microsoft.com/office/drawing/2014/main" id="{54DECEEF-C975-703B-8133-94E6F973BCE3}"/>
              </a:ext>
            </a:extLst>
          </p:cNvPr>
          <p:cNvSpPr txBox="1"/>
          <p:nvPr/>
        </p:nvSpPr>
        <p:spPr>
          <a:xfrm>
            <a:off x="2779776" y="3575279"/>
            <a:ext cx="795528" cy="201168"/>
          </a:xfrm>
          <a:prstGeom prst="rect">
            <a:avLst/>
          </a:prstGeom>
          <a:noFill/>
        </p:spPr>
        <p:txBody>
          <a:bodyPr wrap="square" lIns="0" tIns="0" rIns="0" bIns="0" anchor="ctr">
            <a:noAutofit/>
          </a:bodyPr>
          <a:lstStyle/>
          <a:p>
            <a:pPr algn="ctr">
              <a:spcBef>
                <a:spcPts val="0"/>
              </a:spcBef>
              <a:spcAft>
                <a:spcPts val="0"/>
              </a:spcAft>
            </a:pPr>
            <a:r>
              <a:rPr lang="en-US" sz="1600" b="1" i="0">
                <a:solidFill>
                  <a:srgbClr val="231505"/>
                </a:solidFill>
                <a:latin typeface="Calibri"/>
              </a:rPr>
              <a:t>$1.77B</a:t>
            </a:r>
          </a:p>
        </p:txBody>
      </p:sp>
      <p:sp>
        <p:nvSpPr>
          <p:cNvPr id="22" name="Rectangle 21">
            <a:extLst>
              <a:ext uri="{FF2B5EF4-FFF2-40B4-BE49-F238E27FC236}">
                <a16:creationId xmlns:a16="http://schemas.microsoft.com/office/drawing/2014/main" id="{8C9A8A7E-CF41-563E-0733-231D9C41BA27}"/>
              </a:ext>
            </a:extLst>
          </p:cNvPr>
          <p:cNvSpPr/>
          <p:nvPr/>
        </p:nvSpPr>
        <p:spPr>
          <a:xfrm>
            <a:off x="2779776" y="3849599"/>
            <a:ext cx="795528" cy="998773"/>
          </a:xfrm>
          <a:prstGeom prst="rect">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4" name="TextBox 23">
            <a:extLst>
              <a:ext uri="{FF2B5EF4-FFF2-40B4-BE49-F238E27FC236}">
                <a16:creationId xmlns:a16="http://schemas.microsoft.com/office/drawing/2014/main" id="{331A447B-E875-C015-4EDC-C33CE7B7BDC5}"/>
              </a:ext>
            </a:extLst>
          </p:cNvPr>
          <p:cNvSpPr txBox="1"/>
          <p:nvPr/>
        </p:nvSpPr>
        <p:spPr>
          <a:xfrm>
            <a:off x="2779776" y="3922751"/>
            <a:ext cx="795528" cy="219456"/>
          </a:xfrm>
          <a:prstGeom prst="rect">
            <a:avLst/>
          </a:prstGeom>
          <a:noFill/>
        </p:spPr>
        <p:txBody>
          <a:bodyPr wrap="square" lIns="0" tIns="0" rIns="0" bIns="0" anchor="ctr">
            <a:noAutofit/>
          </a:bodyPr>
          <a:lstStyle/>
          <a:p>
            <a:pPr algn="ctr">
              <a:spcBef>
                <a:spcPts val="0"/>
              </a:spcBef>
              <a:spcAft>
                <a:spcPts val="0"/>
              </a:spcAft>
            </a:pPr>
            <a:r>
              <a:rPr lang="en-US" sz="1200" b="1" i="0">
                <a:solidFill>
                  <a:srgbClr val="FFFFFF"/>
                </a:solidFill>
                <a:latin typeface="Calibri"/>
              </a:rPr>
              <a:t>17.6%</a:t>
            </a:r>
          </a:p>
        </p:txBody>
      </p:sp>
      <p:sp>
        <p:nvSpPr>
          <p:cNvPr id="26" name="TextBox 25">
            <a:extLst>
              <a:ext uri="{FF2B5EF4-FFF2-40B4-BE49-F238E27FC236}">
                <a16:creationId xmlns:a16="http://schemas.microsoft.com/office/drawing/2014/main" id="{C8CF07E5-EDF6-D793-3D3D-0B6842CC4E75}"/>
              </a:ext>
            </a:extLst>
          </p:cNvPr>
          <p:cNvSpPr txBox="1"/>
          <p:nvPr/>
        </p:nvSpPr>
        <p:spPr>
          <a:xfrm>
            <a:off x="2642616" y="4939812"/>
            <a:ext cx="1069848" cy="365760"/>
          </a:xfrm>
          <a:prstGeom prst="rect">
            <a:avLst/>
          </a:prstGeom>
          <a:noFill/>
        </p:spPr>
        <p:txBody>
          <a:bodyPr wrap="square" lIns="0" tIns="0" rIns="0" bIns="0" anchor="t">
            <a:noAutofit/>
          </a:bodyPr>
          <a:lstStyle/>
          <a:p>
            <a:pPr algn="ctr">
              <a:lnSpc>
                <a:spcPct val="100000"/>
              </a:lnSpc>
              <a:spcBef>
                <a:spcPts val="0"/>
              </a:spcBef>
              <a:spcAft>
                <a:spcPts val="0"/>
              </a:spcAft>
            </a:pPr>
            <a:r>
              <a:rPr lang="en-US" sz="1400" b="1" i="0">
                <a:solidFill>
                  <a:srgbClr val="231505"/>
                </a:solidFill>
                <a:latin typeface="Calibri"/>
              </a:rPr>
              <a:t>Asia-Pacific</a:t>
            </a:r>
          </a:p>
        </p:txBody>
      </p:sp>
      <p:sp>
        <p:nvSpPr>
          <p:cNvPr id="28" name="TextBox 27">
            <a:extLst>
              <a:ext uri="{FF2B5EF4-FFF2-40B4-BE49-F238E27FC236}">
                <a16:creationId xmlns:a16="http://schemas.microsoft.com/office/drawing/2014/main" id="{FE09D1EF-E6A0-596D-0A04-ED356FEC422A}"/>
              </a:ext>
            </a:extLst>
          </p:cNvPr>
          <p:cNvSpPr txBox="1"/>
          <p:nvPr/>
        </p:nvSpPr>
        <p:spPr>
          <a:xfrm>
            <a:off x="3872484" y="4063316"/>
            <a:ext cx="795528" cy="201168"/>
          </a:xfrm>
          <a:prstGeom prst="rect">
            <a:avLst/>
          </a:prstGeom>
          <a:noFill/>
        </p:spPr>
        <p:txBody>
          <a:bodyPr wrap="square" lIns="0" tIns="0" rIns="0" bIns="0" anchor="ctr">
            <a:noAutofit/>
          </a:bodyPr>
          <a:lstStyle/>
          <a:p>
            <a:pPr algn="ctr">
              <a:spcBef>
                <a:spcPts val="0"/>
              </a:spcBef>
              <a:spcAft>
                <a:spcPts val="0"/>
              </a:spcAft>
            </a:pPr>
            <a:r>
              <a:rPr lang="en-US" sz="1600" b="1" i="0">
                <a:solidFill>
                  <a:srgbClr val="231505"/>
                </a:solidFill>
                <a:latin typeface="Calibri"/>
              </a:rPr>
              <a:t>$0.91B</a:t>
            </a:r>
          </a:p>
        </p:txBody>
      </p:sp>
      <p:sp>
        <p:nvSpPr>
          <p:cNvPr id="30" name="Rectangle 29">
            <a:extLst>
              <a:ext uri="{FF2B5EF4-FFF2-40B4-BE49-F238E27FC236}">
                <a16:creationId xmlns:a16="http://schemas.microsoft.com/office/drawing/2014/main" id="{2A558BF8-F3D4-3990-F8F4-2343D034CA1F}"/>
              </a:ext>
            </a:extLst>
          </p:cNvPr>
          <p:cNvSpPr/>
          <p:nvPr/>
        </p:nvSpPr>
        <p:spPr>
          <a:xfrm>
            <a:off x="3872484" y="4337636"/>
            <a:ext cx="795528" cy="510736"/>
          </a:xfrm>
          <a:prstGeom prst="rect">
            <a:avLst/>
          </a:prstGeom>
          <a:solidFill>
            <a:srgbClr val="C7B9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32" name="TextBox 31">
            <a:extLst>
              <a:ext uri="{FF2B5EF4-FFF2-40B4-BE49-F238E27FC236}">
                <a16:creationId xmlns:a16="http://schemas.microsoft.com/office/drawing/2014/main" id="{949B81CF-524D-C5D7-8BB7-CF1356C9A182}"/>
              </a:ext>
            </a:extLst>
          </p:cNvPr>
          <p:cNvSpPr txBox="1"/>
          <p:nvPr/>
        </p:nvSpPr>
        <p:spPr>
          <a:xfrm>
            <a:off x="3735324" y="4939812"/>
            <a:ext cx="1069848" cy="365760"/>
          </a:xfrm>
          <a:prstGeom prst="rect">
            <a:avLst/>
          </a:prstGeom>
          <a:noFill/>
        </p:spPr>
        <p:txBody>
          <a:bodyPr wrap="square" lIns="0" tIns="0" rIns="0" bIns="0" anchor="t">
            <a:noAutofit/>
          </a:bodyPr>
          <a:lstStyle/>
          <a:p>
            <a:pPr algn="ctr">
              <a:lnSpc>
                <a:spcPct val="100000"/>
              </a:lnSpc>
              <a:spcBef>
                <a:spcPts val="0"/>
              </a:spcBef>
              <a:spcAft>
                <a:spcPts val="0"/>
              </a:spcAft>
            </a:pPr>
            <a:r>
              <a:rPr lang="en-US" sz="1400" b="1" i="0">
                <a:solidFill>
                  <a:srgbClr val="231505"/>
                </a:solidFill>
                <a:latin typeface="Calibri"/>
              </a:rPr>
              <a:t>Latin Am. / MEA</a:t>
            </a:r>
          </a:p>
        </p:txBody>
      </p:sp>
      <p:sp>
        <p:nvSpPr>
          <p:cNvPr id="34" name="TextBox 33">
            <a:extLst>
              <a:ext uri="{FF2B5EF4-FFF2-40B4-BE49-F238E27FC236}">
                <a16:creationId xmlns:a16="http://schemas.microsoft.com/office/drawing/2014/main" id="{03BAF5D2-7EEA-274B-D885-A41FCFA4147F}"/>
              </a:ext>
            </a:extLst>
          </p:cNvPr>
          <p:cNvSpPr txBox="1"/>
          <p:nvPr/>
        </p:nvSpPr>
        <p:spPr>
          <a:xfrm>
            <a:off x="3017520" y="2984615"/>
            <a:ext cx="1600200" cy="182880"/>
          </a:xfrm>
          <a:prstGeom prst="rect">
            <a:avLst/>
          </a:prstGeom>
          <a:noFill/>
        </p:spPr>
        <p:txBody>
          <a:bodyPr wrap="square" lIns="0" tIns="0" rIns="0" bIns="0" anchor="ctr">
            <a:noAutofit/>
          </a:bodyPr>
          <a:lstStyle/>
          <a:p>
            <a:pPr algn="l">
              <a:spcBef>
                <a:spcPts val="0"/>
              </a:spcBef>
              <a:spcAft>
                <a:spcPts val="0"/>
              </a:spcAft>
            </a:pPr>
            <a:r>
              <a:rPr lang="en-US" sz="1200" b="1" i="0">
                <a:solidFill>
                  <a:srgbClr val="3D4F8F"/>
                </a:solidFill>
                <a:latin typeface="Calibri"/>
              </a:rPr>
              <a:t>→ $3.40B by 2030</a:t>
            </a:r>
          </a:p>
        </p:txBody>
      </p:sp>
      <p:sp>
        <p:nvSpPr>
          <p:cNvPr id="44" name="TextBox 43">
            <a:extLst>
              <a:ext uri="{FF2B5EF4-FFF2-40B4-BE49-F238E27FC236}">
                <a16:creationId xmlns:a16="http://schemas.microsoft.com/office/drawing/2014/main" id="{F5AF795D-9571-E0F7-C35A-17B42D6763A6}"/>
              </a:ext>
            </a:extLst>
          </p:cNvPr>
          <p:cNvSpPr txBox="1"/>
          <p:nvPr/>
        </p:nvSpPr>
        <p:spPr>
          <a:xfrm>
            <a:off x="374325" y="6062694"/>
            <a:ext cx="10972800" cy="274320"/>
          </a:xfrm>
          <a:prstGeom prst="rect">
            <a:avLst/>
          </a:prstGeom>
          <a:noFill/>
        </p:spPr>
        <p:txBody>
          <a:bodyPr wrap="square" lIns="0" tIns="0" rIns="0" bIns="0" anchor="t">
            <a:noAutofit/>
          </a:bodyPr>
          <a:lstStyle/>
          <a:p>
            <a:pPr algn="l">
              <a:lnSpc>
                <a:spcPct val="115000"/>
              </a:lnSpc>
              <a:spcBef>
                <a:spcPts val="0"/>
              </a:spcBef>
              <a:spcAft>
                <a:spcPts val="0"/>
              </a:spcAft>
            </a:pPr>
            <a:r>
              <a:rPr sz="700" b="0" i="0">
                <a:solidFill>
                  <a:srgbClr val="ACA79F"/>
                </a:solidFill>
                <a:latin typeface="Calibri"/>
              </a:rPr>
              <a:t>1 </a:t>
            </a:r>
            <a:r>
              <a:rPr sz="700" b="0" i="1">
                <a:solidFill>
                  <a:srgbClr val="ACA79F"/>
                </a:solidFill>
                <a:latin typeface="Calibri"/>
              </a:rPr>
              <a:t>Global 2023 market size ($10,077.5M) and North America revenue share (42.7%) from Grand View Research’s industry report. Europe ($3,087.6M, 2023) and Asia-Pacific ($1,772.3M in 2023, $3,401.5M by 2030 at a 9.8% CAGR) from Grand View Research’s regional Horizon Databook. North America dollar figure and Latin America/MEA residual are calculated from these totals; figures may not sum exactly due to rounding.</a:t>
            </a:r>
          </a:p>
        </p:txBody>
      </p:sp>
      <p:graphicFrame>
        <p:nvGraphicFramePr>
          <p:cNvPr id="50" name="Content Placeholder 92">
            <a:extLst>
              <a:ext uri="{FF2B5EF4-FFF2-40B4-BE49-F238E27FC236}">
                <a16:creationId xmlns:a16="http://schemas.microsoft.com/office/drawing/2014/main" id="{6E25E00F-2C73-3BAC-6477-35C7C5EB1C1E}"/>
              </a:ext>
            </a:extLst>
          </p:cNvPr>
          <p:cNvGraphicFramePr>
            <a:graphicFrameLocks/>
          </p:cNvGraphicFramePr>
          <p:nvPr/>
        </p:nvGraphicFramePr>
        <p:xfrm>
          <a:off x="6052887" y="1489510"/>
          <a:ext cx="5610923" cy="4366078"/>
        </p:xfrm>
        <a:graphic>
          <a:graphicData uri="http://schemas.openxmlformats.org/drawingml/2006/table">
            <a:tbl>
              <a:tblPr firstRow="1" bandRow="1">
                <a:tableStyleId>{5C22544A-7EE6-4342-B048-85BDC9FD1C3A}</a:tableStyleId>
              </a:tblPr>
              <a:tblGrid>
                <a:gridCol w="5610923">
                  <a:extLst>
                    <a:ext uri="{9D8B030D-6E8A-4147-A177-3AD203B41FA5}">
                      <a16:colId xmlns:a16="http://schemas.microsoft.com/office/drawing/2014/main" val="1413519662"/>
                    </a:ext>
                  </a:extLst>
                </a:gridCol>
              </a:tblGrid>
              <a:tr h="1237893">
                <a:tc>
                  <a:txBody>
                    <a:bodyPr/>
                    <a:lstStyle/>
                    <a:p>
                      <a:pPr algn="l">
                        <a:lnSpc>
                          <a:spcPct val="122000"/>
                        </a:lnSpc>
                        <a:spcBef>
                          <a:spcPts val="0"/>
                        </a:spcBef>
                        <a:spcAft>
                          <a:spcPts val="0"/>
                        </a:spcAft>
                      </a:pPr>
                      <a:r>
                        <a:rPr lang="en-US" sz="1400" b="1" i="0">
                          <a:solidFill>
                            <a:srgbClr val="231505"/>
                          </a:solidFill>
                          <a:latin typeface="Calibri"/>
                        </a:rPr>
                        <a:t>The common global need is access and coordination, rather than U.S.-style benefits advocacy.  </a:t>
                      </a:r>
                      <a:r>
                        <a:rPr lang="en-US" sz="1400" b="0" i="0">
                          <a:solidFill>
                            <a:srgbClr val="4D3A24"/>
                          </a:solidFill>
                          <a:latin typeface="Calibri"/>
                        </a:rPr>
                        <a:t>Finding the right clinician, booking care, coordinating across providers, and managing wait times travel well across markets; claims advocacy and network-price optimization are much more market-specific.</a:t>
                      </a:r>
                    </a:p>
                  </a:txBody>
                  <a:tcPr anchor="ctr">
                    <a:lnL w="12700" cmpd="sng">
                      <a:noFill/>
                    </a:lnL>
                    <a:lnR w="12700" cmpd="sng">
                      <a:noFill/>
                    </a:lnR>
                    <a:lnT w="12700" cmpd="sng">
                      <a:noFill/>
                    </a:lnT>
                    <a:lnB w="12700" cap="flat" cmpd="sng" algn="ctr">
                      <a:solidFill>
                        <a:schemeClr val="accent3">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5555946"/>
                  </a:ext>
                </a:extLst>
              </a:tr>
              <a:tr h="997101">
                <a:tc>
                  <a:txBody>
                    <a:bodyPr/>
                    <a:lstStyle/>
                    <a:p>
                      <a:pPr algn="l">
                        <a:lnSpc>
                          <a:spcPct val="122000"/>
                        </a:lnSpc>
                        <a:spcBef>
                          <a:spcPts val="0"/>
                        </a:spcBef>
                        <a:spcAft>
                          <a:spcPts val="0"/>
                        </a:spcAft>
                      </a:pPr>
                      <a:r>
                        <a:rPr lang="en-US" sz="1400" b="1" i="0">
                          <a:solidFill>
                            <a:srgbClr val="231505"/>
                          </a:solidFill>
                          <a:latin typeface="Calibri"/>
                        </a:rPr>
                        <a:t>Europe is nearly as large as North America today.  </a:t>
                      </a:r>
                      <a:r>
                        <a:rPr lang="en-US" sz="1400" b="0" i="0">
                          <a:solidFill>
                            <a:srgbClr val="4D3A24"/>
                          </a:solidFill>
                          <a:latin typeface="Calibri"/>
                        </a:rPr>
                        <a:t>It held 30.7% of the 2023 global market versus North America’s 42.7%.</a:t>
                      </a:r>
                    </a:p>
                  </a:txBody>
                  <a:tcPr anchor="ctr">
                    <a:lnL w="12700" cmpd="sng">
                      <a:noFill/>
                    </a:lnL>
                    <a:lnR w="12700" cmpd="sng">
                      <a:noFill/>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8770181"/>
                  </a:ext>
                </a:extLst>
              </a:tr>
              <a:tr h="997101">
                <a:tc>
                  <a:txBody>
                    <a:bodyPr/>
                    <a:lstStyle/>
                    <a:p>
                      <a:pPr algn="l">
                        <a:lnSpc>
                          <a:spcPct val="122000"/>
                        </a:lnSpc>
                        <a:spcBef>
                          <a:spcPts val="0"/>
                        </a:spcBef>
                        <a:spcAft>
                          <a:spcPts val="0"/>
                        </a:spcAft>
                      </a:pPr>
                      <a:r>
                        <a:rPr lang="en-US" sz="1400" b="1" i="0">
                          <a:solidFill>
                            <a:srgbClr val="231505"/>
                          </a:solidFill>
                          <a:latin typeface="Calibri"/>
                        </a:rPr>
                        <a:t>Asia-Pacific is the fastest-growing region, but needs a different playbook.  </a:t>
                      </a:r>
                      <a:r>
                        <a:rPr lang="en-US" sz="1400" b="0" i="0">
                          <a:solidFill>
                            <a:srgbClr val="4D3A24"/>
                          </a:solidFill>
                          <a:latin typeface="Calibri"/>
                        </a:rPr>
                        <a:t>Growing from $1.77B in 2023 to $3.40B by 2030 (9.8% CAGR), it requires local health-system and insurer partners.</a:t>
                      </a:r>
                    </a:p>
                  </a:txBody>
                  <a:tcPr anchor="ctr">
                    <a:lnL w="12700" cmpd="sng">
                      <a:noFill/>
                    </a:lnL>
                    <a:lnR w="12700" cmpd="sng">
                      <a:noFill/>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9034782"/>
                  </a:ext>
                </a:extLst>
              </a:tr>
              <a:tr h="997101">
                <a:tc>
                  <a:txBody>
                    <a:bodyPr/>
                    <a:lstStyle/>
                    <a:p>
                      <a:pPr algn="l">
                        <a:lnSpc>
                          <a:spcPct val="122000"/>
                        </a:lnSpc>
                        <a:spcBef>
                          <a:spcPts val="0"/>
                        </a:spcBef>
                        <a:spcAft>
                          <a:spcPts val="0"/>
                        </a:spcAft>
                      </a:pPr>
                      <a:r>
                        <a:rPr lang="en-US" sz="1400" b="1" i="0">
                          <a:solidFill>
                            <a:srgbClr val="231505"/>
                          </a:solidFill>
                          <a:latin typeface="Calibri"/>
                        </a:rPr>
                        <a:t>The buyer changes by market.  </a:t>
                      </a:r>
                      <a:r>
                        <a:rPr lang="en-US" sz="1400" b="0" i="0">
                          <a:solidFill>
                            <a:srgbClr val="4D3A24"/>
                          </a:solidFill>
                          <a:latin typeface="Calibri"/>
                        </a:rPr>
                        <a:t>U.S. navigation is typically an employer benefit; internationally, health plans and provider systems are more common buyers.</a:t>
                      </a:r>
                    </a:p>
                  </a:txBody>
                  <a:tcPr anchor="ctr">
                    <a:lnL w="12700" cmpd="sng">
                      <a:noFill/>
                    </a:lnL>
                    <a:lnR w="12700" cmpd="sng">
                      <a:noFill/>
                    </a:lnR>
                    <a:lnT w="12700" cap="flat" cmpd="sng" algn="ctr">
                      <a:solidFill>
                        <a:schemeClr val="accent3">
                          <a:lumMod val="20000"/>
                          <a:lumOff val="80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17502995"/>
                  </a:ext>
                </a:extLst>
              </a:tr>
            </a:tbl>
          </a:graphicData>
        </a:graphic>
      </p:graphicFrame>
    </p:spTree>
    <p:extLst>
      <p:ext uri="{BB962C8B-B14F-4D97-AF65-F5344CB8AC3E}">
        <p14:creationId xmlns:p14="http://schemas.microsoft.com/office/powerpoint/2010/main" val="396954363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95B73-8011-AB47-B897-0F77CCC3E087}"/>
            </a:ext>
          </a:extLst>
        </p:cNvPr>
        <p:cNvGrpSpPr/>
        <p:nvPr/>
      </p:nvGrpSpPr>
      <p:grpSpPr>
        <a:xfrm>
          <a:off x="0" y="0"/>
          <a:ext cx="0" cy="0"/>
          <a:chOff x="0" y="0"/>
          <a:chExt cx="0" cy="0"/>
        </a:xfrm>
      </p:grpSpPr>
      <p:sp>
        <p:nvSpPr>
          <p:cNvPr id="48" name="Title 47">
            <a:extLst>
              <a:ext uri="{FF2B5EF4-FFF2-40B4-BE49-F238E27FC236}">
                <a16:creationId xmlns:a16="http://schemas.microsoft.com/office/drawing/2014/main" id="{40454C53-E1CF-5147-0512-3A2FA24571BE}"/>
              </a:ext>
            </a:extLst>
          </p:cNvPr>
          <p:cNvSpPr>
            <a:spLocks noGrp="1"/>
          </p:cNvSpPr>
          <p:nvPr>
            <p:ph type="title"/>
          </p:nvPr>
        </p:nvSpPr>
        <p:spPr>
          <a:xfrm>
            <a:off x="378135" y="506431"/>
            <a:ext cx="11560436" cy="364766"/>
          </a:xfrm>
        </p:spPr>
        <p:txBody>
          <a:bodyPr anchor="ctr"/>
          <a:lstStyle/>
          <a:p>
            <a:r>
              <a:rPr lang="en-US">
                <a:latin typeface="Open Sans Light" panose="020B0306030504020204" pitchFamily="34" charset="0"/>
                <a:ea typeface="Open Sans Light" panose="020B0306030504020204" pitchFamily="34" charset="0"/>
                <a:cs typeface="Open Sans Light" panose="020B0306030504020204" pitchFamily="34" charset="0"/>
              </a:rPr>
              <a:t>How the Care Navigation Category Makes Money and Who Buys</a:t>
            </a:r>
          </a:p>
        </p:txBody>
      </p:sp>
      <p:sp>
        <p:nvSpPr>
          <p:cNvPr id="49" name="Text Placeholder 48">
            <a:extLst>
              <a:ext uri="{FF2B5EF4-FFF2-40B4-BE49-F238E27FC236}">
                <a16:creationId xmlns:a16="http://schemas.microsoft.com/office/drawing/2014/main" id="{A32B72E6-69D0-7A8D-6AC4-4EDF1387065F}"/>
              </a:ext>
            </a:extLst>
          </p:cNvPr>
          <p:cNvSpPr>
            <a:spLocks noGrp="1"/>
          </p:cNvSpPr>
          <p:nvPr>
            <p:ph type="body" sz="quarter" idx="15"/>
          </p:nvPr>
        </p:nvSpPr>
        <p:spPr/>
        <p:txBody>
          <a:bodyPr/>
          <a:lstStyle/>
          <a:p>
            <a:r>
              <a:rPr lang="en-US">
                <a:latin typeface="Open Sans Light" panose="020B0306030504020204" pitchFamily="34" charset="0"/>
                <a:ea typeface="Open Sans Light" panose="020B0306030504020204" pitchFamily="34" charset="0"/>
                <a:cs typeface="Open Sans Light" panose="020B0306030504020204" pitchFamily="34" charset="0"/>
              </a:rPr>
              <a:t>3. Business Model, Economics &amp; Ecosystem</a:t>
            </a:r>
          </a:p>
        </p:txBody>
      </p:sp>
      <p:sp>
        <p:nvSpPr>
          <p:cNvPr id="4" name="Content Placeholder 3">
            <a:extLst>
              <a:ext uri="{FF2B5EF4-FFF2-40B4-BE49-F238E27FC236}">
                <a16:creationId xmlns:a16="http://schemas.microsoft.com/office/drawing/2014/main" id="{C6351B8B-3C28-8117-8F84-D034F01591E9}"/>
              </a:ext>
            </a:extLst>
          </p:cNvPr>
          <p:cNvSpPr>
            <a:spLocks noGrp="1"/>
          </p:cNvSpPr>
          <p:nvPr>
            <p:ph sz="quarter" idx="16"/>
          </p:nvPr>
        </p:nvSpPr>
        <p:spPr>
          <a:xfrm>
            <a:off x="378135" y="954088"/>
            <a:ext cx="11071225" cy="364766"/>
          </a:xfrm>
        </p:spPr>
        <p:txBody>
          <a:bodyPr/>
          <a:lstStyle/>
          <a:p>
            <a:r>
              <a:rPr lang="en-US" sz="1400">
                <a:latin typeface="Open Sans" panose="020B0606030504020204" pitchFamily="34" charset="0"/>
                <a:ea typeface="Open Sans" panose="020B0606030504020204" pitchFamily="34" charset="0"/>
                <a:cs typeface="Open Sans" panose="020B0606030504020204" pitchFamily="34" charset="0"/>
              </a:rPr>
              <a:t>Employers ultimately fund both models: navigation is embedded through the health-plan / TPA relationship or purchased as a separate employer carve-out</a:t>
            </a:r>
          </a:p>
        </p:txBody>
      </p:sp>
      <p:cxnSp>
        <p:nvCxnSpPr>
          <p:cNvPr id="51" name="Straight Connector 50">
            <a:extLst>
              <a:ext uri="{FF2B5EF4-FFF2-40B4-BE49-F238E27FC236}">
                <a16:creationId xmlns:a16="http://schemas.microsoft.com/office/drawing/2014/main" id="{1BCBCCBA-C4CC-C1E1-C36D-BF5710E9EAEA}"/>
              </a:ext>
            </a:extLst>
          </p:cNvPr>
          <p:cNvCxnSpPr>
            <a:cxnSpLocks/>
          </p:cNvCxnSpPr>
          <p:nvPr/>
        </p:nvCxnSpPr>
        <p:spPr>
          <a:xfrm>
            <a:off x="384490" y="421894"/>
            <a:ext cx="1137684" cy="0"/>
          </a:xfrm>
          <a:prstGeom prst="line">
            <a:avLst/>
          </a:prstGeom>
          <a:ln w="60325">
            <a:solidFill>
              <a:schemeClr val="accent4">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92" name="TextBox 91">
            <a:extLst>
              <a:ext uri="{FF2B5EF4-FFF2-40B4-BE49-F238E27FC236}">
                <a16:creationId xmlns:a16="http://schemas.microsoft.com/office/drawing/2014/main" id="{4D04F86C-AECC-F3C5-0551-C9A56B242E0C}"/>
              </a:ext>
            </a:extLst>
          </p:cNvPr>
          <p:cNvSpPr txBox="1"/>
          <p:nvPr/>
        </p:nvSpPr>
        <p:spPr>
          <a:xfrm>
            <a:off x="386080" y="6444759"/>
            <a:ext cx="11027664" cy="182880"/>
          </a:xfrm>
          <a:prstGeom prst="rect">
            <a:avLst/>
          </a:prstGeom>
          <a:noFill/>
        </p:spPr>
        <p:txBody>
          <a:bodyPr wrap="square" lIns="0" tIns="0" rIns="0" bIns="0" anchor="ctr">
            <a:noAutofit/>
          </a:bodyPr>
          <a:lstStyle/>
          <a:p>
            <a:r>
              <a:rPr lang="en-US" sz="800" b="1">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Sources: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Accolade, FY2024 Form 10-K</a:t>
            </a:r>
            <a:r>
              <a:rPr lang="en-US" sz="800">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Garner Health, For Employers</a:t>
            </a:r>
            <a:r>
              <a:rPr lang="en-US" sz="800">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Personify Health, Employee Wellbeing Platform</a:t>
            </a:r>
          </a:p>
        </p:txBody>
      </p:sp>
      <p:sp>
        <p:nvSpPr>
          <p:cNvPr id="7" name="Rounded Rectangle 8">
            <a:extLst>
              <a:ext uri="{FF2B5EF4-FFF2-40B4-BE49-F238E27FC236}">
                <a16:creationId xmlns:a16="http://schemas.microsoft.com/office/drawing/2014/main" id="{557BA58F-7167-C5DC-DD86-ED010DADE8EF}"/>
              </a:ext>
            </a:extLst>
          </p:cNvPr>
          <p:cNvSpPr/>
          <p:nvPr/>
        </p:nvSpPr>
        <p:spPr>
          <a:xfrm>
            <a:off x="397764" y="1707937"/>
            <a:ext cx="3630168" cy="3742462"/>
          </a:xfrm>
          <a:prstGeom prst="roundRect">
            <a:avLst/>
          </a:prstGeom>
          <a:solidFill>
            <a:srgbClr val="FFFDF8"/>
          </a:solidFill>
          <a:ln w="12700">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5" name="Group 4">
            <a:extLst>
              <a:ext uri="{FF2B5EF4-FFF2-40B4-BE49-F238E27FC236}">
                <a16:creationId xmlns:a16="http://schemas.microsoft.com/office/drawing/2014/main" id="{B0C7516A-3FB7-9996-836C-91AB2204C1FE}"/>
              </a:ext>
            </a:extLst>
          </p:cNvPr>
          <p:cNvGrpSpPr/>
          <p:nvPr/>
        </p:nvGrpSpPr>
        <p:grpSpPr>
          <a:xfrm>
            <a:off x="969631" y="2113487"/>
            <a:ext cx="537117" cy="519013"/>
            <a:chOff x="1893906" y="2061080"/>
            <a:chExt cx="537117" cy="519013"/>
          </a:xfrm>
        </p:grpSpPr>
        <p:sp>
          <p:nvSpPr>
            <p:cNvPr id="9" name="Oval 8">
              <a:extLst>
                <a:ext uri="{FF2B5EF4-FFF2-40B4-BE49-F238E27FC236}">
                  <a16:creationId xmlns:a16="http://schemas.microsoft.com/office/drawing/2014/main" id="{18F56A9D-1809-C244-A244-1230B4C48F4B}"/>
                </a:ext>
              </a:extLst>
            </p:cNvPr>
            <p:cNvSpPr/>
            <p:nvPr/>
          </p:nvSpPr>
          <p:spPr>
            <a:xfrm>
              <a:off x="1893906" y="2061080"/>
              <a:ext cx="519013" cy="519013"/>
            </a:xfrm>
            <a:prstGeom prst="ellipse">
              <a:avLst/>
            </a:prstGeom>
            <a:noFill/>
            <a:ln w="19050">
              <a:solidFill>
                <a:srgbClr val="3D4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a:extLst>
                <a:ext uri="{FF2B5EF4-FFF2-40B4-BE49-F238E27FC236}">
                  <a16:creationId xmlns:a16="http://schemas.microsoft.com/office/drawing/2014/main" id="{5F7343CD-B6EE-CAA3-F6D7-3629C7C740F4}"/>
                </a:ext>
              </a:extLst>
            </p:cNvPr>
            <p:cNvSpPr/>
            <p:nvPr/>
          </p:nvSpPr>
          <p:spPr>
            <a:xfrm>
              <a:off x="2002536" y="2169710"/>
              <a:ext cx="301752" cy="301752"/>
            </a:xfrm>
            <a:prstGeom prst="ellipse">
              <a:avLst/>
            </a:prstGeom>
            <a:noFill/>
            <a:ln w="19050">
              <a:solidFill>
                <a:srgbClr val="3D4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Isosceles Triangle 12">
              <a:extLst>
                <a:ext uri="{FF2B5EF4-FFF2-40B4-BE49-F238E27FC236}">
                  <a16:creationId xmlns:a16="http://schemas.microsoft.com/office/drawing/2014/main" id="{91DF5269-13EE-1E65-7FD9-2E5B4812BD3C}"/>
                </a:ext>
              </a:extLst>
            </p:cNvPr>
            <p:cNvSpPr/>
            <p:nvPr/>
          </p:nvSpPr>
          <p:spPr>
            <a:xfrm rot="12000000">
              <a:off x="2334463" y="2139535"/>
              <a:ext cx="96560" cy="96560"/>
            </a:xfrm>
            <a:prstGeom prst="triangle">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15" name="TextBox 14">
            <a:extLst>
              <a:ext uri="{FF2B5EF4-FFF2-40B4-BE49-F238E27FC236}">
                <a16:creationId xmlns:a16="http://schemas.microsoft.com/office/drawing/2014/main" id="{E1BE3CE5-1033-2AD7-88C0-63A612D0CAE2}"/>
              </a:ext>
            </a:extLst>
          </p:cNvPr>
          <p:cNvSpPr txBox="1"/>
          <p:nvPr/>
        </p:nvSpPr>
        <p:spPr>
          <a:xfrm>
            <a:off x="1841853" y="2068688"/>
            <a:ext cx="1582416" cy="229967"/>
          </a:xfrm>
          <a:prstGeom prst="rect">
            <a:avLst/>
          </a:prstGeom>
          <a:noFill/>
        </p:spPr>
        <p:txBody>
          <a:bodyPr wrap="square" lIns="0" tIns="0" rIns="0" bIns="0" anchor="t">
            <a:noAutofit/>
          </a:bodyPr>
          <a:lstStyle/>
          <a:p>
            <a:pPr algn="ctr">
              <a:spcBef>
                <a:spcPts val="0"/>
              </a:spcBef>
              <a:spcAft>
                <a:spcPts val="0"/>
              </a:spcAft>
            </a:pPr>
            <a:r>
              <a:rPr b="1" i="0">
                <a:solidFill>
                  <a:srgbClr val="231505"/>
                </a:solidFill>
                <a:latin typeface="Calibri"/>
              </a:rPr>
              <a:t>Recurring Access Fee</a:t>
            </a:r>
          </a:p>
        </p:txBody>
      </p:sp>
      <p:sp>
        <p:nvSpPr>
          <p:cNvPr id="17" name="TextBox 16">
            <a:extLst>
              <a:ext uri="{FF2B5EF4-FFF2-40B4-BE49-F238E27FC236}">
                <a16:creationId xmlns:a16="http://schemas.microsoft.com/office/drawing/2014/main" id="{D80A0AF0-AB00-25CB-3151-6C0553D2F417}"/>
              </a:ext>
            </a:extLst>
          </p:cNvPr>
          <p:cNvSpPr txBox="1"/>
          <p:nvPr/>
        </p:nvSpPr>
        <p:spPr>
          <a:xfrm>
            <a:off x="521208" y="3019478"/>
            <a:ext cx="3264408" cy="164592"/>
          </a:xfrm>
          <a:prstGeom prst="rect">
            <a:avLst/>
          </a:prstGeom>
          <a:noFill/>
        </p:spPr>
        <p:txBody>
          <a:bodyPr wrap="square" lIns="0" tIns="0" rIns="0" bIns="0" anchor="ctr">
            <a:noAutofit/>
          </a:bodyPr>
          <a:lstStyle/>
          <a:p>
            <a:pPr algn="ctr">
              <a:spcBef>
                <a:spcPts val="0"/>
              </a:spcBef>
              <a:spcAft>
                <a:spcPts val="0"/>
              </a:spcAft>
            </a:pPr>
            <a:r>
              <a:rPr lang="en-US" sz="1200" b="1" i="0">
                <a:solidFill>
                  <a:srgbClr val="5C3717"/>
                </a:solidFill>
                <a:latin typeface="Calibri"/>
              </a:rPr>
              <a:t>Who pays:  </a:t>
            </a:r>
            <a:r>
              <a:rPr lang="en-US" sz="1200" b="0" i="0">
                <a:solidFill>
                  <a:srgbClr val="4D3A24"/>
                </a:solidFill>
                <a:latin typeface="Calibri"/>
              </a:rPr>
              <a:t>Employer or health plan</a:t>
            </a:r>
          </a:p>
        </p:txBody>
      </p:sp>
      <p:sp>
        <p:nvSpPr>
          <p:cNvPr id="19" name="TextBox 18">
            <a:extLst>
              <a:ext uri="{FF2B5EF4-FFF2-40B4-BE49-F238E27FC236}">
                <a16:creationId xmlns:a16="http://schemas.microsoft.com/office/drawing/2014/main" id="{34A6014E-D3BB-955B-B89D-3CC8830E124B}"/>
              </a:ext>
            </a:extLst>
          </p:cNvPr>
          <p:cNvSpPr txBox="1"/>
          <p:nvPr/>
        </p:nvSpPr>
        <p:spPr>
          <a:xfrm>
            <a:off x="521208" y="3352091"/>
            <a:ext cx="3264408" cy="164592"/>
          </a:xfrm>
          <a:prstGeom prst="rect">
            <a:avLst/>
          </a:prstGeom>
          <a:noFill/>
        </p:spPr>
        <p:txBody>
          <a:bodyPr wrap="square" lIns="0" tIns="0" rIns="0" bIns="0" anchor="ctr">
            <a:noAutofit/>
          </a:bodyPr>
          <a:lstStyle/>
          <a:p>
            <a:pPr algn="ctr">
              <a:spcBef>
                <a:spcPts val="0"/>
              </a:spcBef>
              <a:spcAft>
                <a:spcPts val="0"/>
              </a:spcAft>
            </a:pPr>
            <a:r>
              <a:rPr lang="en-US" sz="1200" b="1">
                <a:solidFill>
                  <a:srgbClr val="5C3717"/>
                </a:solidFill>
              </a:rPr>
              <a:t>Payment pathway </a:t>
            </a:r>
            <a:r>
              <a:rPr lang="en-US" sz="1200" b="1" i="0">
                <a:solidFill>
                  <a:srgbClr val="5C3717"/>
                </a:solidFill>
                <a:latin typeface="Calibri"/>
              </a:rPr>
              <a:t>:  </a:t>
            </a:r>
            <a:r>
              <a:rPr lang="en-US" sz="1200" b="0" i="0">
                <a:solidFill>
                  <a:srgbClr val="4D3A24"/>
                </a:solidFill>
                <a:latin typeface="Calibri"/>
              </a:rPr>
              <a:t>Fixed + variable PMPM / PEPM</a:t>
            </a:r>
          </a:p>
        </p:txBody>
      </p:sp>
      <p:sp>
        <p:nvSpPr>
          <p:cNvPr id="21" name="TextBox 20">
            <a:extLst>
              <a:ext uri="{FF2B5EF4-FFF2-40B4-BE49-F238E27FC236}">
                <a16:creationId xmlns:a16="http://schemas.microsoft.com/office/drawing/2014/main" id="{3F2371A8-9309-B257-45E7-AC265A56CFE6}"/>
              </a:ext>
            </a:extLst>
          </p:cNvPr>
          <p:cNvSpPr txBox="1"/>
          <p:nvPr/>
        </p:nvSpPr>
        <p:spPr>
          <a:xfrm>
            <a:off x="594360" y="3818809"/>
            <a:ext cx="3118104" cy="402336"/>
          </a:xfrm>
          <a:prstGeom prst="rect">
            <a:avLst/>
          </a:prstGeom>
          <a:noFill/>
        </p:spPr>
        <p:txBody>
          <a:bodyPr wrap="square" lIns="0" tIns="0" rIns="0" bIns="0" anchor="t">
            <a:noAutofit/>
          </a:bodyPr>
          <a:lstStyle/>
          <a:p>
            <a:pPr algn="ctr">
              <a:lnSpc>
                <a:spcPct val="120000"/>
              </a:lnSpc>
              <a:spcBef>
                <a:spcPts val="0"/>
              </a:spcBef>
              <a:spcAft>
                <a:spcPts val="0"/>
              </a:spcAft>
            </a:pPr>
            <a:r>
              <a:rPr lang="en-US" sz="1200" b="0" i="0">
                <a:solidFill>
                  <a:srgbClr val="231505"/>
                </a:solidFill>
                <a:latin typeface="Calibri"/>
              </a:rPr>
              <a:t>Per-member fee for navigation access and ongoing member support.</a:t>
            </a:r>
          </a:p>
        </p:txBody>
      </p:sp>
      <p:cxnSp>
        <p:nvCxnSpPr>
          <p:cNvPr id="23" name="Connector 16">
            <a:extLst>
              <a:ext uri="{FF2B5EF4-FFF2-40B4-BE49-F238E27FC236}">
                <a16:creationId xmlns:a16="http://schemas.microsoft.com/office/drawing/2014/main" id="{307C5DB2-ADCF-2DAD-9BBA-B1EB3D71FF5F}"/>
              </a:ext>
            </a:extLst>
          </p:cNvPr>
          <p:cNvCxnSpPr/>
          <p:nvPr/>
        </p:nvCxnSpPr>
        <p:spPr>
          <a:xfrm>
            <a:off x="1064362" y="4461540"/>
            <a:ext cx="2178100" cy="0"/>
          </a:xfrm>
          <a:prstGeom prst="line">
            <a:avLst/>
          </a:prstGeom>
          <a:ln w="9525">
            <a:solidFill>
              <a:srgbClr val="5D3818"/>
            </a:solidFill>
          </a:ln>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4F034F33-0140-FCB9-E50F-C738832FD45E}"/>
              </a:ext>
            </a:extLst>
          </p:cNvPr>
          <p:cNvSpPr txBox="1"/>
          <p:nvPr/>
        </p:nvSpPr>
        <p:spPr>
          <a:xfrm>
            <a:off x="557784" y="4589777"/>
            <a:ext cx="3191256" cy="329184"/>
          </a:xfrm>
          <a:prstGeom prst="rect">
            <a:avLst/>
          </a:prstGeom>
          <a:noFill/>
        </p:spPr>
        <p:txBody>
          <a:bodyPr wrap="square" lIns="0" tIns="0" rIns="0" bIns="0" anchor="t">
            <a:noAutofit/>
          </a:bodyPr>
          <a:lstStyle/>
          <a:p>
            <a:pPr algn="ctr">
              <a:lnSpc>
                <a:spcPct val="120000"/>
              </a:lnSpc>
              <a:spcBef>
                <a:spcPts val="0"/>
              </a:spcBef>
              <a:spcAft>
                <a:spcPts val="0"/>
              </a:spcAft>
            </a:pPr>
            <a:r>
              <a:rPr lang="en-US" sz="1200" b="1" i="0">
                <a:solidFill>
                  <a:srgbClr val="5C3717"/>
                </a:solidFill>
                <a:latin typeface="Calibri"/>
              </a:rPr>
              <a:t>Example.  </a:t>
            </a:r>
            <a:r>
              <a:rPr lang="en-US" sz="1200" b="0" i="0">
                <a:solidFill>
                  <a:srgbClr val="4D3A24"/>
                </a:solidFill>
                <a:latin typeface="Calibri"/>
              </a:rPr>
              <a:t>Legacy Accolade FY24: fixed + variable PMPM access fees generated $300.5M of access-fee revenue.</a:t>
            </a:r>
          </a:p>
        </p:txBody>
      </p:sp>
      <p:sp>
        <p:nvSpPr>
          <p:cNvPr id="27" name="Rounded Rectangle 18">
            <a:extLst>
              <a:ext uri="{FF2B5EF4-FFF2-40B4-BE49-F238E27FC236}">
                <a16:creationId xmlns:a16="http://schemas.microsoft.com/office/drawing/2014/main" id="{55459B53-4632-5FAA-9212-7D295BBCA2C4}"/>
              </a:ext>
            </a:extLst>
          </p:cNvPr>
          <p:cNvSpPr/>
          <p:nvPr/>
        </p:nvSpPr>
        <p:spPr>
          <a:xfrm>
            <a:off x="4155948" y="1707937"/>
            <a:ext cx="3630168" cy="3742462"/>
          </a:xfrm>
          <a:prstGeom prst="roundRect">
            <a:avLst/>
          </a:prstGeom>
          <a:solidFill>
            <a:srgbClr val="FFFDF8"/>
          </a:solidFill>
          <a:ln w="12700">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 name="Group 2">
            <a:extLst>
              <a:ext uri="{FF2B5EF4-FFF2-40B4-BE49-F238E27FC236}">
                <a16:creationId xmlns:a16="http://schemas.microsoft.com/office/drawing/2014/main" id="{43549FF8-E996-5C9D-6C5A-1236A7D70CE3}"/>
              </a:ext>
            </a:extLst>
          </p:cNvPr>
          <p:cNvGrpSpPr/>
          <p:nvPr/>
        </p:nvGrpSpPr>
        <p:grpSpPr>
          <a:xfrm>
            <a:off x="4643917" y="2113487"/>
            <a:ext cx="603504" cy="482803"/>
            <a:chOff x="5669280" y="2018834"/>
            <a:chExt cx="603504" cy="482803"/>
          </a:xfrm>
        </p:grpSpPr>
        <p:cxnSp>
          <p:nvCxnSpPr>
            <p:cNvPr id="29" name="Connector 19">
              <a:extLst>
                <a:ext uri="{FF2B5EF4-FFF2-40B4-BE49-F238E27FC236}">
                  <a16:creationId xmlns:a16="http://schemas.microsoft.com/office/drawing/2014/main" id="{CB0FFDBA-DC7D-31E2-95F3-ACDB2D8228FA}"/>
                </a:ext>
              </a:extLst>
            </p:cNvPr>
            <p:cNvCxnSpPr/>
            <p:nvPr/>
          </p:nvCxnSpPr>
          <p:spPr>
            <a:xfrm flipV="1">
              <a:off x="5669280" y="2236095"/>
              <a:ext cx="211226" cy="265542"/>
            </a:xfrm>
            <a:prstGeom prst="line">
              <a:avLst/>
            </a:prstGeom>
            <a:ln w="15875">
              <a:solidFill>
                <a:srgbClr val="3D4F8F"/>
              </a:solidFill>
            </a:ln>
            <a:effectLst/>
          </p:spPr>
          <p:style>
            <a:lnRef idx="2">
              <a:schemeClr val="accent1"/>
            </a:lnRef>
            <a:fillRef idx="0">
              <a:schemeClr val="accent1"/>
            </a:fillRef>
            <a:effectRef idx="1">
              <a:schemeClr val="accent1"/>
            </a:effectRef>
            <a:fontRef idx="minor">
              <a:schemeClr val="tx1"/>
            </a:fontRef>
          </p:style>
        </p:cxnSp>
        <p:cxnSp>
          <p:nvCxnSpPr>
            <p:cNvPr id="31" name="Connector 20">
              <a:extLst>
                <a:ext uri="{FF2B5EF4-FFF2-40B4-BE49-F238E27FC236}">
                  <a16:creationId xmlns:a16="http://schemas.microsoft.com/office/drawing/2014/main" id="{341F7236-951F-4293-FE6B-B1ECC190B2DC}"/>
                </a:ext>
              </a:extLst>
            </p:cNvPr>
            <p:cNvCxnSpPr/>
            <p:nvPr/>
          </p:nvCxnSpPr>
          <p:spPr>
            <a:xfrm>
              <a:off x="5880506" y="2236095"/>
              <a:ext cx="162946" cy="111045"/>
            </a:xfrm>
            <a:prstGeom prst="line">
              <a:avLst/>
            </a:prstGeom>
            <a:ln w="15875">
              <a:solidFill>
                <a:srgbClr val="3D4F8F"/>
              </a:solidFill>
            </a:ln>
            <a:effectLst/>
          </p:spPr>
          <p:style>
            <a:lnRef idx="2">
              <a:schemeClr val="accent1"/>
            </a:lnRef>
            <a:fillRef idx="0">
              <a:schemeClr val="accent1"/>
            </a:fillRef>
            <a:effectRef idx="1">
              <a:schemeClr val="accent1"/>
            </a:effectRef>
            <a:fontRef idx="minor">
              <a:schemeClr val="tx1"/>
            </a:fontRef>
          </p:style>
        </p:cxnSp>
        <p:cxnSp>
          <p:nvCxnSpPr>
            <p:cNvPr id="33" name="Connector 21">
              <a:extLst>
                <a:ext uri="{FF2B5EF4-FFF2-40B4-BE49-F238E27FC236}">
                  <a16:creationId xmlns:a16="http://schemas.microsoft.com/office/drawing/2014/main" id="{3A2BAD66-36B7-0481-5048-A704B03E8421}"/>
                </a:ext>
              </a:extLst>
            </p:cNvPr>
            <p:cNvCxnSpPr/>
            <p:nvPr/>
          </p:nvCxnSpPr>
          <p:spPr>
            <a:xfrm flipV="1">
              <a:off x="6043452" y="2018834"/>
              <a:ext cx="229332" cy="328306"/>
            </a:xfrm>
            <a:prstGeom prst="line">
              <a:avLst/>
            </a:prstGeom>
            <a:ln w="15875">
              <a:solidFill>
                <a:srgbClr val="3D4F8F"/>
              </a:solidFill>
              <a:tailEnd type="triangle" w="med" len="med"/>
            </a:ln>
            <a:effectLst/>
          </p:spPr>
          <p:style>
            <a:lnRef idx="2">
              <a:schemeClr val="accent1"/>
            </a:lnRef>
            <a:fillRef idx="0">
              <a:schemeClr val="accent1"/>
            </a:fillRef>
            <a:effectRef idx="1">
              <a:schemeClr val="accent1"/>
            </a:effectRef>
            <a:fontRef idx="minor">
              <a:schemeClr val="tx1"/>
            </a:fontRef>
          </p:style>
        </p:cxnSp>
      </p:grpSp>
      <p:sp>
        <p:nvSpPr>
          <p:cNvPr id="35" name="TextBox 34">
            <a:extLst>
              <a:ext uri="{FF2B5EF4-FFF2-40B4-BE49-F238E27FC236}">
                <a16:creationId xmlns:a16="http://schemas.microsoft.com/office/drawing/2014/main" id="{EAE17C1D-A412-1E1E-EA81-459AE79273D3}"/>
              </a:ext>
            </a:extLst>
          </p:cNvPr>
          <p:cNvSpPr txBox="1"/>
          <p:nvPr/>
        </p:nvSpPr>
        <p:spPr>
          <a:xfrm>
            <a:off x="5445579" y="2052839"/>
            <a:ext cx="1933956" cy="219456"/>
          </a:xfrm>
          <a:prstGeom prst="rect">
            <a:avLst/>
          </a:prstGeom>
          <a:noFill/>
        </p:spPr>
        <p:txBody>
          <a:bodyPr wrap="square" lIns="0" tIns="0" rIns="0" bIns="0" anchor="t">
            <a:noAutofit/>
          </a:bodyPr>
          <a:lstStyle/>
          <a:p>
            <a:pPr algn="ctr">
              <a:spcBef>
                <a:spcPts val="0"/>
              </a:spcBef>
              <a:spcAft>
                <a:spcPts val="0"/>
              </a:spcAft>
            </a:pPr>
            <a:r>
              <a:rPr b="1" i="0">
                <a:solidFill>
                  <a:srgbClr val="231505"/>
                </a:solidFill>
                <a:latin typeface="Calibri"/>
              </a:rPr>
              <a:t>Performance Component</a:t>
            </a:r>
          </a:p>
        </p:txBody>
      </p:sp>
      <p:sp>
        <p:nvSpPr>
          <p:cNvPr id="37" name="TextBox 36">
            <a:extLst>
              <a:ext uri="{FF2B5EF4-FFF2-40B4-BE49-F238E27FC236}">
                <a16:creationId xmlns:a16="http://schemas.microsoft.com/office/drawing/2014/main" id="{F8413E12-8FCB-592D-C530-5779135B5CDE}"/>
              </a:ext>
            </a:extLst>
          </p:cNvPr>
          <p:cNvSpPr txBox="1"/>
          <p:nvPr/>
        </p:nvSpPr>
        <p:spPr>
          <a:xfrm>
            <a:off x="4338828" y="3019478"/>
            <a:ext cx="3264408" cy="164592"/>
          </a:xfrm>
          <a:prstGeom prst="rect">
            <a:avLst/>
          </a:prstGeom>
          <a:noFill/>
        </p:spPr>
        <p:txBody>
          <a:bodyPr wrap="square" lIns="0" tIns="0" rIns="0" bIns="0" anchor="ctr">
            <a:noAutofit/>
          </a:bodyPr>
          <a:lstStyle/>
          <a:p>
            <a:pPr algn="ctr">
              <a:spcBef>
                <a:spcPts val="0"/>
              </a:spcBef>
              <a:spcAft>
                <a:spcPts val="0"/>
              </a:spcAft>
            </a:pPr>
            <a:r>
              <a:rPr lang="en-US" sz="1200" b="1" i="0">
                <a:solidFill>
                  <a:srgbClr val="5C3717"/>
                </a:solidFill>
                <a:latin typeface="Calibri"/>
              </a:rPr>
              <a:t>Who pays:  </a:t>
            </a:r>
            <a:r>
              <a:rPr lang="en-US" sz="1200" b="0" i="0">
                <a:solidFill>
                  <a:srgbClr val="4D3A24"/>
                </a:solidFill>
                <a:latin typeface="Calibri"/>
              </a:rPr>
              <a:t>Self-funded employer</a:t>
            </a:r>
          </a:p>
        </p:txBody>
      </p:sp>
      <p:sp>
        <p:nvSpPr>
          <p:cNvPr id="39" name="TextBox 38">
            <a:extLst>
              <a:ext uri="{FF2B5EF4-FFF2-40B4-BE49-F238E27FC236}">
                <a16:creationId xmlns:a16="http://schemas.microsoft.com/office/drawing/2014/main" id="{B6E0EC91-D699-9199-8F75-12419C03AA73}"/>
              </a:ext>
            </a:extLst>
          </p:cNvPr>
          <p:cNvSpPr txBox="1"/>
          <p:nvPr/>
        </p:nvSpPr>
        <p:spPr>
          <a:xfrm>
            <a:off x="4338828" y="3352091"/>
            <a:ext cx="3264408" cy="164592"/>
          </a:xfrm>
          <a:prstGeom prst="rect">
            <a:avLst/>
          </a:prstGeom>
          <a:noFill/>
        </p:spPr>
        <p:txBody>
          <a:bodyPr wrap="square" lIns="0" tIns="0" rIns="0" bIns="0" anchor="ctr">
            <a:noAutofit/>
          </a:bodyPr>
          <a:lstStyle/>
          <a:p>
            <a:pPr algn="ctr">
              <a:spcBef>
                <a:spcPts val="0"/>
              </a:spcBef>
              <a:spcAft>
                <a:spcPts val="0"/>
              </a:spcAft>
            </a:pPr>
            <a:r>
              <a:rPr lang="en-US" sz="1200" b="1">
                <a:solidFill>
                  <a:srgbClr val="5C3717"/>
                </a:solidFill>
              </a:rPr>
              <a:t>Payment pathway </a:t>
            </a:r>
            <a:r>
              <a:rPr lang="en-US" sz="1200" b="1" i="0">
                <a:solidFill>
                  <a:srgbClr val="5C3717"/>
                </a:solidFill>
                <a:latin typeface="Calibri"/>
              </a:rPr>
              <a:t>:  </a:t>
            </a:r>
            <a:r>
              <a:rPr lang="en-US" sz="1200" b="0" i="0">
                <a:solidFill>
                  <a:srgbClr val="4D3A24"/>
                </a:solidFill>
                <a:latin typeface="Calibri"/>
              </a:rPr>
              <a:t>PEPM with fee at risk</a:t>
            </a:r>
          </a:p>
        </p:txBody>
      </p:sp>
      <p:sp>
        <p:nvSpPr>
          <p:cNvPr id="41" name="TextBox 40">
            <a:extLst>
              <a:ext uri="{FF2B5EF4-FFF2-40B4-BE49-F238E27FC236}">
                <a16:creationId xmlns:a16="http://schemas.microsoft.com/office/drawing/2014/main" id="{F79B9559-9E8C-D3B4-C094-4F04E32FC48E}"/>
              </a:ext>
            </a:extLst>
          </p:cNvPr>
          <p:cNvSpPr txBox="1"/>
          <p:nvPr/>
        </p:nvSpPr>
        <p:spPr>
          <a:xfrm>
            <a:off x="4411980" y="3818809"/>
            <a:ext cx="3118104" cy="402336"/>
          </a:xfrm>
          <a:prstGeom prst="rect">
            <a:avLst/>
          </a:prstGeom>
          <a:noFill/>
        </p:spPr>
        <p:txBody>
          <a:bodyPr wrap="square" lIns="0" tIns="0" rIns="0" bIns="0" anchor="t">
            <a:noAutofit/>
          </a:bodyPr>
          <a:lstStyle/>
          <a:p>
            <a:pPr algn="ctr">
              <a:lnSpc>
                <a:spcPct val="120000"/>
              </a:lnSpc>
              <a:spcBef>
                <a:spcPts val="0"/>
              </a:spcBef>
              <a:spcAft>
                <a:spcPts val="0"/>
              </a:spcAft>
            </a:pPr>
            <a:r>
              <a:rPr lang="en-US" sz="1200" b="0" i="0">
                <a:solidFill>
                  <a:srgbClr val="231505"/>
                </a:solidFill>
                <a:latin typeface="Calibri"/>
              </a:rPr>
              <a:t>Part of the fee depends on agreed savings or performance measures.</a:t>
            </a:r>
          </a:p>
        </p:txBody>
      </p:sp>
      <p:cxnSp>
        <p:nvCxnSpPr>
          <p:cNvPr id="43" name="Connector 26">
            <a:extLst>
              <a:ext uri="{FF2B5EF4-FFF2-40B4-BE49-F238E27FC236}">
                <a16:creationId xmlns:a16="http://schemas.microsoft.com/office/drawing/2014/main" id="{5F6E0B5F-4F84-106D-ABDC-BCCFDA64F850}"/>
              </a:ext>
            </a:extLst>
          </p:cNvPr>
          <p:cNvCxnSpPr/>
          <p:nvPr/>
        </p:nvCxnSpPr>
        <p:spPr>
          <a:xfrm>
            <a:off x="4881982" y="4461540"/>
            <a:ext cx="2178100" cy="0"/>
          </a:xfrm>
          <a:prstGeom prst="line">
            <a:avLst/>
          </a:prstGeom>
          <a:ln w="9525">
            <a:solidFill>
              <a:srgbClr val="5D3818"/>
            </a:solidFill>
          </a:ln>
          <a:effectLst/>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A94DD212-C054-CC8E-7782-B690D077055B}"/>
              </a:ext>
            </a:extLst>
          </p:cNvPr>
          <p:cNvSpPr txBox="1"/>
          <p:nvPr/>
        </p:nvSpPr>
        <p:spPr>
          <a:xfrm>
            <a:off x="4375404" y="4589777"/>
            <a:ext cx="3191256" cy="329184"/>
          </a:xfrm>
          <a:prstGeom prst="rect">
            <a:avLst/>
          </a:prstGeom>
          <a:noFill/>
        </p:spPr>
        <p:txBody>
          <a:bodyPr wrap="square" lIns="0" tIns="0" rIns="0" bIns="0" anchor="t">
            <a:noAutofit/>
          </a:bodyPr>
          <a:lstStyle/>
          <a:p>
            <a:pPr algn="ctr">
              <a:lnSpc>
                <a:spcPct val="120000"/>
              </a:lnSpc>
              <a:spcBef>
                <a:spcPts val="0"/>
              </a:spcBef>
              <a:spcAft>
                <a:spcPts val="0"/>
              </a:spcAft>
            </a:pPr>
            <a:r>
              <a:rPr lang="en-US" sz="1200" b="1" i="0">
                <a:solidFill>
                  <a:srgbClr val="5C3717"/>
                </a:solidFill>
                <a:latin typeface="Calibri"/>
              </a:rPr>
              <a:t>Example.  </a:t>
            </a:r>
            <a:r>
              <a:rPr lang="en-US" sz="1200" b="0" i="0">
                <a:solidFill>
                  <a:srgbClr val="4D3A24"/>
                </a:solidFill>
                <a:latin typeface="Calibri"/>
              </a:rPr>
              <a:t>Garner’s PEPM includes administration and incentives; fees are tied to an agreed net-trend target.</a:t>
            </a:r>
          </a:p>
        </p:txBody>
      </p:sp>
      <p:sp>
        <p:nvSpPr>
          <p:cNvPr id="46" name="Rounded Rectangle 28">
            <a:extLst>
              <a:ext uri="{FF2B5EF4-FFF2-40B4-BE49-F238E27FC236}">
                <a16:creationId xmlns:a16="http://schemas.microsoft.com/office/drawing/2014/main" id="{98FACDD4-C8A4-C40C-F785-C25E9D0C1103}"/>
              </a:ext>
            </a:extLst>
          </p:cNvPr>
          <p:cNvSpPr/>
          <p:nvPr/>
        </p:nvSpPr>
        <p:spPr>
          <a:xfrm>
            <a:off x="7973568" y="1707937"/>
            <a:ext cx="3630168" cy="3742462"/>
          </a:xfrm>
          <a:prstGeom prst="roundRect">
            <a:avLst/>
          </a:prstGeom>
          <a:solidFill>
            <a:srgbClr val="FFFDF8"/>
          </a:solidFill>
          <a:ln w="12700">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 name="Group 1">
            <a:extLst>
              <a:ext uri="{FF2B5EF4-FFF2-40B4-BE49-F238E27FC236}">
                <a16:creationId xmlns:a16="http://schemas.microsoft.com/office/drawing/2014/main" id="{C11F8E4A-19E0-6097-5011-6B433E37F656}"/>
              </a:ext>
            </a:extLst>
          </p:cNvPr>
          <p:cNvGrpSpPr/>
          <p:nvPr/>
        </p:nvGrpSpPr>
        <p:grpSpPr>
          <a:xfrm>
            <a:off x="8561253" y="2056109"/>
            <a:ext cx="603504" cy="603504"/>
            <a:chOff x="9486900" y="2018834"/>
            <a:chExt cx="603504" cy="603504"/>
          </a:xfrm>
        </p:grpSpPr>
        <p:sp>
          <p:nvSpPr>
            <p:cNvPr id="47" name="Oval 46">
              <a:extLst>
                <a:ext uri="{FF2B5EF4-FFF2-40B4-BE49-F238E27FC236}">
                  <a16:creationId xmlns:a16="http://schemas.microsoft.com/office/drawing/2014/main" id="{78EABB87-B115-E4A6-E3F2-4BAF50BFA07A}"/>
                </a:ext>
              </a:extLst>
            </p:cNvPr>
            <p:cNvSpPr/>
            <p:nvPr/>
          </p:nvSpPr>
          <p:spPr>
            <a:xfrm>
              <a:off x="9486900" y="2018834"/>
              <a:ext cx="603504" cy="603504"/>
            </a:xfrm>
            <a:prstGeom prst="ellipse">
              <a:avLst/>
            </a:prstGeom>
            <a:noFill/>
            <a:ln w="15875">
              <a:solidFill>
                <a:srgbClr val="3D4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a:extLst>
                <a:ext uri="{FF2B5EF4-FFF2-40B4-BE49-F238E27FC236}">
                  <a16:creationId xmlns:a16="http://schemas.microsoft.com/office/drawing/2014/main" id="{48E5CB06-E50A-7D10-E057-5B3796B96BCB}"/>
                </a:ext>
              </a:extLst>
            </p:cNvPr>
            <p:cNvSpPr/>
            <p:nvPr/>
          </p:nvSpPr>
          <p:spPr>
            <a:xfrm>
              <a:off x="9637776" y="2169710"/>
              <a:ext cx="301752" cy="301752"/>
            </a:xfrm>
            <a:prstGeom prst="ellipse">
              <a:avLst/>
            </a:prstGeom>
            <a:noFill/>
            <a:ln w="12700">
              <a:solidFill>
                <a:srgbClr val="3D4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a:extLst>
                <a:ext uri="{FF2B5EF4-FFF2-40B4-BE49-F238E27FC236}">
                  <a16:creationId xmlns:a16="http://schemas.microsoft.com/office/drawing/2014/main" id="{FD90B7F3-9FE2-E71C-AEF4-9CFDA5016075}"/>
                </a:ext>
              </a:extLst>
            </p:cNvPr>
            <p:cNvSpPr/>
            <p:nvPr/>
          </p:nvSpPr>
          <p:spPr>
            <a:xfrm>
              <a:off x="9752442" y="2284376"/>
              <a:ext cx="72420" cy="72420"/>
            </a:xfrm>
            <a:prstGeom prst="ellipse">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53" name="TextBox 52">
            <a:extLst>
              <a:ext uri="{FF2B5EF4-FFF2-40B4-BE49-F238E27FC236}">
                <a16:creationId xmlns:a16="http://schemas.microsoft.com/office/drawing/2014/main" id="{6D9F00CF-2103-052B-EA4D-0D36C958B4D3}"/>
              </a:ext>
            </a:extLst>
          </p:cNvPr>
          <p:cNvSpPr txBox="1"/>
          <p:nvPr/>
        </p:nvSpPr>
        <p:spPr>
          <a:xfrm>
            <a:off x="9463887" y="2068688"/>
            <a:ext cx="1668414" cy="293543"/>
          </a:xfrm>
          <a:prstGeom prst="rect">
            <a:avLst/>
          </a:prstGeom>
          <a:noFill/>
        </p:spPr>
        <p:txBody>
          <a:bodyPr wrap="square" lIns="0" tIns="0" rIns="0" bIns="0" anchor="t">
            <a:noAutofit/>
          </a:bodyPr>
          <a:lstStyle/>
          <a:p>
            <a:pPr algn="ctr">
              <a:spcBef>
                <a:spcPts val="0"/>
              </a:spcBef>
              <a:spcAft>
                <a:spcPts val="0"/>
              </a:spcAft>
            </a:pPr>
            <a:r>
              <a:rPr b="1" i="0">
                <a:solidFill>
                  <a:srgbClr val="231505"/>
                </a:solidFill>
                <a:latin typeface="Calibri"/>
              </a:rPr>
              <a:t>Case or Usage Fee</a:t>
            </a:r>
          </a:p>
        </p:txBody>
      </p:sp>
      <p:sp>
        <p:nvSpPr>
          <p:cNvPr id="54" name="TextBox 53">
            <a:extLst>
              <a:ext uri="{FF2B5EF4-FFF2-40B4-BE49-F238E27FC236}">
                <a16:creationId xmlns:a16="http://schemas.microsoft.com/office/drawing/2014/main" id="{4BC0165F-7CFB-5FC5-7BE8-66C68F451A4E}"/>
              </a:ext>
            </a:extLst>
          </p:cNvPr>
          <p:cNvSpPr txBox="1"/>
          <p:nvPr/>
        </p:nvSpPr>
        <p:spPr>
          <a:xfrm>
            <a:off x="8156448" y="3019478"/>
            <a:ext cx="3264408" cy="164592"/>
          </a:xfrm>
          <a:prstGeom prst="rect">
            <a:avLst/>
          </a:prstGeom>
          <a:noFill/>
        </p:spPr>
        <p:txBody>
          <a:bodyPr wrap="square" lIns="0" tIns="0" rIns="0" bIns="0" anchor="ctr">
            <a:noAutofit/>
          </a:bodyPr>
          <a:lstStyle/>
          <a:p>
            <a:pPr algn="ctr">
              <a:spcBef>
                <a:spcPts val="0"/>
              </a:spcBef>
              <a:spcAft>
                <a:spcPts val="0"/>
              </a:spcAft>
            </a:pPr>
            <a:r>
              <a:rPr lang="en-US" sz="1200" b="1" i="0">
                <a:solidFill>
                  <a:srgbClr val="5C3717"/>
                </a:solidFill>
                <a:latin typeface="Calibri"/>
              </a:rPr>
              <a:t>Who pays:  </a:t>
            </a:r>
            <a:r>
              <a:rPr lang="en-US" sz="1200" b="0" i="0">
                <a:solidFill>
                  <a:srgbClr val="4D3A24"/>
                </a:solidFill>
                <a:latin typeface="Calibri"/>
              </a:rPr>
              <a:t>Employer or health plan</a:t>
            </a:r>
          </a:p>
        </p:txBody>
      </p:sp>
      <p:sp>
        <p:nvSpPr>
          <p:cNvPr id="55" name="TextBox 54">
            <a:extLst>
              <a:ext uri="{FF2B5EF4-FFF2-40B4-BE49-F238E27FC236}">
                <a16:creationId xmlns:a16="http://schemas.microsoft.com/office/drawing/2014/main" id="{81F22896-BFCF-C703-45D4-8D0B9C0748F5}"/>
              </a:ext>
            </a:extLst>
          </p:cNvPr>
          <p:cNvSpPr txBox="1"/>
          <p:nvPr/>
        </p:nvSpPr>
        <p:spPr>
          <a:xfrm>
            <a:off x="8156448" y="3352091"/>
            <a:ext cx="3264408" cy="164592"/>
          </a:xfrm>
          <a:prstGeom prst="rect">
            <a:avLst/>
          </a:prstGeom>
          <a:noFill/>
        </p:spPr>
        <p:txBody>
          <a:bodyPr wrap="square" lIns="0" tIns="0" rIns="0" bIns="0" anchor="ctr">
            <a:noAutofit/>
          </a:bodyPr>
          <a:lstStyle/>
          <a:p>
            <a:pPr algn="ctr">
              <a:spcBef>
                <a:spcPts val="0"/>
              </a:spcBef>
              <a:spcAft>
                <a:spcPts val="0"/>
              </a:spcAft>
            </a:pPr>
            <a:r>
              <a:rPr lang="en-US" sz="1200" b="1" i="0">
                <a:solidFill>
                  <a:srgbClr val="5C3717"/>
                </a:solidFill>
                <a:latin typeface="Calibri"/>
              </a:rPr>
              <a:t>Payment pathway:  </a:t>
            </a:r>
            <a:r>
              <a:rPr lang="en-US" sz="1200" b="0" i="0">
                <a:solidFill>
                  <a:srgbClr val="4D3A24"/>
                </a:solidFill>
                <a:latin typeface="Calibri"/>
              </a:rPr>
              <a:t>Case rate or fee per visit</a:t>
            </a:r>
          </a:p>
        </p:txBody>
      </p:sp>
      <p:sp>
        <p:nvSpPr>
          <p:cNvPr id="56" name="TextBox 55">
            <a:extLst>
              <a:ext uri="{FF2B5EF4-FFF2-40B4-BE49-F238E27FC236}">
                <a16:creationId xmlns:a16="http://schemas.microsoft.com/office/drawing/2014/main" id="{B9A29406-F7FD-C0FC-B74F-FD9DD7E0B461}"/>
              </a:ext>
            </a:extLst>
          </p:cNvPr>
          <p:cNvSpPr txBox="1"/>
          <p:nvPr/>
        </p:nvSpPr>
        <p:spPr>
          <a:xfrm>
            <a:off x="8229600" y="3818809"/>
            <a:ext cx="3118104" cy="402336"/>
          </a:xfrm>
          <a:prstGeom prst="rect">
            <a:avLst/>
          </a:prstGeom>
          <a:noFill/>
        </p:spPr>
        <p:txBody>
          <a:bodyPr wrap="square" lIns="0" tIns="0" rIns="0" bIns="0" anchor="t">
            <a:noAutofit/>
          </a:bodyPr>
          <a:lstStyle/>
          <a:p>
            <a:pPr algn="ctr">
              <a:lnSpc>
                <a:spcPct val="120000"/>
              </a:lnSpc>
              <a:spcBef>
                <a:spcPts val="0"/>
              </a:spcBef>
              <a:spcAft>
                <a:spcPts val="0"/>
              </a:spcAft>
            </a:pPr>
            <a:r>
              <a:rPr lang="en-US" sz="1200" b="0" i="0">
                <a:solidFill>
                  <a:srgbClr val="231505"/>
                </a:solidFill>
                <a:latin typeface="Calibri"/>
              </a:rPr>
              <a:t>Additional payment for expert opinions, complex-care episodes or virtual-care use.</a:t>
            </a:r>
          </a:p>
        </p:txBody>
      </p:sp>
      <p:cxnSp>
        <p:nvCxnSpPr>
          <p:cNvPr id="57" name="Connector 36">
            <a:extLst>
              <a:ext uri="{FF2B5EF4-FFF2-40B4-BE49-F238E27FC236}">
                <a16:creationId xmlns:a16="http://schemas.microsoft.com/office/drawing/2014/main" id="{44BA3ED3-DFB7-FD68-0F53-445F91CE199E}"/>
              </a:ext>
            </a:extLst>
          </p:cNvPr>
          <p:cNvCxnSpPr/>
          <p:nvPr/>
        </p:nvCxnSpPr>
        <p:spPr>
          <a:xfrm>
            <a:off x="8699602" y="4461540"/>
            <a:ext cx="2178100" cy="0"/>
          </a:xfrm>
          <a:prstGeom prst="line">
            <a:avLst/>
          </a:prstGeom>
          <a:ln w="9525">
            <a:solidFill>
              <a:srgbClr val="5D3818"/>
            </a:solidFill>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DC99E662-5888-327F-4EA3-C195A1580FC3}"/>
              </a:ext>
            </a:extLst>
          </p:cNvPr>
          <p:cNvSpPr txBox="1"/>
          <p:nvPr/>
        </p:nvSpPr>
        <p:spPr>
          <a:xfrm>
            <a:off x="8193024" y="4589777"/>
            <a:ext cx="3191256" cy="329184"/>
          </a:xfrm>
          <a:prstGeom prst="rect">
            <a:avLst/>
          </a:prstGeom>
          <a:noFill/>
        </p:spPr>
        <p:txBody>
          <a:bodyPr wrap="square" lIns="0" tIns="0" rIns="0" bIns="0" anchor="t">
            <a:noAutofit/>
          </a:bodyPr>
          <a:lstStyle/>
          <a:p>
            <a:pPr algn="ctr">
              <a:lnSpc>
                <a:spcPct val="120000"/>
              </a:lnSpc>
              <a:spcBef>
                <a:spcPts val="0"/>
              </a:spcBef>
              <a:spcAft>
                <a:spcPts val="0"/>
              </a:spcAft>
            </a:pPr>
            <a:r>
              <a:rPr lang="en-US" sz="1200" b="1" i="0">
                <a:solidFill>
                  <a:srgbClr val="5C3717"/>
                </a:solidFill>
                <a:latin typeface="Calibri"/>
              </a:rPr>
              <a:t>Example.  </a:t>
            </a:r>
            <a:r>
              <a:rPr lang="en-US" sz="1200" b="0" i="0">
                <a:solidFill>
                  <a:srgbClr val="4D3A24"/>
                </a:solidFill>
                <a:latin typeface="Calibri"/>
              </a:rPr>
              <a:t>Legacy Accolade FY24: expert-opinion and virtual-care usage generated $113.8M of usage-based revenue.</a:t>
            </a:r>
          </a:p>
        </p:txBody>
      </p:sp>
      <p:sp>
        <p:nvSpPr>
          <p:cNvPr id="59" name="Rounded Rectangle 38">
            <a:extLst>
              <a:ext uri="{FF2B5EF4-FFF2-40B4-BE49-F238E27FC236}">
                <a16:creationId xmlns:a16="http://schemas.microsoft.com/office/drawing/2014/main" id="{BEB7FE13-78F1-C3C3-A8AD-C1F47F3BE813}"/>
              </a:ext>
            </a:extLst>
          </p:cNvPr>
          <p:cNvSpPr/>
          <p:nvPr/>
        </p:nvSpPr>
        <p:spPr>
          <a:xfrm>
            <a:off x="338328" y="5629592"/>
            <a:ext cx="11265408" cy="548640"/>
          </a:xfrm>
          <a:prstGeom prst="roundRect">
            <a:avLst/>
          </a:prstGeom>
          <a:solidFill>
            <a:srgbClr val="ECDCB4"/>
          </a:solidFill>
          <a:ln w="12700">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1200" b="1" spc="40">
                <a:solidFill>
                  <a:srgbClr val="5C3717"/>
                </a:solidFill>
              </a:rPr>
              <a:t>BUNDLED-PLATFORM EXAMPLE</a:t>
            </a:r>
            <a:br>
              <a:rPr lang="en-US" sz="1200" b="1" spc="40">
                <a:solidFill>
                  <a:srgbClr val="5C3717"/>
                </a:solidFill>
              </a:rPr>
            </a:br>
            <a:r>
              <a:rPr lang="en-US" sz="1200">
                <a:solidFill>
                  <a:srgbClr val="231505"/>
                </a:solidFill>
              </a:rPr>
              <a:t>Personify publicly describes PEPM, PPPM and PEPY pricing, with cost varying by population size and selected features, including wellbeing, navigation and benefits administration.</a:t>
            </a:r>
            <a:endParaRPr lang="en-US" sz="1200" b="1" spc="40">
              <a:solidFill>
                <a:srgbClr val="5C3717"/>
              </a:solidFill>
            </a:endParaRPr>
          </a:p>
        </p:txBody>
      </p:sp>
      <p:sp>
        <p:nvSpPr>
          <p:cNvPr id="62" name="TextBox 61">
            <a:extLst>
              <a:ext uri="{FF2B5EF4-FFF2-40B4-BE49-F238E27FC236}">
                <a16:creationId xmlns:a16="http://schemas.microsoft.com/office/drawing/2014/main" id="{FC6E51C2-4610-6005-6DB8-69490CBF1B5E}"/>
              </a:ext>
            </a:extLst>
          </p:cNvPr>
          <p:cNvSpPr txBox="1"/>
          <p:nvPr/>
        </p:nvSpPr>
        <p:spPr>
          <a:xfrm>
            <a:off x="338328" y="6215507"/>
            <a:ext cx="11265408" cy="164592"/>
          </a:xfrm>
          <a:prstGeom prst="rect">
            <a:avLst/>
          </a:prstGeom>
          <a:noFill/>
        </p:spPr>
        <p:txBody>
          <a:bodyPr wrap="square" lIns="0" tIns="0" rIns="0" bIns="0" anchor="ctr">
            <a:noAutofit/>
          </a:bodyPr>
          <a:lstStyle/>
          <a:p>
            <a:pPr>
              <a:spcBef>
                <a:spcPts val="0"/>
              </a:spcBef>
              <a:spcAft>
                <a:spcPts val="0"/>
              </a:spcAft>
            </a:pPr>
            <a:r>
              <a:rPr sz="850" b="0" i="1">
                <a:solidFill>
                  <a:srgbClr val="ACA79F"/>
                </a:solidFill>
                <a:latin typeface="Calibri"/>
              </a:rPr>
              <a:t>Public sources disclose fee structures and selected revenue categories, not comparable negotiated PMPM rates.</a:t>
            </a:r>
          </a:p>
        </p:txBody>
      </p:sp>
    </p:spTree>
    <p:extLst>
      <p:ext uri="{BB962C8B-B14F-4D97-AF65-F5344CB8AC3E}">
        <p14:creationId xmlns:p14="http://schemas.microsoft.com/office/powerpoint/2010/main" val="180985142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7D6EF-0C1B-68BF-9258-F2E53113F93A}"/>
            </a:ext>
          </a:extLst>
        </p:cNvPr>
        <p:cNvGrpSpPr/>
        <p:nvPr/>
      </p:nvGrpSpPr>
      <p:grpSpPr>
        <a:xfrm>
          <a:off x="0" y="0"/>
          <a:ext cx="0" cy="0"/>
          <a:chOff x="0" y="0"/>
          <a:chExt cx="0" cy="0"/>
        </a:xfrm>
      </p:grpSpPr>
      <p:sp>
        <p:nvSpPr>
          <p:cNvPr id="48" name="Title 47">
            <a:extLst>
              <a:ext uri="{FF2B5EF4-FFF2-40B4-BE49-F238E27FC236}">
                <a16:creationId xmlns:a16="http://schemas.microsoft.com/office/drawing/2014/main" id="{39BCDA91-64AB-6F71-3F89-669325F7F260}"/>
              </a:ext>
            </a:extLst>
          </p:cNvPr>
          <p:cNvSpPr>
            <a:spLocks noGrp="1"/>
          </p:cNvSpPr>
          <p:nvPr>
            <p:ph type="title"/>
          </p:nvPr>
        </p:nvSpPr>
        <p:spPr>
          <a:xfrm>
            <a:off x="378135" y="506431"/>
            <a:ext cx="11560436" cy="364766"/>
          </a:xfrm>
        </p:spPr>
        <p:txBody>
          <a:bodyPr anchor="ctr"/>
          <a:lstStyle/>
          <a:p>
            <a:r>
              <a:rPr lang="en-US">
                <a:latin typeface="Open Sans Light" panose="020B0306030504020204" pitchFamily="34" charset="0"/>
                <a:ea typeface="Open Sans Light" panose="020B0306030504020204" pitchFamily="34" charset="0"/>
                <a:cs typeface="Open Sans Light" panose="020B0306030504020204" pitchFamily="34" charset="0"/>
              </a:rPr>
              <a:t>The Care Navigation Market Is Converging, as Players Battle Across Boundaries</a:t>
            </a:r>
          </a:p>
        </p:txBody>
      </p:sp>
      <p:sp>
        <p:nvSpPr>
          <p:cNvPr id="49" name="Text Placeholder 48">
            <a:extLst>
              <a:ext uri="{FF2B5EF4-FFF2-40B4-BE49-F238E27FC236}">
                <a16:creationId xmlns:a16="http://schemas.microsoft.com/office/drawing/2014/main" id="{CA199540-E9AC-C5B9-CCDC-155BCA1916FA}"/>
              </a:ext>
            </a:extLst>
          </p:cNvPr>
          <p:cNvSpPr>
            <a:spLocks noGrp="1"/>
          </p:cNvSpPr>
          <p:nvPr>
            <p:ph type="body" sz="quarter" idx="15"/>
          </p:nvPr>
        </p:nvSpPr>
        <p:spPr/>
        <p:txBody>
          <a:bodyPr/>
          <a:lstStyle/>
          <a:p>
            <a:r>
              <a:rPr lang="en-US">
                <a:latin typeface="Open Sans Light" panose="020B0306030504020204" pitchFamily="34" charset="0"/>
                <a:ea typeface="Open Sans Light" panose="020B0306030504020204" pitchFamily="34" charset="0"/>
                <a:cs typeface="Open Sans Light" panose="020B0306030504020204" pitchFamily="34" charset="0"/>
              </a:rPr>
              <a:t>4. Market Landscape, Trends &amp; AI</a:t>
            </a:r>
          </a:p>
        </p:txBody>
      </p:sp>
      <p:sp>
        <p:nvSpPr>
          <p:cNvPr id="4" name="Content Placeholder 3">
            <a:extLst>
              <a:ext uri="{FF2B5EF4-FFF2-40B4-BE49-F238E27FC236}">
                <a16:creationId xmlns:a16="http://schemas.microsoft.com/office/drawing/2014/main" id="{79A7D235-02D7-77C0-72C0-F29FCF67F491}"/>
              </a:ext>
            </a:extLst>
          </p:cNvPr>
          <p:cNvSpPr>
            <a:spLocks noGrp="1"/>
          </p:cNvSpPr>
          <p:nvPr>
            <p:ph sz="quarter" idx="16"/>
          </p:nvPr>
        </p:nvSpPr>
        <p:spPr/>
        <p:txBody>
          <a:bodyPr/>
          <a:lstStyle/>
          <a:p>
            <a:r>
              <a:rPr lang="en-US">
                <a:latin typeface="Open Sans" panose="020B0606030504020204" pitchFamily="34" charset="0"/>
                <a:ea typeface="Open Sans" panose="020B0606030504020204" pitchFamily="34" charset="0"/>
                <a:cs typeface="Open Sans" panose="020B0606030504020204" pitchFamily="34" charset="0"/>
              </a:rPr>
              <a:t>From plan/TPA foundation to condition-specific care, incumbents are laddering toward the middle of the spectrum</a:t>
            </a:r>
          </a:p>
        </p:txBody>
      </p:sp>
      <p:cxnSp>
        <p:nvCxnSpPr>
          <p:cNvPr id="51" name="Straight Connector 50">
            <a:extLst>
              <a:ext uri="{FF2B5EF4-FFF2-40B4-BE49-F238E27FC236}">
                <a16:creationId xmlns:a16="http://schemas.microsoft.com/office/drawing/2014/main" id="{C92CEADD-94FC-D94D-D7D1-FD7D0313BE58}"/>
              </a:ext>
            </a:extLst>
          </p:cNvPr>
          <p:cNvCxnSpPr>
            <a:cxnSpLocks/>
          </p:cNvCxnSpPr>
          <p:nvPr/>
        </p:nvCxnSpPr>
        <p:spPr>
          <a:xfrm>
            <a:off x="384490" y="421894"/>
            <a:ext cx="1137684" cy="0"/>
          </a:xfrm>
          <a:prstGeom prst="line">
            <a:avLst/>
          </a:prstGeom>
          <a:ln w="60325">
            <a:solidFill>
              <a:schemeClr val="accent4">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7" name="Rounded Rectangle 5">
            <a:extLst>
              <a:ext uri="{FF2B5EF4-FFF2-40B4-BE49-F238E27FC236}">
                <a16:creationId xmlns:a16="http://schemas.microsoft.com/office/drawing/2014/main" id="{2ED590EC-7A44-7C92-FF40-19FD0DD73623}"/>
              </a:ext>
            </a:extLst>
          </p:cNvPr>
          <p:cNvSpPr/>
          <p:nvPr/>
        </p:nvSpPr>
        <p:spPr>
          <a:xfrm>
            <a:off x="1097280" y="2661650"/>
            <a:ext cx="2276856" cy="1493551"/>
          </a:xfrm>
          <a:prstGeom prst="roundRect">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9" name="Rectangle 8">
            <a:extLst>
              <a:ext uri="{FF2B5EF4-FFF2-40B4-BE49-F238E27FC236}">
                <a16:creationId xmlns:a16="http://schemas.microsoft.com/office/drawing/2014/main" id="{0D21F2B8-6572-C5B2-D121-02A15EE60557}"/>
              </a:ext>
            </a:extLst>
          </p:cNvPr>
          <p:cNvSpPr/>
          <p:nvPr/>
        </p:nvSpPr>
        <p:spPr>
          <a:xfrm>
            <a:off x="1097280" y="2661651"/>
            <a:ext cx="2276856" cy="41148"/>
          </a:xfrm>
          <a:prstGeom prst="rect">
            <a:avLst/>
          </a:prstGeom>
          <a:solidFill>
            <a:srgbClr val="8A76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1" name="TextBox 10">
            <a:extLst>
              <a:ext uri="{FF2B5EF4-FFF2-40B4-BE49-F238E27FC236}">
                <a16:creationId xmlns:a16="http://schemas.microsoft.com/office/drawing/2014/main" id="{0668BDCD-8ABB-3621-1478-E11DF7149B09}"/>
              </a:ext>
            </a:extLst>
          </p:cNvPr>
          <p:cNvSpPr txBox="1"/>
          <p:nvPr/>
        </p:nvSpPr>
        <p:spPr>
          <a:xfrm>
            <a:off x="1261872" y="2753091"/>
            <a:ext cx="1947672" cy="256032"/>
          </a:xfrm>
          <a:prstGeom prst="rect">
            <a:avLst/>
          </a:prstGeom>
          <a:noFill/>
        </p:spPr>
        <p:txBody>
          <a:bodyPr wrap="square" lIns="0" tIns="0" rIns="0" bIns="0" anchor="t">
            <a:noAutofit/>
          </a:bodyPr>
          <a:lstStyle/>
          <a:p>
            <a:pPr algn="l">
              <a:lnSpc>
                <a:spcPct val="110000"/>
              </a:lnSpc>
              <a:spcBef>
                <a:spcPts val="0"/>
              </a:spcBef>
              <a:spcAft>
                <a:spcPts val="0"/>
              </a:spcAft>
            </a:pPr>
            <a:r>
              <a:rPr lang="en-US" sz="1400" b="1" i="0">
                <a:solidFill>
                  <a:srgbClr val="231505"/>
                </a:solidFill>
                <a:latin typeface="Calibri"/>
              </a:rPr>
              <a:t>Plan / TPA Foundation</a:t>
            </a:r>
          </a:p>
        </p:txBody>
      </p:sp>
      <p:sp>
        <p:nvSpPr>
          <p:cNvPr id="13" name="TextBox 12">
            <a:extLst>
              <a:ext uri="{FF2B5EF4-FFF2-40B4-BE49-F238E27FC236}">
                <a16:creationId xmlns:a16="http://schemas.microsoft.com/office/drawing/2014/main" id="{1A7DF259-31B3-814A-A9C6-3770ABF47BF2}"/>
              </a:ext>
            </a:extLst>
          </p:cNvPr>
          <p:cNvSpPr txBox="1"/>
          <p:nvPr/>
        </p:nvSpPr>
        <p:spPr>
          <a:xfrm>
            <a:off x="1261872" y="3045699"/>
            <a:ext cx="1947672" cy="905256"/>
          </a:xfrm>
          <a:prstGeom prst="rect">
            <a:avLst/>
          </a:prstGeom>
          <a:noFill/>
        </p:spPr>
        <p:txBody>
          <a:bodyPr wrap="square" lIns="0" tIns="0" rIns="0" bIns="0" anchor="t">
            <a:noAutofit/>
          </a:bodyPr>
          <a:lstStyle/>
          <a:p>
            <a:pPr algn="l">
              <a:lnSpc>
                <a:spcPct val="120000"/>
              </a:lnSpc>
              <a:spcBef>
                <a:spcPts val="0"/>
              </a:spcBef>
              <a:spcAft>
                <a:spcPts val="0"/>
              </a:spcAft>
            </a:pPr>
            <a:r>
              <a:rPr lang="en-US" sz="1200" b="0" i="0">
                <a:solidFill>
                  <a:srgbClr val="4D3A24"/>
                </a:solidFill>
                <a:latin typeface="Calibri"/>
              </a:rPr>
              <a:t>Benefit administration, member portal, core navigation.</a:t>
            </a:r>
          </a:p>
        </p:txBody>
      </p:sp>
      <p:sp>
        <p:nvSpPr>
          <p:cNvPr id="15" name="Rounded Rectangle 9">
            <a:extLst>
              <a:ext uri="{FF2B5EF4-FFF2-40B4-BE49-F238E27FC236}">
                <a16:creationId xmlns:a16="http://schemas.microsoft.com/office/drawing/2014/main" id="{57949009-DCE3-BF94-3B70-AECCFA0A3E53}"/>
              </a:ext>
            </a:extLst>
          </p:cNvPr>
          <p:cNvSpPr/>
          <p:nvPr/>
        </p:nvSpPr>
        <p:spPr>
          <a:xfrm>
            <a:off x="3694176" y="2661650"/>
            <a:ext cx="2276856" cy="1493551"/>
          </a:xfrm>
          <a:prstGeom prst="roundRect">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7" name="Rectangle 16">
            <a:extLst>
              <a:ext uri="{FF2B5EF4-FFF2-40B4-BE49-F238E27FC236}">
                <a16:creationId xmlns:a16="http://schemas.microsoft.com/office/drawing/2014/main" id="{68334668-87F8-3E7A-DC6F-366E07AF8B4E}"/>
              </a:ext>
            </a:extLst>
          </p:cNvPr>
          <p:cNvSpPr/>
          <p:nvPr/>
        </p:nvSpPr>
        <p:spPr>
          <a:xfrm>
            <a:off x="3694176" y="2661651"/>
            <a:ext cx="2276856" cy="41148"/>
          </a:xfrm>
          <a:prstGeom prst="rect">
            <a:avLst/>
          </a:prstGeom>
          <a:solidFill>
            <a:srgbClr val="A56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9" name="TextBox 18">
            <a:extLst>
              <a:ext uri="{FF2B5EF4-FFF2-40B4-BE49-F238E27FC236}">
                <a16:creationId xmlns:a16="http://schemas.microsoft.com/office/drawing/2014/main" id="{2A182DF2-B5A3-863C-F4B7-E9B802D8561B}"/>
              </a:ext>
            </a:extLst>
          </p:cNvPr>
          <p:cNvSpPr txBox="1"/>
          <p:nvPr/>
        </p:nvSpPr>
        <p:spPr>
          <a:xfrm>
            <a:off x="3858768" y="2753091"/>
            <a:ext cx="1947672" cy="256032"/>
          </a:xfrm>
          <a:prstGeom prst="rect">
            <a:avLst/>
          </a:prstGeom>
          <a:noFill/>
        </p:spPr>
        <p:txBody>
          <a:bodyPr wrap="square" lIns="0" tIns="0" rIns="0" bIns="0" anchor="t">
            <a:noAutofit/>
          </a:bodyPr>
          <a:lstStyle/>
          <a:p>
            <a:pPr algn="l">
              <a:lnSpc>
                <a:spcPct val="110000"/>
              </a:lnSpc>
              <a:spcBef>
                <a:spcPts val="0"/>
              </a:spcBef>
              <a:spcAft>
                <a:spcPts val="0"/>
              </a:spcAft>
            </a:pPr>
            <a:r>
              <a:rPr lang="en-US" sz="1400" b="1" i="0">
                <a:solidFill>
                  <a:srgbClr val="231505"/>
                </a:solidFill>
                <a:latin typeface="Calibri"/>
              </a:rPr>
              <a:t>Navigation / Carve-Out</a:t>
            </a:r>
          </a:p>
        </p:txBody>
      </p:sp>
      <p:sp>
        <p:nvSpPr>
          <p:cNvPr id="21" name="TextBox 20">
            <a:extLst>
              <a:ext uri="{FF2B5EF4-FFF2-40B4-BE49-F238E27FC236}">
                <a16:creationId xmlns:a16="http://schemas.microsoft.com/office/drawing/2014/main" id="{3BFC3C8B-63C5-F9C6-02B8-0F6A5D81C085}"/>
              </a:ext>
            </a:extLst>
          </p:cNvPr>
          <p:cNvSpPr txBox="1"/>
          <p:nvPr/>
        </p:nvSpPr>
        <p:spPr>
          <a:xfrm>
            <a:off x="3858768" y="3018267"/>
            <a:ext cx="2392680" cy="292608"/>
          </a:xfrm>
          <a:prstGeom prst="rect">
            <a:avLst/>
          </a:prstGeom>
          <a:noFill/>
        </p:spPr>
        <p:txBody>
          <a:bodyPr wrap="square" lIns="0" tIns="0" rIns="0" bIns="0" anchor="t">
            <a:noAutofit/>
          </a:bodyPr>
          <a:lstStyle/>
          <a:p>
            <a:pPr algn="l">
              <a:lnSpc>
                <a:spcPct val="105000"/>
              </a:lnSpc>
              <a:spcBef>
                <a:spcPts val="0"/>
              </a:spcBef>
              <a:spcAft>
                <a:spcPts val="0"/>
              </a:spcAft>
            </a:pPr>
            <a:r>
              <a:rPr lang="en-US" sz="1200" b="1" i="0" spc="30">
                <a:solidFill>
                  <a:srgbClr val="5C3717"/>
                </a:solidFill>
                <a:latin typeface="Calibri"/>
              </a:rPr>
              <a:t>INDEPENDENT NAVIGATION &amp;</a:t>
            </a:r>
          </a:p>
          <a:p>
            <a:pPr algn="l">
              <a:lnSpc>
                <a:spcPct val="105000"/>
              </a:lnSpc>
              <a:spcBef>
                <a:spcPts val="0"/>
              </a:spcBef>
              <a:spcAft>
                <a:spcPts val="0"/>
              </a:spcAft>
            </a:pPr>
            <a:r>
              <a:rPr lang="en-US" sz="1200" b="1" i="0" spc="30">
                <a:solidFill>
                  <a:srgbClr val="5C3717"/>
                </a:solidFill>
                <a:latin typeface="Calibri"/>
              </a:rPr>
              <a:t>ADVOCACY</a:t>
            </a:r>
          </a:p>
        </p:txBody>
      </p:sp>
      <p:sp>
        <p:nvSpPr>
          <p:cNvPr id="23" name="TextBox 22">
            <a:extLst>
              <a:ext uri="{FF2B5EF4-FFF2-40B4-BE49-F238E27FC236}">
                <a16:creationId xmlns:a16="http://schemas.microsoft.com/office/drawing/2014/main" id="{41E75E4D-0E68-84C3-A556-31404469E5B7}"/>
              </a:ext>
            </a:extLst>
          </p:cNvPr>
          <p:cNvSpPr txBox="1"/>
          <p:nvPr/>
        </p:nvSpPr>
        <p:spPr>
          <a:xfrm>
            <a:off x="3858768" y="3338307"/>
            <a:ext cx="1947672" cy="612648"/>
          </a:xfrm>
          <a:prstGeom prst="rect">
            <a:avLst/>
          </a:prstGeom>
          <a:noFill/>
        </p:spPr>
        <p:txBody>
          <a:bodyPr wrap="square" lIns="0" tIns="0" rIns="0" bIns="0" anchor="t">
            <a:noAutofit/>
          </a:bodyPr>
          <a:lstStyle/>
          <a:p>
            <a:pPr algn="l">
              <a:lnSpc>
                <a:spcPct val="120000"/>
              </a:lnSpc>
              <a:spcBef>
                <a:spcPts val="0"/>
              </a:spcBef>
              <a:spcAft>
                <a:spcPts val="0"/>
              </a:spcAft>
            </a:pPr>
            <a:r>
              <a:rPr lang="en-US" sz="1200" b="0" i="0">
                <a:solidFill>
                  <a:srgbClr val="4D3A24"/>
                </a:solidFill>
                <a:latin typeface="Calibri"/>
              </a:rPr>
              <a:t>Point-solution navigation vendors layered on the plan.</a:t>
            </a:r>
          </a:p>
        </p:txBody>
      </p:sp>
      <p:sp>
        <p:nvSpPr>
          <p:cNvPr id="25" name="Rounded Rectangle 14">
            <a:extLst>
              <a:ext uri="{FF2B5EF4-FFF2-40B4-BE49-F238E27FC236}">
                <a16:creationId xmlns:a16="http://schemas.microsoft.com/office/drawing/2014/main" id="{FFAF20C6-D48C-F179-5BAF-983CDC762BD0}"/>
              </a:ext>
            </a:extLst>
          </p:cNvPr>
          <p:cNvSpPr/>
          <p:nvPr/>
        </p:nvSpPr>
        <p:spPr>
          <a:xfrm>
            <a:off x="6291072" y="2661650"/>
            <a:ext cx="2276856" cy="1493551"/>
          </a:xfrm>
          <a:prstGeom prst="roundRect">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7" name="Rectangle 26">
            <a:extLst>
              <a:ext uri="{FF2B5EF4-FFF2-40B4-BE49-F238E27FC236}">
                <a16:creationId xmlns:a16="http://schemas.microsoft.com/office/drawing/2014/main" id="{E6ABDDA5-5C49-590E-1D82-706AB0483E7D}"/>
              </a:ext>
            </a:extLst>
          </p:cNvPr>
          <p:cNvSpPr/>
          <p:nvPr/>
        </p:nvSpPr>
        <p:spPr>
          <a:xfrm>
            <a:off x="6291072" y="2661651"/>
            <a:ext cx="2276856" cy="41148"/>
          </a:xfrm>
          <a:prstGeom prst="rect">
            <a:avLst/>
          </a:prstGeom>
          <a:solidFill>
            <a:srgbClr val="4D7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9" name="TextBox 28">
            <a:extLst>
              <a:ext uri="{FF2B5EF4-FFF2-40B4-BE49-F238E27FC236}">
                <a16:creationId xmlns:a16="http://schemas.microsoft.com/office/drawing/2014/main" id="{9BA2E1EF-6C2F-A8C6-7715-68ABEAFB17F0}"/>
              </a:ext>
            </a:extLst>
          </p:cNvPr>
          <p:cNvSpPr txBox="1"/>
          <p:nvPr/>
        </p:nvSpPr>
        <p:spPr>
          <a:xfrm>
            <a:off x="6455664" y="2753091"/>
            <a:ext cx="1947672" cy="256032"/>
          </a:xfrm>
          <a:prstGeom prst="rect">
            <a:avLst/>
          </a:prstGeom>
          <a:noFill/>
        </p:spPr>
        <p:txBody>
          <a:bodyPr wrap="square" lIns="0" tIns="0" rIns="0" bIns="0" anchor="t">
            <a:noAutofit/>
          </a:bodyPr>
          <a:lstStyle/>
          <a:p>
            <a:pPr algn="l">
              <a:lnSpc>
                <a:spcPct val="110000"/>
              </a:lnSpc>
              <a:spcBef>
                <a:spcPts val="0"/>
              </a:spcBef>
              <a:spcAft>
                <a:spcPts val="0"/>
              </a:spcAft>
            </a:pPr>
            <a:r>
              <a:rPr lang="en-US" sz="1400" b="1" i="0">
                <a:solidFill>
                  <a:srgbClr val="231505"/>
                </a:solidFill>
                <a:latin typeface="Calibri"/>
              </a:rPr>
              <a:t>AI-First Virtual Care</a:t>
            </a:r>
          </a:p>
        </p:txBody>
      </p:sp>
      <p:sp>
        <p:nvSpPr>
          <p:cNvPr id="31" name="TextBox 30">
            <a:extLst>
              <a:ext uri="{FF2B5EF4-FFF2-40B4-BE49-F238E27FC236}">
                <a16:creationId xmlns:a16="http://schemas.microsoft.com/office/drawing/2014/main" id="{C9472D9B-A955-CC0E-90C8-10A6CC202CA7}"/>
              </a:ext>
            </a:extLst>
          </p:cNvPr>
          <p:cNvSpPr txBox="1"/>
          <p:nvPr/>
        </p:nvSpPr>
        <p:spPr>
          <a:xfrm>
            <a:off x="6455664" y="3018267"/>
            <a:ext cx="2392680" cy="146304"/>
          </a:xfrm>
          <a:prstGeom prst="rect">
            <a:avLst/>
          </a:prstGeom>
          <a:noFill/>
        </p:spPr>
        <p:txBody>
          <a:bodyPr wrap="square" lIns="0" tIns="0" rIns="0" bIns="0" anchor="t">
            <a:noAutofit/>
          </a:bodyPr>
          <a:lstStyle/>
          <a:p>
            <a:pPr algn="l">
              <a:lnSpc>
                <a:spcPct val="105000"/>
              </a:lnSpc>
              <a:spcBef>
                <a:spcPts val="0"/>
              </a:spcBef>
              <a:spcAft>
                <a:spcPts val="0"/>
              </a:spcAft>
            </a:pPr>
            <a:r>
              <a:rPr lang="en-US" sz="1200" b="1" i="0" spc="30">
                <a:solidFill>
                  <a:srgbClr val="4D7C8A"/>
                </a:solidFill>
                <a:latin typeface="Calibri"/>
              </a:rPr>
              <a:t>TELEMEDICINE-CENTRIC</a:t>
            </a:r>
          </a:p>
        </p:txBody>
      </p:sp>
      <p:sp>
        <p:nvSpPr>
          <p:cNvPr id="33" name="TextBox 32">
            <a:extLst>
              <a:ext uri="{FF2B5EF4-FFF2-40B4-BE49-F238E27FC236}">
                <a16:creationId xmlns:a16="http://schemas.microsoft.com/office/drawing/2014/main" id="{87403DF2-83EC-313B-2D68-3109291F88AB}"/>
              </a:ext>
            </a:extLst>
          </p:cNvPr>
          <p:cNvSpPr txBox="1"/>
          <p:nvPr/>
        </p:nvSpPr>
        <p:spPr>
          <a:xfrm>
            <a:off x="6455664" y="3192003"/>
            <a:ext cx="1947672" cy="758952"/>
          </a:xfrm>
          <a:prstGeom prst="rect">
            <a:avLst/>
          </a:prstGeom>
          <a:noFill/>
        </p:spPr>
        <p:txBody>
          <a:bodyPr wrap="square" lIns="0" tIns="0" rIns="0" bIns="0" anchor="t">
            <a:noAutofit/>
          </a:bodyPr>
          <a:lstStyle/>
          <a:p>
            <a:pPr algn="l">
              <a:lnSpc>
                <a:spcPct val="120000"/>
              </a:lnSpc>
              <a:spcBef>
                <a:spcPts val="0"/>
              </a:spcBef>
              <a:spcAft>
                <a:spcPts val="0"/>
              </a:spcAft>
            </a:pPr>
            <a:r>
              <a:rPr lang="en-US" sz="1200" b="0" i="0">
                <a:solidFill>
                  <a:srgbClr val="4D3A24"/>
                </a:solidFill>
                <a:latin typeface="Calibri"/>
              </a:rPr>
              <a:t>AI front door, plus virtual care and escalation.</a:t>
            </a:r>
          </a:p>
        </p:txBody>
      </p:sp>
      <p:sp>
        <p:nvSpPr>
          <p:cNvPr id="35" name="Rounded Rectangle 19">
            <a:extLst>
              <a:ext uri="{FF2B5EF4-FFF2-40B4-BE49-F238E27FC236}">
                <a16:creationId xmlns:a16="http://schemas.microsoft.com/office/drawing/2014/main" id="{35FE229D-D03C-7C98-4A58-B86A2A4ADE43}"/>
              </a:ext>
            </a:extLst>
          </p:cNvPr>
          <p:cNvSpPr/>
          <p:nvPr/>
        </p:nvSpPr>
        <p:spPr>
          <a:xfrm>
            <a:off x="8887968" y="2661650"/>
            <a:ext cx="2434020" cy="1493551"/>
          </a:xfrm>
          <a:prstGeom prst="roundRect">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37" name="Rectangle 36">
            <a:extLst>
              <a:ext uri="{FF2B5EF4-FFF2-40B4-BE49-F238E27FC236}">
                <a16:creationId xmlns:a16="http://schemas.microsoft.com/office/drawing/2014/main" id="{A9CC0FBA-F961-5979-7C64-B751497D7FCC}"/>
              </a:ext>
            </a:extLst>
          </p:cNvPr>
          <p:cNvSpPr/>
          <p:nvPr/>
        </p:nvSpPr>
        <p:spPr>
          <a:xfrm>
            <a:off x="8887968" y="2661651"/>
            <a:ext cx="2434020" cy="41148"/>
          </a:xfrm>
          <a:prstGeom prst="rect">
            <a:avLst/>
          </a:prstGeom>
          <a:solidFill>
            <a:srgbClr val="A1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39" name="TextBox 38">
            <a:extLst>
              <a:ext uri="{FF2B5EF4-FFF2-40B4-BE49-F238E27FC236}">
                <a16:creationId xmlns:a16="http://schemas.microsoft.com/office/drawing/2014/main" id="{F48543CA-1459-F852-E58F-514B9C24DDEF}"/>
              </a:ext>
            </a:extLst>
          </p:cNvPr>
          <p:cNvSpPr txBox="1"/>
          <p:nvPr/>
        </p:nvSpPr>
        <p:spPr>
          <a:xfrm>
            <a:off x="9052560" y="2753091"/>
            <a:ext cx="2434020" cy="512064"/>
          </a:xfrm>
          <a:prstGeom prst="rect">
            <a:avLst/>
          </a:prstGeom>
          <a:noFill/>
        </p:spPr>
        <p:txBody>
          <a:bodyPr wrap="square" lIns="0" tIns="0" rIns="0" bIns="0" anchor="t">
            <a:noAutofit/>
          </a:bodyPr>
          <a:lstStyle/>
          <a:p>
            <a:pPr algn="l">
              <a:lnSpc>
                <a:spcPct val="110000"/>
              </a:lnSpc>
              <a:spcBef>
                <a:spcPts val="0"/>
              </a:spcBef>
              <a:spcAft>
                <a:spcPts val="0"/>
              </a:spcAft>
            </a:pPr>
            <a:r>
              <a:rPr lang="en-US" sz="1400" b="1" i="0">
                <a:solidFill>
                  <a:srgbClr val="231505"/>
                </a:solidFill>
                <a:latin typeface="Calibri"/>
              </a:rPr>
              <a:t>Condition-Specific / Multi-</a:t>
            </a:r>
          </a:p>
          <a:p>
            <a:pPr algn="l">
              <a:lnSpc>
                <a:spcPct val="110000"/>
              </a:lnSpc>
              <a:spcBef>
                <a:spcPts val="0"/>
              </a:spcBef>
              <a:spcAft>
                <a:spcPts val="0"/>
              </a:spcAft>
            </a:pPr>
            <a:r>
              <a:rPr lang="en-US" sz="1400" b="1" i="0">
                <a:solidFill>
                  <a:srgbClr val="231505"/>
                </a:solidFill>
                <a:latin typeface="Calibri"/>
              </a:rPr>
              <a:t>Condition Digital Health</a:t>
            </a:r>
          </a:p>
        </p:txBody>
      </p:sp>
      <p:sp>
        <p:nvSpPr>
          <p:cNvPr id="41" name="TextBox 40">
            <a:extLst>
              <a:ext uri="{FF2B5EF4-FFF2-40B4-BE49-F238E27FC236}">
                <a16:creationId xmlns:a16="http://schemas.microsoft.com/office/drawing/2014/main" id="{29B35F10-2856-86C3-A3DA-29A5542EF0EF}"/>
              </a:ext>
            </a:extLst>
          </p:cNvPr>
          <p:cNvSpPr txBox="1"/>
          <p:nvPr/>
        </p:nvSpPr>
        <p:spPr>
          <a:xfrm>
            <a:off x="9052559" y="3274299"/>
            <a:ext cx="2687349" cy="292608"/>
          </a:xfrm>
          <a:prstGeom prst="rect">
            <a:avLst/>
          </a:prstGeom>
          <a:noFill/>
        </p:spPr>
        <p:txBody>
          <a:bodyPr wrap="square" lIns="0" tIns="0" rIns="0" bIns="0" anchor="t">
            <a:noAutofit/>
          </a:bodyPr>
          <a:lstStyle/>
          <a:p>
            <a:pPr algn="l">
              <a:lnSpc>
                <a:spcPct val="105000"/>
              </a:lnSpc>
              <a:spcBef>
                <a:spcPts val="0"/>
              </a:spcBef>
              <a:spcAft>
                <a:spcPts val="0"/>
              </a:spcAft>
            </a:pPr>
            <a:r>
              <a:rPr lang="en-US" sz="1200" b="1" i="0" spc="30">
                <a:solidFill>
                  <a:srgbClr val="A15C5C"/>
                </a:solidFill>
                <a:latin typeface="Calibri"/>
              </a:rPr>
              <a:t>DIGITAL HEALTH / CONDITION-</a:t>
            </a:r>
          </a:p>
          <a:p>
            <a:pPr algn="l">
              <a:lnSpc>
                <a:spcPct val="105000"/>
              </a:lnSpc>
              <a:spcBef>
                <a:spcPts val="0"/>
              </a:spcBef>
              <a:spcAft>
                <a:spcPts val="0"/>
              </a:spcAft>
            </a:pPr>
            <a:r>
              <a:rPr lang="en-US" sz="1200" b="1" i="0" spc="30">
                <a:solidFill>
                  <a:srgbClr val="A15C5C"/>
                </a:solidFill>
                <a:latin typeface="Calibri"/>
              </a:rPr>
              <a:t>CENTRIC</a:t>
            </a:r>
          </a:p>
        </p:txBody>
      </p:sp>
      <p:sp>
        <p:nvSpPr>
          <p:cNvPr id="43" name="TextBox 42">
            <a:extLst>
              <a:ext uri="{FF2B5EF4-FFF2-40B4-BE49-F238E27FC236}">
                <a16:creationId xmlns:a16="http://schemas.microsoft.com/office/drawing/2014/main" id="{BB18837C-9922-FCFD-B474-2792EAD21429}"/>
              </a:ext>
            </a:extLst>
          </p:cNvPr>
          <p:cNvSpPr txBox="1"/>
          <p:nvPr/>
        </p:nvSpPr>
        <p:spPr>
          <a:xfrm>
            <a:off x="9052559" y="3673701"/>
            <a:ext cx="2187537" cy="356616"/>
          </a:xfrm>
          <a:prstGeom prst="rect">
            <a:avLst/>
          </a:prstGeom>
          <a:noFill/>
        </p:spPr>
        <p:txBody>
          <a:bodyPr wrap="square" lIns="0" tIns="0" rIns="0" bIns="0" anchor="t">
            <a:noAutofit/>
          </a:bodyPr>
          <a:lstStyle/>
          <a:p>
            <a:pPr algn="l">
              <a:lnSpc>
                <a:spcPct val="120000"/>
              </a:lnSpc>
              <a:spcBef>
                <a:spcPts val="0"/>
              </a:spcBef>
              <a:spcAft>
                <a:spcPts val="0"/>
              </a:spcAft>
            </a:pPr>
            <a:r>
              <a:rPr lang="en-US" sz="1200" b="0" i="0">
                <a:solidFill>
                  <a:srgbClr val="4D3A24"/>
                </a:solidFill>
                <a:latin typeface="Calibri"/>
              </a:rPr>
              <a:t>Condition insights, nudges and care plans, plus virtual care.</a:t>
            </a:r>
          </a:p>
        </p:txBody>
      </p:sp>
      <p:cxnSp>
        <p:nvCxnSpPr>
          <p:cNvPr id="45" name="Connector 24">
            <a:extLst>
              <a:ext uri="{FF2B5EF4-FFF2-40B4-BE49-F238E27FC236}">
                <a16:creationId xmlns:a16="http://schemas.microsoft.com/office/drawing/2014/main" id="{6967ABBC-F366-4416-DB73-B75BED39880E}"/>
              </a:ext>
            </a:extLst>
          </p:cNvPr>
          <p:cNvCxnSpPr/>
          <p:nvPr/>
        </p:nvCxnSpPr>
        <p:spPr>
          <a:xfrm flipV="1">
            <a:off x="3236976" y="1820403"/>
            <a:ext cx="0" cy="841248"/>
          </a:xfrm>
          <a:prstGeom prst="line">
            <a:avLst/>
          </a:prstGeom>
          <a:ln w="19050">
            <a:solidFill>
              <a:srgbClr val="8A7658"/>
            </a:solidFill>
          </a:ln>
          <a:effectLst/>
        </p:spPr>
        <p:style>
          <a:lnRef idx="2">
            <a:schemeClr val="accent1"/>
          </a:lnRef>
          <a:fillRef idx="0">
            <a:schemeClr val="accent1"/>
          </a:fillRef>
          <a:effectRef idx="1">
            <a:schemeClr val="accent1"/>
          </a:effectRef>
          <a:fontRef idx="minor">
            <a:schemeClr val="tx1"/>
          </a:fontRef>
        </p:style>
      </p:cxnSp>
      <p:cxnSp>
        <p:nvCxnSpPr>
          <p:cNvPr id="46" name="Connector 25">
            <a:extLst>
              <a:ext uri="{FF2B5EF4-FFF2-40B4-BE49-F238E27FC236}">
                <a16:creationId xmlns:a16="http://schemas.microsoft.com/office/drawing/2014/main" id="{CBA82490-6A72-F840-7DAE-384A676AB574}"/>
              </a:ext>
            </a:extLst>
          </p:cNvPr>
          <p:cNvCxnSpPr/>
          <p:nvPr/>
        </p:nvCxnSpPr>
        <p:spPr>
          <a:xfrm>
            <a:off x="3236976" y="1820403"/>
            <a:ext cx="4288536" cy="0"/>
          </a:xfrm>
          <a:prstGeom prst="line">
            <a:avLst/>
          </a:prstGeom>
          <a:ln w="19050">
            <a:solidFill>
              <a:srgbClr val="8A765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E3D6F0D3-2C09-507A-389C-440A0E1B2227}"/>
              </a:ext>
            </a:extLst>
          </p:cNvPr>
          <p:cNvSpPr txBox="1"/>
          <p:nvPr/>
        </p:nvSpPr>
        <p:spPr>
          <a:xfrm>
            <a:off x="932688" y="2103867"/>
            <a:ext cx="2304286" cy="411480"/>
          </a:xfrm>
          <a:prstGeom prst="rect">
            <a:avLst/>
          </a:prstGeom>
          <a:noFill/>
        </p:spPr>
        <p:txBody>
          <a:bodyPr wrap="square" lIns="0" tIns="0" rIns="0" bIns="0" anchor="t">
            <a:noAutofit/>
          </a:bodyPr>
          <a:lstStyle/>
          <a:p>
            <a:pPr algn="l">
              <a:lnSpc>
                <a:spcPct val="120000"/>
              </a:lnSpc>
              <a:spcBef>
                <a:spcPts val="0"/>
              </a:spcBef>
              <a:spcAft>
                <a:spcPts val="0"/>
              </a:spcAft>
            </a:pPr>
            <a:r>
              <a:rPr lang="en-US" sz="1400" b="1" i="0">
                <a:solidFill>
                  <a:srgbClr val="3D2410"/>
                </a:solidFill>
                <a:latin typeface="Calibri"/>
              </a:rPr>
              <a:t>Carriers move right, </a:t>
            </a:r>
            <a:r>
              <a:rPr lang="en-US" sz="1400" b="0" i="0">
                <a:solidFill>
                  <a:srgbClr val="4D3A24"/>
                </a:solidFill>
                <a:latin typeface="Calibri"/>
              </a:rPr>
              <a:t>into navigation and virtual care.</a:t>
            </a:r>
          </a:p>
        </p:txBody>
      </p:sp>
      <p:cxnSp>
        <p:nvCxnSpPr>
          <p:cNvPr id="50" name="Connector 27">
            <a:extLst>
              <a:ext uri="{FF2B5EF4-FFF2-40B4-BE49-F238E27FC236}">
                <a16:creationId xmlns:a16="http://schemas.microsoft.com/office/drawing/2014/main" id="{102849E4-2756-CAD8-E960-B8D5F9269998}"/>
              </a:ext>
            </a:extLst>
          </p:cNvPr>
          <p:cNvCxnSpPr>
            <a:cxnSpLocks/>
          </p:cNvCxnSpPr>
          <p:nvPr/>
        </p:nvCxnSpPr>
        <p:spPr>
          <a:xfrm>
            <a:off x="8933688" y="4104000"/>
            <a:ext cx="0" cy="931945"/>
          </a:xfrm>
          <a:prstGeom prst="line">
            <a:avLst/>
          </a:prstGeom>
          <a:ln w="19050">
            <a:solidFill>
              <a:srgbClr val="A15C5C"/>
            </a:solidFill>
          </a:ln>
          <a:effectLst/>
        </p:spPr>
        <p:style>
          <a:lnRef idx="2">
            <a:schemeClr val="accent1"/>
          </a:lnRef>
          <a:fillRef idx="0">
            <a:schemeClr val="accent1"/>
          </a:fillRef>
          <a:effectRef idx="1">
            <a:schemeClr val="accent1"/>
          </a:effectRef>
          <a:fontRef idx="minor">
            <a:schemeClr val="tx1"/>
          </a:fontRef>
        </p:style>
      </p:cxnSp>
      <p:cxnSp>
        <p:nvCxnSpPr>
          <p:cNvPr id="52" name="Connector 28">
            <a:extLst>
              <a:ext uri="{FF2B5EF4-FFF2-40B4-BE49-F238E27FC236}">
                <a16:creationId xmlns:a16="http://schemas.microsoft.com/office/drawing/2014/main" id="{FBE1739D-C825-19F8-A260-2D8AFF1089B2}"/>
              </a:ext>
            </a:extLst>
          </p:cNvPr>
          <p:cNvCxnSpPr/>
          <p:nvPr/>
        </p:nvCxnSpPr>
        <p:spPr>
          <a:xfrm flipH="1">
            <a:off x="4636008" y="5035945"/>
            <a:ext cx="4297680" cy="0"/>
          </a:xfrm>
          <a:prstGeom prst="line">
            <a:avLst/>
          </a:prstGeom>
          <a:ln w="19050">
            <a:solidFill>
              <a:srgbClr val="A15C5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5DDCCFE8-3142-ABDC-7021-F6435C5BB18D}"/>
              </a:ext>
            </a:extLst>
          </p:cNvPr>
          <p:cNvSpPr txBox="1"/>
          <p:nvPr/>
        </p:nvSpPr>
        <p:spPr>
          <a:xfrm>
            <a:off x="9006840" y="4277853"/>
            <a:ext cx="2212848" cy="365760"/>
          </a:xfrm>
          <a:prstGeom prst="rect">
            <a:avLst/>
          </a:prstGeom>
          <a:noFill/>
        </p:spPr>
        <p:txBody>
          <a:bodyPr wrap="square" lIns="0" tIns="0" rIns="0" bIns="0" anchor="t">
            <a:noAutofit/>
          </a:bodyPr>
          <a:lstStyle/>
          <a:p>
            <a:pPr algn="l">
              <a:lnSpc>
                <a:spcPct val="120000"/>
              </a:lnSpc>
              <a:spcBef>
                <a:spcPts val="0"/>
              </a:spcBef>
              <a:spcAft>
                <a:spcPts val="0"/>
              </a:spcAft>
            </a:pPr>
            <a:r>
              <a:rPr lang="en-US" sz="1400" b="1" i="0">
                <a:solidFill>
                  <a:srgbClr val="A15C5C"/>
                </a:solidFill>
                <a:latin typeface="Calibri"/>
              </a:rPr>
              <a:t>Spreads across conditions, </a:t>
            </a:r>
            <a:r>
              <a:rPr lang="en-US" sz="1400" b="0" i="0">
                <a:solidFill>
                  <a:srgbClr val="4D3A24"/>
                </a:solidFill>
                <a:latin typeface="Calibri"/>
              </a:rPr>
              <a:t>becoming multi-vertical digital health first.</a:t>
            </a:r>
          </a:p>
        </p:txBody>
      </p:sp>
      <p:sp>
        <p:nvSpPr>
          <p:cNvPr id="54" name="TextBox 53">
            <a:extLst>
              <a:ext uri="{FF2B5EF4-FFF2-40B4-BE49-F238E27FC236}">
                <a16:creationId xmlns:a16="http://schemas.microsoft.com/office/drawing/2014/main" id="{677DD172-DCA9-C067-A9AF-951225D7A50D}"/>
              </a:ext>
            </a:extLst>
          </p:cNvPr>
          <p:cNvSpPr txBox="1"/>
          <p:nvPr/>
        </p:nvSpPr>
        <p:spPr>
          <a:xfrm>
            <a:off x="4572000" y="5099953"/>
            <a:ext cx="4434840" cy="384048"/>
          </a:xfrm>
          <a:prstGeom prst="rect">
            <a:avLst/>
          </a:prstGeom>
          <a:noFill/>
        </p:spPr>
        <p:txBody>
          <a:bodyPr wrap="square" lIns="0" tIns="0" rIns="0" bIns="0" anchor="t">
            <a:noAutofit/>
          </a:bodyPr>
          <a:lstStyle/>
          <a:p>
            <a:pPr algn="ctr">
              <a:lnSpc>
                <a:spcPct val="120000"/>
              </a:lnSpc>
              <a:spcBef>
                <a:spcPts val="0"/>
              </a:spcBef>
              <a:spcAft>
                <a:spcPts val="0"/>
              </a:spcAft>
            </a:pPr>
            <a:r>
              <a:rPr lang="en-US" sz="1400" b="1" i="0">
                <a:solidFill>
                  <a:srgbClr val="A15C5C"/>
                </a:solidFill>
                <a:latin typeface="Calibri"/>
              </a:rPr>
              <a:t>Digital health moves left, </a:t>
            </a:r>
            <a:r>
              <a:rPr lang="en-US" sz="1400" b="0" i="0">
                <a:solidFill>
                  <a:srgbClr val="4D3A24"/>
                </a:solidFill>
                <a:latin typeface="Calibri"/>
              </a:rPr>
              <a:t>into navigation and virtual care.</a:t>
            </a:r>
          </a:p>
        </p:txBody>
      </p:sp>
      <p:sp>
        <p:nvSpPr>
          <p:cNvPr id="55" name="Rounded Rectangle 31">
            <a:extLst>
              <a:ext uri="{FF2B5EF4-FFF2-40B4-BE49-F238E27FC236}">
                <a16:creationId xmlns:a16="http://schemas.microsoft.com/office/drawing/2014/main" id="{82A8D15C-CEDB-52A6-5C13-C9EAFE76DA8F}"/>
              </a:ext>
            </a:extLst>
          </p:cNvPr>
          <p:cNvSpPr/>
          <p:nvPr/>
        </p:nvSpPr>
        <p:spPr>
          <a:xfrm>
            <a:off x="374325" y="5742432"/>
            <a:ext cx="11376951" cy="566928"/>
          </a:xfrm>
          <a:prstGeom prst="roundRect">
            <a:avLst/>
          </a:prstGeom>
          <a:solidFill>
            <a:srgbClr val="ECD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i="1">
                <a:solidFill>
                  <a:srgbClr val="4D3A24"/>
                </a:solidFill>
                <a:latin typeface="Calibri"/>
              </a:rPr>
              <a:t>The market is </a:t>
            </a:r>
            <a:r>
              <a:rPr lang="en-US" sz="1400" b="1" i="1">
                <a:solidFill>
                  <a:srgbClr val="4D3A24"/>
                </a:solidFill>
                <a:latin typeface="Calibri"/>
              </a:rPr>
              <a:t>moving toward the middle</a:t>
            </a:r>
            <a:r>
              <a:rPr lang="en-US" sz="1400" i="1">
                <a:solidFill>
                  <a:srgbClr val="4D3A24"/>
                </a:solidFill>
                <a:latin typeface="Calibri"/>
              </a:rPr>
              <a:t>, where players can increasingly span navigation, virtual care and condition-specific solutions. A new entrant does not need to own the whole stack, but it does </a:t>
            </a:r>
            <a:r>
              <a:rPr lang="en-US" sz="1400" b="1" i="1">
                <a:solidFill>
                  <a:srgbClr val="4D3A24"/>
                </a:solidFill>
                <a:latin typeface="Calibri"/>
              </a:rPr>
              <a:t>need a differentiated right to win</a:t>
            </a:r>
            <a:r>
              <a:rPr lang="en-US" sz="1400" i="1">
                <a:solidFill>
                  <a:srgbClr val="4D3A24"/>
                </a:solidFill>
                <a:latin typeface="Calibri"/>
              </a:rPr>
              <a:t> in at least one layer.</a:t>
            </a:r>
          </a:p>
        </p:txBody>
      </p:sp>
    </p:spTree>
    <p:extLst>
      <p:ext uri="{BB962C8B-B14F-4D97-AF65-F5344CB8AC3E}">
        <p14:creationId xmlns:p14="http://schemas.microsoft.com/office/powerpoint/2010/main" val="377591725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1C8F7-A84E-47AA-5925-177AC39E92D0}"/>
            </a:ext>
          </a:extLst>
        </p:cNvPr>
        <p:cNvGrpSpPr/>
        <p:nvPr/>
      </p:nvGrpSpPr>
      <p:grpSpPr>
        <a:xfrm>
          <a:off x="0" y="0"/>
          <a:ext cx="0" cy="0"/>
          <a:chOff x="0" y="0"/>
          <a:chExt cx="0" cy="0"/>
        </a:xfrm>
      </p:grpSpPr>
      <p:sp>
        <p:nvSpPr>
          <p:cNvPr id="48" name="Title 47">
            <a:extLst>
              <a:ext uri="{FF2B5EF4-FFF2-40B4-BE49-F238E27FC236}">
                <a16:creationId xmlns:a16="http://schemas.microsoft.com/office/drawing/2014/main" id="{5B396D31-9777-F440-20D1-8F203FBBF56B}"/>
              </a:ext>
            </a:extLst>
          </p:cNvPr>
          <p:cNvSpPr>
            <a:spLocks noGrp="1"/>
          </p:cNvSpPr>
          <p:nvPr>
            <p:ph type="title"/>
          </p:nvPr>
        </p:nvSpPr>
        <p:spPr>
          <a:xfrm>
            <a:off x="378135" y="506431"/>
            <a:ext cx="11560436" cy="364766"/>
          </a:xfrm>
        </p:spPr>
        <p:txBody>
          <a:bodyPr anchor="ctr"/>
          <a:lstStyle/>
          <a:p>
            <a:r>
              <a:rPr lang="en-US">
                <a:latin typeface="Open Sans Light" panose="020B0306030504020204" pitchFamily="34" charset="0"/>
                <a:ea typeface="Open Sans Light" panose="020B0306030504020204" pitchFamily="34" charset="0"/>
                <a:cs typeface="Open Sans Light" panose="020B0306030504020204" pitchFamily="34" charset="0"/>
              </a:rPr>
              <a:t>AI Can Scale the Front Door, but Care Execution Remains Partner-Dependent</a:t>
            </a:r>
          </a:p>
        </p:txBody>
      </p:sp>
      <p:sp>
        <p:nvSpPr>
          <p:cNvPr id="49" name="Text Placeholder 48">
            <a:extLst>
              <a:ext uri="{FF2B5EF4-FFF2-40B4-BE49-F238E27FC236}">
                <a16:creationId xmlns:a16="http://schemas.microsoft.com/office/drawing/2014/main" id="{227EBF4D-5743-3356-E835-880F7D0B25F8}"/>
              </a:ext>
            </a:extLst>
          </p:cNvPr>
          <p:cNvSpPr>
            <a:spLocks noGrp="1"/>
          </p:cNvSpPr>
          <p:nvPr>
            <p:ph type="body" sz="quarter" idx="15"/>
          </p:nvPr>
        </p:nvSpPr>
        <p:spPr/>
        <p:txBody>
          <a:bodyPr/>
          <a:lstStyle/>
          <a:p>
            <a:r>
              <a:rPr lang="en-US">
                <a:latin typeface="Open Sans Light" panose="020B0306030504020204" pitchFamily="34" charset="0"/>
                <a:ea typeface="Open Sans Light" panose="020B0306030504020204" pitchFamily="34" charset="0"/>
                <a:cs typeface="Open Sans Light" panose="020B0306030504020204" pitchFamily="34" charset="0"/>
              </a:rPr>
              <a:t>4. Market Landscape, Trends &amp; AI</a:t>
            </a:r>
          </a:p>
        </p:txBody>
      </p:sp>
      <p:cxnSp>
        <p:nvCxnSpPr>
          <p:cNvPr id="51" name="Straight Connector 50">
            <a:extLst>
              <a:ext uri="{FF2B5EF4-FFF2-40B4-BE49-F238E27FC236}">
                <a16:creationId xmlns:a16="http://schemas.microsoft.com/office/drawing/2014/main" id="{37B5F520-18D5-11A6-1AE1-4E40C69C1EEF}"/>
              </a:ext>
            </a:extLst>
          </p:cNvPr>
          <p:cNvCxnSpPr>
            <a:cxnSpLocks/>
          </p:cNvCxnSpPr>
          <p:nvPr/>
        </p:nvCxnSpPr>
        <p:spPr>
          <a:xfrm>
            <a:off x="384490" y="421894"/>
            <a:ext cx="1137684" cy="0"/>
          </a:xfrm>
          <a:prstGeom prst="line">
            <a:avLst/>
          </a:prstGeom>
          <a:ln w="60325">
            <a:solidFill>
              <a:schemeClr val="accent4">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92" name="TextBox 91">
            <a:extLst>
              <a:ext uri="{FF2B5EF4-FFF2-40B4-BE49-F238E27FC236}">
                <a16:creationId xmlns:a16="http://schemas.microsoft.com/office/drawing/2014/main" id="{713117BF-E335-5392-F37A-71F67B911E38}"/>
              </a:ext>
            </a:extLst>
          </p:cNvPr>
          <p:cNvSpPr txBox="1"/>
          <p:nvPr/>
        </p:nvSpPr>
        <p:spPr>
          <a:xfrm>
            <a:off x="386080" y="6444759"/>
            <a:ext cx="11027664" cy="182880"/>
          </a:xfrm>
          <a:prstGeom prst="rect">
            <a:avLst/>
          </a:prstGeom>
          <a:noFill/>
        </p:spPr>
        <p:txBody>
          <a:bodyPr wrap="square" lIns="0" tIns="0" rIns="0" bIns="0" anchor="ctr">
            <a:noAutofit/>
          </a:bodyPr>
          <a:lstStyle/>
          <a:p>
            <a:r>
              <a:rPr lang="en-US" sz="800" b="1">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Sources: </a:t>
            </a:r>
            <a:r>
              <a:rPr lang="en-US" sz="800" u="sng" err="1">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Transcarent</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 Completes Merger with Accolade</a:t>
            </a:r>
            <a:r>
              <a:rPr lang="en-US" sz="800">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800" u="sng" err="1">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Rightway</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 2025 rebrand announcement</a:t>
            </a:r>
            <a:r>
              <a:rPr lang="en-US" sz="800">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Personify Health, Q4 2025 Innovation and Impact Report</a:t>
            </a:r>
            <a:r>
              <a:rPr lang="en-US" sz="800">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Included Health, AI clinician-in-the-loop announcement</a:t>
            </a:r>
            <a:r>
              <a:rPr lang="en-US" sz="800">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HHS, HIPAA Business Associates guidance |       3. Included Health Announcement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hlinkClick r:id="rId2"/>
              </a:rPr>
              <a:t>1.Lark AI</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hlinkClick r:id="rId3"/>
              </a:rPr>
              <a:t>2. Hello Heart</a:t>
            </a:r>
            <a:endPar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6" name="TextBox 5">
            <a:extLst>
              <a:ext uri="{FF2B5EF4-FFF2-40B4-BE49-F238E27FC236}">
                <a16:creationId xmlns:a16="http://schemas.microsoft.com/office/drawing/2014/main" id="{A07D9364-9FE8-8294-408F-D31CBA90AB5E}"/>
              </a:ext>
            </a:extLst>
          </p:cNvPr>
          <p:cNvSpPr txBox="1"/>
          <p:nvPr/>
        </p:nvSpPr>
        <p:spPr>
          <a:xfrm>
            <a:off x="301752" y="1109405"/>
            <a:ext cx="5486400" cy="182880"/>
          </a:xfrm>
          <a:prstGeom prst="rect">
            <a:avLst/>
          </a:prstGeom>
          <a:noFill/>
        </p:spPr>
        <p:txBody>
          <a:bodyPr wrap="square" lIns="0" tIns="0" rIns="0" bIns="0" anchor="ctr">
            <a:noAutofit/>
          </a:bodyPr>
          <a:lstStyle/>
          <a:p>
            <a:pPr algn="l">
              <a:spcBef>
                <a:spcPts val="0"/>
              </a:spcBef>
              <a:spcAft>
                <a:spcPts val="0"/>
              </a:spcAft>
            </a:pPr>
            <a:r>
              <a:rPr lang="en-US" sz="1400" b="1" i="0" spc="100">
                <a:solidFill>
                  <a:srgbClr val="8A7658"/>
                </a:solidFill>
                <a:latin typeface="Calibri"/>
              </a:rPr>
              <a:t>WHERE AI IS BEING APPLIED TODAY</a:t>
            </a:r>
          </a:p>
        </p:txBody>
      </p:sp>
      <p:sp>
        <p:nvSpPr>
          <p:cNvPr id="8" name="Rounded Rectangle 9">
            <a:extLst>
              <a:ext uri="{FF2B5EF4-FFF2-40B4-BE49-F238E27FC236}">
                <a16:creationId xmlns:a16="http://schemas.microsoft.com/office/drawing/2014/main" id="{87DFA6E6-BEF7-2F0D-8BF7-B3272CE9E91E}"/>
              </a:ext>
            </a:extLst>
          </p:cNvPr>
          <p:cNvSpPr/>
          <p:nvPr/>
        </p:nvSpPr>
        <p:spPr>
          <a:xfrm>
            <a:off x="301752" y="1364243"/>
            <a:ext cx="3627120" cy="1051560"/>
          </a:xfrm>
          <a:prstGeom prst="roundRect">
            <a:avLst/>
          </a:prstGeom>
          <a:solidFill>
            <a:srgbClr val="FFFDF8"/>
          </a:solidFill>
          <a:ln w="12700">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0" name="Rounded Rectangular Callout 10">
            <a:extLst>
              <a:ext uri="{FF2B5EF4-FFF2-40B4-BE49-F238E27FC236}">
                <a16:creationId xmlns:a16="http://schemas.microsoft.com/office/drawing/2014/main" id="{7F3DE5F6-9148-81D1-63AE-9CF7FF294992}"/>
              </a:ext>
            </a:extLst>
          </p:cNvPr>
          <p:cNvSpPr/>
          <p:nvPr/>
        </p:nvSpPr>
        <p:spPr>
          <a:xfrm>
            <a:off x="484632" y="1510547"/>
            <a:ext cx="182880" cy="146304"/>
          </a:xfrm>
          <a:prstGeom prst="wedgeRoundRectCallout">
            <a:avLst/>
          </a:prstGeom>
          <a:noFill/>
          <a:ln w="15875">
            <a:solidFill>
              <a:srgbClr val="8A76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2" name="TextBox 11">
            <a:extLst>
              <a:ext uri="{FF2B5EF4-FFF2-40B4-BE49-F238E27FC236}">
                <a16:creationId xmlns:a16="http://schemas.microsoft.com/office/drawing/2014/main" id="{50E0258C-35E6-DA8A-21AC-3AACABD6BCB8}"/>
              </a:ext>
            </a:extLst>
          </p:cNvPr>
          <p:cNvSpPr txBox="1"/>
          <p:nvPr/>
        </p:nvSpPr>
        <p:spPr>
          <a:xfrm>
            <a:off x="740664" y="1492259"/>
            <a:ext cx="3023616" cy="237744"/>
          </a:xfrm>
          <a:prstGeom prst="rect">
            <a:avLst/>
          </a:prstGeom>
          <a:noFill/>
        </p:spPr>
        <p:txBody>
          <a:bodyPr wrap="square" lIns="0" tIns="0" rIns="0" bIns="0" anchor="ctr">
            <a:noAutofit/>
          </a:bodyPr>
          <a:lstStyle/>
          <a:p>
            <a:pPr algn="l">
              <a:spcBef>
                <a:spcPts val="0"/>
              </a:spcBef>
              <a:spcAft>
                <a:spcPts val="0"/>
              </a:spcAft>
            </a:pPr>
            <a:r>
              <a:rPr lang="en-US" sz="1600" b="1" i="0">
                <a:solidFill>
                  <a:srgbClr val="231505"/>
                </a:solidFill>
                <a:latin typeface="Calibri"/>
              </a:rPr>
              <a:t>Benefits &amp; Care Q&amp;A</a:t>
            </a:r>
          </a:p>
        </p:txBody>
      </p:sp>
      <p:sp>
        <p:nvSpPr>
          <p:cNvPr id="14" name="TextBox 13">
            <a:extLst>
              <a:ext uri="{FF2B5EF4-FFF2-40B4-BE49-F238E27FC236}">
                <a16:creationId xmlns:a16="http://schemas.microsoft.com/office/drawing/2014/main" id="{DACB211B-E30E-4A2B-3F18-1265FAC05521}"/>
              </a:ext>
            </a:extLst>
          </p:cNvPr>
          <p:cNvSpPr txBox="1"/>
          <p:nvPr/>
        </p:nvSpPr>
        <p:spPr>
          <a:xfrm>
            <a:off x="484632" y="1803155"/>
            <a:ext cx="3416808" cy="548640"/>
          </a:xfrm>
          <a:prstGeom prst="rect">
            <a:avLst/>
          </a:prstGeom>
          <a:noFill/>
        </p:spPr>
        <p:txBody>
          <a:bodyPr wrap="square" lIns="0" tIns="0" rIns="0" bIns="0" anchor="t">
            <a:noAutofit/>
          </a:bodyPr>
          <a:lstStyle/>
          <a:p>
            <a:pPr algn="l">
              <a:lnSpc>
                <a:spcPct val="115000"/>
              </a:lnSpc>
              <a:spcBef>
                <a:spcPts val="0"/>
              </a:spcBef>
              <a:spcAft>
                <a:spcPts val="0"/>
              </a:spcAft>
            </a:pPr>
            <a:r>
              <a:rPr lang="en-US" sz="1200" b="0" i="0">
                <a:solidFill>
                  <a:srgbClr val="4D3A24"/>
                </a:solidFill>
                <a:latin typeface="Calibri"/>
              </a:rPr>
              <a:t>Answers routine questions and suggests next steps. </a:t>
            </a:r>
            <a:r>
              <a:rPr lang="en-US" sz="1200" b="1" i="0">
                <a:solidFill>
                  <a:srgbClr val="4D3A24"/>
                </a:solidFill>
                <a:latin typeface="Calibri"/>
              </a:rPr>
              <a:t>Hard part:</a:t>
            </a:r>
            <a:r>
              <a:rPr lang="en-US" sz="1200" b="0" i="0">
                <a:solidFill>
                  <a:srgbClr val="4D3A24"/>
                </a:solidFill>
                <a:latin typeface="Calibri"/>
              </a:rPr>
              <a:t> accurate benefit rules and safe escalation.</a:t>
            </a:r>
          </a:p>
        </p:txBody>
      </p:sp>
      <p:sp>
        <p:nvSpPr>
          <p:cNvPr id="16" name="Rounded Rectangle 13">
            <a:extLst>
              <a:ext uri="{FF2B5EF4-FFF2-40B4-BE49-F238E27FC236}">
                <a16:creationId xmlns:a16="http://schemas.microsoft.com/office/drawing/2014/main" id="{B0A505E1-7B2E-D37F-D191-D97073F7313C}"/>
              </a:ext>
            </a:extLst>
          </p:cNvPr>
          <p:cNvSpPr/>
          <p:nvPr/>
        </p:nvSpPr>
        <p:spPr>
          <a:xfrm>
            <a:off x="4084320" y="1364243"/>
            <a:ext cx="3627120" cy="1051560"/>
          </a:xfrm>
          <a:prstGeom prst="roundRect">
            <a:avLst/>
          </a:prstGeom>
          <a:solidFill>
            <a:srgbClr val="FFFDF8"/>
          </a:solidFill>
          <a:ln w="12700">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8" name="Rectangle 17">
            <a:extLst>
              <a:ext uri="{FF2B5EF4-FFF2-40B4-BE49-F238E27FC236}">
                <a16:creationId xmlns:a16="http://schemas.microsoft.com/office/drawing/2014/main" id="{DB9E428A-AAEF-5C42-3ED9-EF8511C57049}"/>
              </a:ext>
            </a:extLst>
          </p:cNvPr>
          <p:cNvSpPr/>
          <p:nvPr/>
        </p:nvSpPr>
        <p:spPr>
          <a:xfrm>
            <a:off x="4267200" y="1510547"/>
            <a:ext cx="142646" cy="182880"/>
          </a:xfrm>
          <a:prstGeom prst="rect">
            <a:avLst/>
          </a:prstGeom>
          <a:noFill/>
          <a:ln w="15875">
            <a:solidFill>
              <a:srgbClr val="8A76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cxnSp>
        <p:nvCxnSpPr>
          <p:cNvPr id="20" name="Connector 15">
            <a:extLst>
              <a:ext uri="{FF2B5EF4-FFF2-40B4-BE49-F238E27FC236}">
                <a16:creationId xmlns:a16="http://schemas.microsoft.com/office/drawing/2014/main" id="{CA32AB60-DC68-D81B-D09C-DB0A6A6E5657}"/>
              </a:ext>
            </a:extLst>
          </p:cNvPr>
          <p:cNvCxnSpPr/>
          <p:nvPr/>
        </p:nvCxnSpPr>
        <p:spPr>
          <a:xfrm>
            <a:off x="4292876" y="1569069"/>
            <a:ext cx="91294" cy="0"/>
          </a:xfrm>
          <a:prstGeom prst="line">
            <a:avLst/>
          </a:prstGeom>
          <a:ln w="12700">
            <a:solidFill>
              <a:srgbClr val="8A7658"/>
            </a:solidFill>
          </a:ln>
          <a:effectLst/>
        </p:spPr>
        <p:style>
          <a:lnRef idx="2">
            <a:schemeClr val="accent1"/>
          </a:lnRef>
          <a:fillRef idx="0">
            <a:schemeClr val="accent1"/>
          </a:fillRef>
          <a:effectRef idx="1">
            <a:schemeClr val="accent1"/>
          </a:effectRef>
          <a:fontRef idx="minor">
            <a:schemeClr val="tx1"/>
          </a:fontRef>
        </p:style>
      </p:cxnSp>
      <p:cxnSp>
        <p:nvCxnSpPr>
          <p:cNvPr id="22" name="Connector 16">
            <a:extLst>
              <a:ext uri="{FF2B5EF4-FFF2-40B4-BE49-F238E27FC236}">
                <a16:creationId xmlns:a16="http://schemas.microsoft.com/office/drawing/2014/main" id="{0ED687F8-8055-BBF2-4927-E975118B386A}"/>
              </a:ext>
            </a:extLst>
          </p:cNvPr>
          <p:cNvCxnSpPr/>
          <p:nvPr/>
        </p:nvCxnSpPr>
        <p:spPr>
          <a:xfrm>
            <a:off x="4292876" y="1611131"/>
            <a:ext cx="91294" cy="0"/>
          </a:xfrm>
          <a:prstGeom prst="line">
            <a:avLst/>
          </a:prstGeom>
          <a:ln w="12700">
            <a:solidFill>
              <a:srgbClr val="8A7658"/>
            </a:solidFill>
          </a:ln>
          <a:effectLst/>
        </p:spPr>
        <p:style>
          <a:lnRef idx="2">
            <a:schemeClr val="accent1"/>
          </a:lnRef>
          <a:fillRef idx="0">
            <a:schemeClr val="accent1"/>
          </a:fillRef>
          <a:effectRef idx="1">
            <a:schemeClr val="accent1"/>
          </a:effectRef>
          <a:fontRef idx="minor">
            <a:schemeClr val="tx1"/>
          </a:fontRef>
        </p:style>
      </p:cxnSp>
      <p:cxnSp>
        <p:nvCxnSpPr>
          <p:cNvPr id="24" name="Connector 17">
            <a:extLst>
              <a:ext uri="{FF2B5EF4-FFF2-40B4-BE49-F238E27FC236}">
                <a16:creationId xmlns:a16="http://schemas.microsoft.com/office/drawing/2014/main" id="{7A1D5060-3044-BE4D-47E8-3D00A68226D9}"/>
              </a:ext>
            </a:extLst>
          </p:cNvPr>
          <p:cNvCxnSpPr/>
          <p:nvPr/>
        </p:nvCxnSpPr>
        <p:spPr>
          <a:xfrm>
            <a:off x="4292876" y="1653193"/>
            <a:ext cx="91294" cy="0"/>
          </a:xfrm>
          <a:prstGeom prst="line">
            <a:avLst/>
          </a:prstGeom>
          <a:ln w="12700">
            <a:solidFill>
              <a:srgbClr val="8A7658"/>
            </a:solidFill>
          </a:ln>
          <a:effectLst/>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1E69910B-39F0-0BAF-15DD-BFB4220503F7}"/>
              </a:ext>
            </a:extLst>
          </p:cNvPr>
          <p:cNvSpPr txBox="1"/>
          <p:nvPr/>
        </p:nvSpPr>
        <p:spPr>
          <a:xfrm>
            <a:off x="4523232" y="1492259"/>
            <a:ext cx="3023616" cy="237744"/>
          </a:xfrm>
          <a:prstGeom prst="rect">
            <a:avLst/>
          </a:prstGeom>
          <a:noFill/>
        </p:spPr>
        <p:txBody>
          <a:bodyPr wrap="square" lIns="0" tIns="0" rIns="0" bIns="0" anchor="ctr">
            <a:noAutofit/>
          </a:bodyPr>
          <a:lstStyle/>
          <a:p>
            <a:pPr algn="l">
              <a:spcBef>
                <a:spcPts val="0"/>
              </a:spcBef>
              <a:spcAft>
                <a:spcPts val="0"/>
              </a:spcAft>
            </a:pPr>
            <a:r>
              <a:rPr lang="en-US" sz="1600" b="1" i="0">
                <a:solidFill>
                  <a:srgbClr val="231505"/>
                </a:solidFill>
                <a:latin typeface="Calibri"/>
              </a:rPr>
              <a:t>Advocate Productivity</a:t>
            </a:r>
          </a:p>
        </p:txBody>
      </p:sp>
      <p:sp>
        <p:nvSpPr>
          <p:cNvPr id="28" name="TextBox 27">
            <a:extLst>
              <a:ext uri="{FF2B5EF4-FFF2-40B4-BE49-F238E27FC236}">
                <a16:creationId xmlns:a16="http://schemas.microsoft.com/office/drawing/2014/main" id="{658600A8-D366-C633-7BFB-E11BDAFD9DCE}"/>
              </a:ext>
            </a:extLst>
          </p:cNvPr>
          <p:cNvSpPr txBox="1"/>
          <p:nvPr/>
        </p:nvSpPr>
        <p:spPr>
          <a:xfrm>
            <a:off x="4267200" y="1803155"/>
            <a:ext cx="3579674" cy="548640"/>
          </a:xfrm>
          <a:prstGeom prst="rect">
            <a:avLst/>
          </a:prstGeom>
          <a:noFill/>
        </p:spPr>
        <p:txBody>
          <a:bodyPr wrap="square" lIns="0" tIns="0" rIns="0" bIns="0" anchor="t">
            <a:noAutofit/>
          </a:bodyPr>
          <a:lstStyle/>
          <a:p>
            <a:pPr algn="l">
              <a:lnSpc>
                <a:spcPct val="115000"/>
              </a:lnSpc>
              <a:spcBef>
                <a:spcPts val="0"/>
              </a:spcBef>
              <a:spcAft>
                <a:spcPts val="0"/>
              </a:spcAft>
            </a:pPr>
            <a:r>
              <a:rPr lang="en-US" sz="1200" b="0" i="0">
                <a:solidFill>
                  <a:srgbClr val="4D3A24"/>
                </a:solidFill>
                <a:latin typeface="Calibri"/>
              </a:rPr>
              <a:t>Drafts case summaries and documentation. </a:t>
            </a:r>
          </a:p>
          <a:p>
            <a:pPr algn="l">
              <a:lnSpc>
                <a:spcPct val="115000"/>
              </a:lnSpc>
              <a:spcBef>
                <a:spcPts val="0"/>
              </a:spcBef>
              <a:spcAft>
                <a:spcPts val="0"/>
              </a:spcAft>
            </a:pPr>
            <a:r>
              <a:rPr lang="en-US" sz="1200" b="1" i="0">
                <a:solidFill>
                  <a:srgbClr val="4D3A24"/>
                </a:solidFill>
                <a:latin typeface="Calibri"/>
              </a:rPr>
              <a:t>Hard part:</a:t>
            </a:r>
            <a:r>
              <a:rPr lang="en-US" sz="1200" b="0" i="0">
                <a:solidFill>
                  <a:srgbClr val="4D3A24"/>
                </a:solidFill>
                <a:latin typeface="Calibri"/>
              </a:rPr>
              <a:t> clinical accountability and complex-case judgment.</a:t>
            </a:r>
          </a:p>
        </p:txBody>
      </p:sp>
      <p:sp>
        <p:nvSpPr>
          <p:cNvPr id="30" name="Rounded Rectangle 20">
            <a:extLst>
              <a:ext uri="{FF2B5EF4-FFF2-40B4-BE49-F238E27FC236}">
                <a16:creationId xmlns:a16="http://schemas.microsoft.com/office/drawing/2014/main" id="{323387EE-EE31-102E-57B5-90BC5504C0E2}"/>
              </a:ext>
            </a:extLst>
          </p:cNvPr>
          <p:cNvSpPr/>
          <p:nvPr/>
        </p:nvSpPr>
        <p:spPr>
          <a:xfrm>
            <a:off x="7866888" y="1364243"/>
            <a:ext cx="3627120" cy="1051560"/>
          </a:xfrm>
          <a:prstGeom prst="roundRect">
            <a:avLst/>
          </a:prstGeom>
          <a:solidFill>
            <a:srgbClr val="FFFDF8"/>
          </a:solidFill>
          <a:ln w="12700">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32" name="Oval 31">
            <a:extLst>
              <a:ext uri="{FF2B5EF4-FFF2-40B4-BE49-F238E27FC236}">
                <a16:creationId xmlns:a16="http://schemas.microsoft.com/office/drawing/2014/main" id="{5730A22E-675B-5EDE-44C7-A352922C387F}"/>
              </a:ext>
            </a:extLst>
          </p:cNvPr>
          <p:cNvSpPr/>
          <p:nvPr/>
        </p:nvSpPr>
        <p:spPr>
          <a:xfrm>
            <a:off x="8049768" y="1510547"/>
            <a:ext cx="182880" cy="182880"/>
          </a:xfrm>
          <a:prstGeom prst="ellipse">
            <a:avLst/>
          </a:prstGeom>
          <a:noFill/>
          <a:ln w="15875">
            <a:solidFill>
              <a:srgbClr val="8A76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34" name="Oval 33">
            <a:extLst>
              <a:ext uri="{FF2B5EF4-FFF2-40B4-BE49-F238E27FC236}">
                <a16:creationId xmlns:a16="http://schemas.microsoft.com/office/drawing/2014/main" id="{193278E4-2634-3839-3C08-AC128DA55EC8}"/>
              </a:ext>
            </a:extLst>
          </p:cNvPr>
          <p:cNvSpPr/>
          <p:nvPr/>
        </p:nvSpPr>
        <p:spPr>
          <a:xfrm>
            <a:off x="8095488" y="1556267"/>
            <a:ext cx="91440" cy="91440"/>
          </a:xfrm>
          <a:prstGeom prst="ellipse">
            <a:avLst/>
          </a:prstGeom>
          <a:noFill/>
          <a:ln w="12700">
            <a:solidFill>
              <a:srgbClr val="8A76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36" name="Oval 35">
            <a:extLst>
              <a:ext uri="{FF2B5EF4-FFF2-40B4-BE49-F238E27FC236}">
                <a16:creationId xmlns:a16="http://schemas.microsoft.com/office/drawing/2014/main" id="{B4AEB9D2-2774-8A69-0063-8FFA86F1B53A}"/>
              </a:ext>
            </a:extLst>
          </p:cNvPr>
          <p:cNvSpPr/>
          <p:nvPr/>
        </p:nvSpPr>
        <p:spPr>
          <a:xfrm>
            <a:off x="8130236" y="1591015"/>
            <a:ext cx="21945" cy="21945"/>
          </a:xfrm>
          <a:prstGeom prst="ellipse">
            <a:avLst/>
          </a:prstGeom>
          <a:solidFill>
            <a:srgbClr val="8A76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38" name="TextBox 37">
            <a:extLst>
              <a:ext uri="{FF2B5EF4-FFF2-40B4-BE49-F238E27FC236}">
                <a16:creationId xmlns:a16="http://schemas.microsoft.com/office/drawing/2014/main" id="{221562F8-A191-51B1-6B9C-BBD3BB6F2EF1}"/>
              </a:ext>
            </a:extLst>
          </p:cNvPr>
          <p:cNvSpPr txBox="1"/>
          <p:nvPr/>
        </p:nvSpPr>
        <p:spPr>
          <a:xfrm>
            <a:off x="8305800" y="1492259"/>
            <a:ext cx="3023616" cy="237744"/>
          </a:xfrm>
          <a:prstGeom prst="rect">
            <a:avLst/>
          </a:prstGeom>
          <a:noFill/>
        </p:spPr>
        <p:txBody>
          <a:bodyPr wrap="square" lIns="0" tIns="0" rIns="0" bIns="0" anchor="ctr">
            <a:noAutofit/>
          </a:bodyPr>
          <a:lstStyle/>
          <a:p>
            <a:pPr algn="l">
              <a:spcBef>
                <a:spcPts val="0"/>
              </a:spcBef>
              <a:spcAft>
                <a:spcPts val="0"/>
              </a:spcAft>
            </a:pPr>
            <a:r>
              <a:rPr lang="en-US" sz="1600" b="1" i="0">
                <a:solidFill>
                  <a:srgbClr val="231505"/>
                </a:solidFill>
                <a:latin typeface="Calibri"/>
              </a:rPr>
              <a:t>Proactive Outreach</a:t>
            </a:r>
          </a:p>
        </p:txBody>
      </p:sp>
      <p:sp>
        <p:nvSpPr>
          <p:cNvPr id="40" name="TextBox 39">
            <a:extLst>
              <a:ext uri="{FF2B5EF4-FFF2-40B4-BE49-F238E27FC236}">
                <a16:creationId xmlns:a16="http://schemas.microsoft.com/office/drawing/2014/main" id="{29378BD0-37D2-58C6-879A-8509138C3C8D}"/>
              </a:ext>
            </a:extLst>
          </p:cNvPr>
          <p:cNvSpPr txBox="1"/>
          <p:nvPr/>
        </p:nvSpPr>
        <p:spPr>
          <a:xfrm>
            <a:off x="8049768" y="1803155"/>
            <a:ext cx="3261360" cy="548640"/>
          </a:xfrm>
          <a:prstGeom prst="rect">
            <a:avLst/>
          </a:prstGeom>
          <a:noFill/>
        </p:spPr>
        <p:txBody>
          <a:bodyPr wrap="square" lIns="0" tIns="0" rIns="0" bIns="0" anchor="t">
            <a:noAutofit/>
          </a:bodyPr>
          <a:lstStyle/>
          <a:p>
            <a:pPr algn="l">
              <a:lnSpc>
                <a:spcPct val="115000"/>
              </a:lnSpc>
              <a:spcBef>
                <a:spcPts val="0"/>
              </a:spcBef>
              <a:spcAft>
                <a:spcPts val="0"/>
              </a:spcAft>
            </a:pPr>
            <a:r>
              <a:rPr lang="en-US" sz="1200" b="0" i="0">
                <a:solidFill>
                  <a:srgbClr val="4D3A24"/>
                </a:solidFill>
                <a:latin typeface="Calibri"/>
              </a:rPr>
              <a:t>Identifies members who may benefit from outreach. </a:t>
            </a:r>
            <a:r>
              <a:rPr lang="en-US" sz="1200" b="1" i="0">
                <a:solidFill>
                  <a:srgbClr val="4D3A24"/>
                </a:solidFill>
                <a:latin typeface="Calibri"/>
              </a:rPr>
              <a:t>Hard part:</a:t>
            </a:r>
            <a:r>
              <a:rPr lang="en-US" sz="1200" b="0" i="0">
                <a:solidFill>
                  <a:srgbClr val="4D3A24"/>
                </a:solidFill>
                <a:latin typeface="Calibri"/>
              </a:rPr>
              <a:t> consent, data rights and false-positive control.</a:t>
            </a:r>
          </a:p>
        </p:txBody>
      </p:sp>
      <p:sp>
        <p:nvSpPr>
          <p:cNvPr id="42" name="Rounded Rectangle 26">
            <a:extLst>
              <a:ext uri="{FF2B5EF4-FFF2-40B4-BE49-F238E27FC236}">
                <a16:creationId xmlns:a16="http://schemas.microsoft.com/office/drawing/2014/main" id="{07804372-87A0-6062-2233-62D734C6C3F5}"/>
              </a:ext>
            </a:extLst>
          </p:cNvPr>
          <p:cNvSpPr/>
          <p:nvPr/>
        </p:nvSpPr>
        <p:spPr>
          <a:xfrm>
            <a:off x="301752" y="2562107"/>
            <a:ext cx="3627120" cy="952642"/>
          </a:xfrm>
          <a:prstGeom prst="roundRect">
            <a:avLst/>
          </a:prstGeom>
          <a:solidFill>
            <a:srgbClr val="FFFDF8"/>
          </a:solidFill>
          <a:ln w="12700">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44" name="Oval 43">
            <a:extLst>
              <a:ext uri="{FF2B5EF4-FFF2-40B4-BE49-F238E27FC236}">
                <a16:creationId xmlns:a16="http://schemas.microsoft.com/office/drawing/2014/main" id="{FB78C159-739E-6A92-A85B-D7878D68AF55}"/>
              </a:ext>
            </a:extLst>
          </p:cNvPr>
          <p:cNvSpPr/>
          <p:nvPr/>
        </p:nvSpPr>
        <p:spPr>
          <a:xfrm>
            <a:off x="484632" y="2708411"/>
            <a:ext cx="149961" cy="149961"/>
          </a:xfrm>
          <a:prstGeom prst="ellipse">
            <a:avLst/>
          </a:prstGeom>
          <a:noFill/>
          <a:ln w="15875">
            <a:solidFill>
              <a:srgbClr val="8A76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63" name="Oval 62">
            <a:extLst>
              <a:ext uri="{FF2B5EF4-FFF2-40B4-BE49-F238E27FC236}">
                <a16:creationId xmlns:a16="http://schemas.microsoft.com/office/drawing/2014/main" id="{D2C89667-AC46-B1BF-1218-C1B31998ED0B}"/>
              </a:ext>
            </a:extLst>
          </p:cNvPr>
          <p:cNvSpPr/>
          <p:nvPr/>
        </p:nvSpPr>
        <p:spPr>
          <a:xfrm>
            <a:off x="544982" y="2768761"/>
            <a:ext cx="29260" cy="29260"/>
          </a:xfrm>
          <a:prstGeom prst="ellipse">
            <a:avLst/>
          </a:prstGeom>
          <a:solidFill>
            <a:srgbClr val="8A76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64" name="Isosceles Triangle 63">
            <a:extLst>
              <a:ext uri="{FF2B5EF4-FFF2-40B4-BE49-F238E27FC236}">
                <a16:creationId xmlns:a16="http://schemas.microsoft.com/office/drawing/2014/main" id="{E9B2354E-A46E-099E-412A-5DCF444AA3E7}"/>
              </a:ext>
            </a:extLst>
          </p:cNvPr>
          <p:cNvSpPr/>
          <p:nvPr/>
        </p:nvSpPr>
        <p:spPr>
          <a:xfrm rot="10800000">
            <a:off x="530352" y="2816383"/>
            <a:ext cx="58521" cy="62179"/>
          </a:xfrm>
          <a:prstGeom prst="triangle">
            <a:avLst/>
          </a:prstGeom>
          <a:solidFill>
            <a:srgbClr val="8A76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65" name="TextBox 64">
            <a:extLst>
              <a:ext uri="{FF2B5EF4-FFF2-40B4-BE49-F238E27FC236}">
                <a16:creationId xmlns:a16="http://schemas.microsoft.com/office/drawing/2014/main" id="{664C831E-A67D-4D9C-D159-EBCA0837B3B7}"/>
              </a:ext>
            </a:extLst>
          </p:cNvPr>
          <p:cNvSpPr txBox="1"/>
          <p:nvPr/>
        </p:nvSpPr>
        <p:spPr>
          <a:xfrm>
            <a:off x="740664" y="2690123"/>
            <a:ext cx="4914900" cy="237744"/>
          </a:xfrm>
          <a:prstGeom prst="rect">
            <a:avLst/>
          </a:prstGeom>
          <a:noFill/>
        </p:spPr>
        <p:txBody>
          <a:bodyPr wrap="square" lIns="0" tIns="0" rIns="0" bIns="0" anchor="ctr">
            <a:noAutofit/>
          </a:bodyPr>
          <a:lstStyle/>
          <a:p>
            <a:pPr algn="l">
              <a:spcBef>
                <a:spcPts val="0"/>
              </a:spcBef>
              <a:spcAft>
                <a:spcPts val="0"/>
              </a:spcAft>
            </a:pPr>
            <a:r>
              <a:rPr lang="en-US" sz="1600" b="1" i="0">
                <a:solidFill>
                  <a:srgbClr val="231505"/>
                </a:solidFill>
                <a:latin typeface="Calibri"/>
              </a:rPr>
              <a:t>Site-of-Care Recommendation</a:t>
            </a:r>
          </a:p>
        </p:txBody>
      </p:sp>
      <p:sp>
        <p:nvSpPr>
          <p:cNvPr id="66" name="TextBox 65">
            <a:extLst>
              <a:ext uri="{FF2B5EF4-FFF2-40B4-BE49-F238E27FC236}">
                <a16:creationId xmlns:a16="http://schemas.microsoft.com/office/drawing/2014/main" id="{DFC42013-6357-3F6D-E8F3-281C3E01C831}"/>
              </a:ext>
            </a:extLst>
          </p:cNvPr>
          <p:cNvSpPr txBox="1"/>
          <p:nvPr/>
        </p:nvSpPr>
        <p:spPr>
          <a:xfrm>
            <a:off x="484632" y="3001019"/>
            <a:ext cx="3279648" cy="502920"/>
          </a:xfrm>
          <a:prstGeom prst="rect">
            <a:avLst/>
          </a:prstGeom>
          <a:noFill/>
        </p:spPr>
        <p:txBody>
          <a:bodyPr wrap="square" lIns="0" tIns="0" rIns="0" bIns="0" anchor="t">
            <a:noAutofit/>
          </a:bodyPr>
          <a:lstStyle/>
          <a:p>
            <a:pPr algn="l">
              <a:lnSpc>
                <a:spcPct val="115000"/>
              </a:lnSpc>
              <a:spcBef>
                <a:spcPts val="0"/>
              </a:spcBef>
              <a:spcAft>
                <a:spcPts val="0"/>
              </a:spcAft>
            </a:pPr>
            <a:r>
              <a:rPr lang="en-US" sz="1200" b="0" i="0">
                <a:solidFill>
                  <a:srgbClr val="4D3A24"/>
                </a:solidFill>
                <a:latin typeface="Calibri"/>
              </a:rPr>
              <a:t>Surfaces appropriate care options. </a:t>
            </a:r>
          </a:p>
          <a:p>
            <a:pPr algn="l">
              <a:lnSpc>
                <a:spcPct val="115000"/>
              </a:lnSpc>
              <a:spcBef>
                <a:spcPts val="0"/>
              </a:spcBef>
              <a:spcAft>
                <a:spcPts val="0"/>
              </a:spcAft>
            </a:pPr>
            <a:r>
              <a:rPr lang="en-US" sz="1200" b="1" i="0">
                <a:solidFill>
                  <a:srgbClr val="4D3A24"/>
                </a:solidFill>
                <a:latin typeface="Calibri"/>
              </a:rPr>
              <a:t>Hard part:</a:t>
            </a:r>
            <a:r>
              <a:rPr lang="en-US" sz="1200" b="0" i="0">
                <a:solidFill>
                  <a:srgbClr val="4D3A24"/>
                </a:solidFill>
                <a:latin typeface="Calibri"/>
              </a:rPr>
              <a:t> current provider data</a:t>
            </a:r>
            <a:r>
              <a:rPr lang="en-US" sz="1200">
                <a:solidFill>
                  <a:srgbClr val="4D3A24"/>
                </a:solidFill>
                <a:latin typeface="Calibri"/>
              </a:rPr>
              <a:t> &amp;</a:t>
            </a:r>
            <a:r>
              <a:rPr lang="en-US" sz="1200" b="0" i="0">
                <a:solidFill>
                  <a:srgbClr val="4D3A24"/>
                </a:solidFill>
                <a:latin typeface="Calibri"/>
              </a:rPr>
              <a:t> availability.</a:t>
            </a:r>
          </a:p>
        </p:txBody>
      </p:sp>
      <p:sp>
        <p:nvSpPr>
          <p:cNvPr id="67" name="Rounded Rectangle 32">
            <a:extLst>
              <a:ext uri="{FF2B5EF4-FFF2-40B4-BE49-F238E27FC236}">
                <a16:creationId xmlns:a16="http://schemas.microsoft.com/office/drawing/2014/main" id="{1C7B9C1F-5C22-2108-F7F4-3040793598CF}"/>
              </a:ext>
            </a:extLst>
          </p:cNvPr>
          <p:cNvSpPr/>
          <p:nvPr/>
        </p:nvSpPr>
        <p:spPr>
          <a:xfrm>
            <a:off x="4101084" y="2562107"/>
            <a:ext cx="3610356" cy="952642"/>
          </a:xfrm>
          <a:prstGeom prst="roundRect">
            <a:avLst/>
          </a:prstGeom>
          <a:solidFill>
            <a:srgbClr val="FFFDF8"/>
          </a:solidFill>
          <a:ln w="12700">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cxnSp>
        <p:nvCxnSpPr>
          <p:cNvPr id="68" name="Connector 33">
            <a:extLst>
              <a:ext uri="{FF2B5EF4-FFF2-40B4-BE49-F238E27FC236}">
                <a16:creationId xmlns:a16="http://schemas.microsoft.com/office/drawing/2014/main" id="{17AF2B60-7CAD-EEA9-11A5-6D171ABF696A}"/>
              </a:ext>
            </a:extLst>
          </p:cNvPr>
          <p:cNvCxnSpPr/>
          <p:nvPr/>
        </p:nvCxnSpPr>
        <p:spPr>
          <a:xfrm flipV="1">
            <a:off x="4283964" y="2774248"/>
            <a:ext cx="64008" cy="80467"/>
          </a:xfrm>
          <a:prstGeom prst="line">
            <a:avLst/>
          </a:prstGeom>
          <a:ln w="15875">
            <a:solidFill>
              <a:srgbClr val="8A7658"/>
            </a:solidFill>
          </a:ln>
          <a:effectLst/>
        </p:spPr>
        <p:style>
          <a:lnRef idx="2">
            <a:schemeClr val="accent1"/>
          </a:lnRef>
          <a:fillRef idx="0">
            <a:schemeClr val="accent1"/>
          </a:fillRef>
          <a:effectRef idx="1">
            <a:schemeClr val="accent1"/>
          </a:effectRef>
          <a:fontRef idx="minor">
            <a:schemeClr val="tx1"/>
          </a:fontRef>
        </p:style>
      </p:cxnSp>
      <p:cxnSp>
        <p:nvCxnSpPr>
          <p:cNvPr id="69" name="Connector 34">
            <a:extLst>
              <a:ext uri="{FF2B5EF4-FFF2-40B4-BE49-F238E27FC236}">
                <a16:creationId xmlns:a16="http://schemas.microsoft.com/office/drawing/2014/main" id="{CC39AD4D-26B8-DB89-A64C-9DDF7D72D001}"/>
              </a:ext>
            </a:extLst>
          </p:cNvPr>
          <p:cNvCxnSpPr/>
          <p:nvPr/>
        </p:nvCxnSpPr>
        <p:spPr>
          <a:xfrm>
            <a:off x="4347972" y="2774248"/>
            <a:ext cx="49378" cy="33650"/>
          </a:xfrm>
          <a:prstGeom prst="line">
            <a:avLst/>
          </a:prstGeom>
          <a:ln w="15875">
            <a:solidFill>
              <a:srgbClr val="8A7658"/>
            </a:solidFill>
          </a:ln>
          <a:effectLst/>
        </p:spPr>
        <p:style>
          <a:lnRef idx="2">
            <a:schemeClr val="accent1"/>
          </a:lnRef>
          <a:fillRef idx="0">
            <a:schemeClr val="accent1"/>
          </a:fillRef>
          <a:effectRef idx="1">
            <a:schemeClr val="accent1"/>
          </a:effectRef>
          <a:fontRef idx="minor">
            <a:schemeClr val="tx1"/>
          </a:fontRef>
        </p:style>
      </p:cxnSp>
      <p:cxnSp>
        <p:nvCxnSpPr>
          <p:cNvPr id="70" name="Connector 35">
            <a:extLst>
              <a:ext uri="{FF2B5EF4-FFF2-40B4-BE49-F238E27FC236}">
                <a16:creationId xmlns:a16="http://schemas.microsoft.com/office/drawing/2014/main" id="{7B171981-9D16-EBB3-BAE7-BDA9694C8987}"/>
              </a:ext>
            </a:extLst>
          </p:cNvPr>
          <p:cNvCxnSpPr/>
          <p:nvPr/>
        </p:nvCxnSpPr>
        <p:spPr>
          <a:xfrm flipV="1">
            <a:off x="4397350" y="2708411"/>
            <a:ext cx="69494" cy="99487"/>
          </a:xfrm>
          <a:prstGeom prst="line">
            <a:avLst/>
          </a:prstGeom>
          <a:ln w="15875">
            <a:solidFill>
              <a:srgbClr val="8A765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71" name="TextBox 70">
            <a:extLst>
              <a:ext uri="{FF2B5EF4-FFF2-40B4-BE49-F238E27FC236}">
                <a16:creationId xmlns:a16="http://schemas.microsoft.com/office/drawing/2014/main" id="{9382E08E-A2E3-283C-6BEE-BBC1B4609043}"/>
              </a:ext>
            </a:extLst>
          </p:cNvPr>
          <p:cNvSpPr txBox="1"/>
          <p:nvPr/>
        </p:nvSpPr>
        <p:spPr>
          <a:xfrm>
            <a:off x="4539996" y="2690123"/>
            <a:ext cx="4914900" cy="237744"/>
          </a:xfrm>
          <a:prstGeom prst="rect">
            <a:avLst/>
          </a:prstGeom>
          <a:noFill/>
        </p:spPr>
        <p:txBody>
          <a:bodyPr wrap="square" lIns="0" tIns="0" rIns="0" bIns="0" anchor="ctr">
            <a:noAutofit/>
          </a:bodyPr>
          <a:lstStyle/>
          <a:p>
            <a:pPr algn="l">
              <a:spcBef>
                <a:spcPts val="0"/>
              </a:spcBef>
              <a:spcAft>
                <a:spcPts val="0"/>
              </a:spcAft>
            </a:pPr>
            <a:r>
              <a:rPr lang="en-US" sz="1600" b="1" i="0">
                <a:solidFill>
                  <a:srgbClr val="231505"/>
                </a:solidFill>
                <a:latin typeface="Calibri"/>
              </a:rPr>
              <a:t>Employer Analytics</a:t>
            </a:r>
          </a:p>
        </p:txBody>
      </p:sp>
      <p:sp>
        <p:nvSpPr>
          <p:cNvPr id="72" name="TextBox 71">
            <a:extLst>
              <a:ext uri="{FF2B5EF4-FFF2-40B4-BE49-F238E27FC236}">
                <a16:creationId xmlns:a16="http://schemas.microsoft.com/office/drawing/2014/main" id="{99ED15A4-5AB6-70A8-9A57-64BD7C051508}"/>
              </a:ext>
            </a:extLst>
          </p:cNvPr>
          <p:cNvSpPr txBox="1"/>
          <p:nvPr/>
        </p:nvSpPr>
        <p:spPr>
          <a:xfrm>
            <a:off x="4238244" y="3001019"/>
            <a:ext cx="5152644" cy="502920"/>
          </a:xfrm>
          <a:prstGeom prst="rect">
            <a:avLst/>
          </a:prstGeom>
          <a:noFill/>
        </p:spPr>
        <p:txBody>
          <a:bodyPr wrap="square" lIns="0" tIns="0" rIns="0" bIns="0" anchor="t">
            <a:noAutofit/>
          </a:bodyPr>
          <a:lstStyle/>
          <a:p>
            <a:pPr algn="l">
              <a:lnSpc>
                <a:spcPct val="115000"/>
              </a:lnSpc>
              <a:spcBef>
                <a:spcPts val="0"/>
              </a:spcBef>
              <a:spcAft>
                <a:spcPts val="0"/>
              </a:spcAft>
            </a:pPr>
            <a:r>
              <a:rPr lang="en-US" sz="1200" b="0" i="0">
                <a:solidFill>
                  <a:srgbClr val="4D3A24"/>
                </a:solidFill>
                <a:latin typeface="Calibri"/>
              </a:rPr>
              <a:t>Highlights gaps, patterns and underused benefits. </a:t>
            </a:r>
          </a:p>
          <a:p>
            <a:pPr algn="l">
              <a:lnSpc>
                <a:spcPct val="115000"/>
              </a:lnSpc>
              <a:spcBef>
                <a:spcPts val="0"/>
              </a:spcBef>
              <a:spcAft>
                <a:spcPts val="0"/>
              </a:spcAft>
            </a:pPr>
            <a:r>
              <a:rPr lang="en-US" sz="1200" b="1" i="0">
                <a:solidFill>
                  <a:srgbClr val="4D3A24"/>
                </a:solidFill>
                <a:latin typeface="Calibri"/>
              </a:rPr>
              <a:t>Hard part:</a:t>
            </a:r>
            <a:r>
              <a:rPr lang="en-US" sz="1200" b="0" i="0">
                <a:solidFill>
                  <a:srgbClr val="4D3A24"/>
                </a:solidFill>
                <a:latin typeface="Calibri"/>
              </a:rPr>
              <a:t> credible attribution and validated reporting.</a:t>
            </a:r>
          </a:p>
        </p:txBody>
      </p:sp>
      <p:sp>
        <p:nvSpPr>
          <p:cNvPr id="15" name="TextBox 14">
            <a:extLst>
              <a:ext uri="{FF2B5EF4-FFF2-40B4-BE49-F238E27FC236}">
                <a16:creationId xmlns:a16="http://schemas.microsoft.com/office/drawing/2014/main" id="{B1DC650A-70E2-83E9-235A-BF3533AF72DB}"/>
              </a:ext>
            </a:extLst>
          </p:cNvPr>
          <p:cNvSpPr txBox="1"/>
          <p:nvPr/>
        </p:nvSpPr>
        <p:spPr>
          <a:xfrm>
            <a:off x="300027" y="4316766"/>
            <a:ext cx="3627120" cy="1556788"/>
          </a:xfrm>
          <a:prstGeom prst="rect">
            <a:avLst/>
          </a:prstGeom>
          <a:solidFill>
            <a:schemeClr val="accent3">
              <a:lumMod val="20000"/>
              <a:lumOff val="80000"/>
            </a:schemeClr>
          </a:solidFill>
          <a:ln w="12700">
            <a:solidFill>
              <a:schemeClr val="bg2">
                <a:lumMod val="75000"/>
              </a:schemeClr>
            </a:solidFill>
          </a:ln>
          <a:effectLst>
            <a:outerShdw blurRad="50800" dist="38100" dir="5400000" algn="t" rotWithShape="0">
              <a:prstClr val="black">
                <a:alpha val="40000"/>
              </a:prstClr>
            </a:outerShdw>
          </a:effectLst>
        </p:spPr>
        <p:txBody>
          <a:bodyPr wrap="square" tIns="91440" bIns="91440" anchor="ctr">
            <a:noAutofit/>
          </a:bodyPr>
          <a:lstStyle/>
          <a:p>
            <a:pPr>
              <a:spcAft>
                <a:spcPts val="975"/>
              </a:spcAft>
            </a:pPr>
            <a:r>
              <a:rPr lang="en-US" sz="1600" b="1"/>
              <a:t>Lark’s AI-powered diabetes prevention program reduces staffing needs and modeled $13M in medical savings across 11,976 qualifying members</a:t>
            </a:r>
            <a:r>
              <a:rPr lang="en-US" sz="1600" b="1" baseline="30000"/>
              <a:t>1</a:t>
            </a:r>
            <a:endParaRPr lang="en-US" sz="1050" b="1" baseline="30000">
              <a:solidFill>
                <a:srgbClr val="4D3A24"/>
              </a:solidFill>
              <a:latin typeface="Inter"/>
            </a:endParaRPr>
          </a:p>
        </p:txBody>
      </p:sp>
      <p:sp>
        <p:nvSpPr>
          <p:cNvPr id="21" name="TextBox 20">
            <a:extLst>
              <a:ext uri="{FF2B5EF4-FFF2-40B4-BE49-F238E27FC236}">
                <a16:creationId xmlns:a16="http://schemas.microsoft.com/office/drawing/2014/main" id="{7D34A22C-AFC1-1650-42BD-01BEA13792CD}"/>
              </a:ext>
            </a:extLst>
          </p:cNvPr>
          <p:cNvSpPr txBox="1"/>
          <p:nvPr/>
        </p:nvSpPr>
        <p:spPr>
          <a:xfrm>
            <a:off x="300025" y="3953661"/>
            <a:ext cx="3627121" cy="307777"/>
          </a:xfrm>
          <a:prstGeom prst="rect">
            <a:avLst/>
          </a:prstGeom>
          <a:solidFill>
            <a:schemeClr val="bg2">
              <a:lumMod val="50000"/>
            </a:schemeClr>
          </a:solidFill>
        </p:spPr>
        <p:txBody>
          <a:bodyPr wrap="square">
            <a:spAutoFit/>
          </a:bodyPr>
          <a:lstStyle/>
          <a:p>
            <a:pPr marL="0" marR="0" indent="0" algn="l">
              <a:spcBef>
                <a:spcPts val="450"/>
              </a:spcBef>
              <a:spcAft>
                <a:spcPts val="750"/>
              </a:spcAft>
              <a:buNone/>
            </a:pPr>
            <a:r>
              <a:rPr lang="en-US" sz="1400" b="1" i="1" cap="all">
                <a:solidFill>
                  <a:schemeClr val="bg1"/>
                </a:solidFill>
                <a:effectLst/>
                <a:latin typeface="+mn-lt"/>
              </a:rPr>
              <a:t>Lark AI</a:t>
            </a:r>
          </a:p>
        </p:txBody>
      </p:sp>
      <p:sp>
        <p:nvSpPr>
          <p:cNvPr id="37" name="TextBox 36">
            <a:extLst>
              <a:ext uri="{FF2B5EF4-FFF2-40B4-BE49-F238E27FC236}">
                <a16:creationId xmlns:a16="http://schemas.microsoft.com/office/drawing/2014/main" id="{1EF3D621-3352-1242-5FB3-CA6EAD951B95}"/>
              </a:ext>
            </a:extLst>
          </p:cNvPr>
          <p:cNvSpPr txBox="1"/>
          <p:nvPr/>
        </p:nvSpPr>
        <p:spPr>
          <a:xfrm>
            <a:off x="4126656" y="3953661"/>
            <a:ext cx="3627121" cy="307777"/>
          </a:xfrm>
          <a:prstGeom prst="rect">
            <a:avLst/>
          </a:prstGeom>
          <a:solidFill>
            <a:schemeClr val="bg2">
              <a:lumMod val="50000"/>
            </a:schemeClr>
          </a:solidFill>
        </p:spPr>
        <p:txBody>
          <a:bodyPr wrap="square">
            <a:spAutoFit/>
          </a:bodyPr>
          <a:lstStyle/>
          <a:p>
            <a:pPr marL="0" marR="0" indent="0" algn="l">
              <a:spcBef>
                <a:spcPts val="450"/>
              </a:spcBef>
              <a:spcAft>
                <a:spcPts val="750"/>
              </a:spcAft>
              <a:buNone/>
            </a:pPr>
            <a:r>
              <a:rPr lang="en-US" sz="1400" b="1" i="1" cap="all">
                <a:solidFill>
                  <a:schemeClr val="bg1"/>
                </a:solidFill>
                <a:effectLst/>
                <a:latin typeface="+mn-lt"/>
              </a:rPr>
              <a:t>HELLO HEART</a:t>
            </a:r>
          </a:p>
        </p:txBody>
      </p:sp>
      <p:sp>
        <p:nvSpPr>
          <p:cNvPr id="5" name="TextBox 4">
            <a:extLst>
              <a:ext uri="{FF2B5EF4-FFF2-40B4-BE49-F238E27FC236}">
                <a16:creationId xmlns:a16="http://schemas.microsoft.com/office/drawing/2014/main" id="{981FF0CE-FB42-C9EB-E1AE-3F6D87517354}"/>
              </a:ext>
            </a:extLst>
          </p:cNvPr>
          <p:cNvSpPr txBox="1"/>
          <p:nvPr/>
        </p:nvSpPr>
        <p:spPr>
          <a:xfrm>
            <a:off x="7953287" y="3955562"/>
            <a:ext cx="3627121" cy="307777"/>
          </a:xfrm>
          <a:prstGeom prst="rect">
            <a:avLst/>
          </a:prstGeom>
          <a:solidFill>
            <a:schemeClr val="bg2">
              <a:lumMod val="50000"/>
            </a:schemeClr>
          </a:solidFill>
        </p:spPr>
        <p:txBody>
          <a:bodyPr wrap="square">
            <a:spAutoFit/>
          </a:bodyPr>
          <a:lstStyle/>
          <a:p>
            <a:pPr marL="0" marR="0" indent="0" algn="l">
              <a:spcBef>
                <a:spcPts val="450"/>
              </a:spcBef>
              <a:spcAft>
                <a:spcPts val="750"/>
              </a:spcAft>
              <a:buNone/>
            </a:pPr>
            <a:r>
              <a:rPr lang="en-US" sz="1400" b="1" i="1" cap="all">
                <a:solidFill>
                  <a:schemeClr val="bg1"/>
                </a:solidFill>
                <a:effectLst/>
                <a:latin typeface="+mn-lt"/>
              </a:rPr>
              <a:t>Included Health</a:t>
            </a:r>
          </a:p>
        </p:txBody>
      </p:sp>
      <p:sp>
        <p:nvSpPr>
          <p:cNvPr id="41" name="TextBox 40">
            <a:extLst>
              <a:ext uri="{FF2B5EF4-FFF2-40B4-BE49-F238E27FC236}">
                <a16:creationId xmlns:a16="http://schemas.microsoft.com/office/drawing/2014/main" id="{EDC14DB7-11DA-42DD-2E59-D5DF7B0C2AEB}"/>
              </a:ext>
            </a:extLst>
          </p:cNvPr>
          <p:cNvSpPr txBox="1"/>
          <p:nvPr/>
        </p:nvSpPr>
        <p:spPr>
          <a:xfrm>
            <a:off x="4126657" y="4325099"/>
            <a:ext cx="3627120" cy="1556788"/>
          </a:xfrm>
          <a:prstGeom prst="rect">
            <a:avLst/>
          </a:prstGeom>
          <a:solidFill>
            <a:schemeClr val="accent3">
              <a:lumMod val="20000"/>
              <a:lumOff val="80000"/>
            </a:schemeClr>
          </a:solidFill>
          <a:ln w="12700">
            <a:solidFill>
              <a:schemeClr val="bg2">
                <a:lumMod val="75000"/>
              </a:schemeClr>
            </a:solidFill>
          </a:ln>
          <a:effectLst>
            <a:outerShdw blurRad="50800" dist="38100" dir="5400000" algn="t" rotWithShape="0">
              <a:prstClr val="black">
                <a:alpha val="40000"/>
              </a:prstClr>
            </a:outerShdw>
          </a:effectLst>
        </p:spPr>
        <p:txBody>
          <a:bodyPr wrap="square" tIns="91440" bIns="91440" anchor="ctr">
            <a:noAutofit/>
          </a:bodyPr>
          <a:lstStyle/>
          <a:p>
            <a:pPr>
              <a:spcAft>
                <a:spcPts val="975"/>
              </a:spcAft>
            </a:pPr>
            <a:r>
              <a:rPr lang="en-US" sz="1600" b="1"/>
              <a:t>Hello Heart’s continuous blood pressure support was associated with &gt;2:1 ROI driven by fewer inpatient days, a $1,709 lower annual medical cost per participant</a:t>
            </a:r>
            <a:r>
              <a:rPr lang="en-US" sz="1600" b="1" baseline="30000"/>
              <a:t>2</a:t>
            </a:r>
            <a:endParaRPr lang="en-US" sz="1050" b="1" baseline="30000">
              <a:solidFill>
                <a:srgbClr val="4D3A24"/>
              </a:solidFill>
              <a:latin typeface="Inter"/>
            </a:endParaRPr>
          </a:p>
        </p:txBody>
      </p:sp>
      <p:sp>
        <p:nvSpPr>
          <p:cNvPr id="9" name="TextBox 8">
            <a:extLst>
              <a:ext uri="{FF2B5EF4-FFF2-40B4-BE49-F238E27FC236}">
                <a16:creationId xmlns:a16="http://schemas.microsoft.com/office/drawing/2014/main" id="{5B8B9035-8128-CDA9-4C5F-9FEFF9F44976}"/>
              </a:ext>
            </a:extLst>
          </p:cNvPr>
          <p:cNvSpPr txBox="1"/>
          <p:nvPr/>
        </p:nvSpPr>
        <p:spPr>
          <a:xfrm>
            <a:off x="7953288" y="4325099"/>
            <a:ext cx="3627120" cy="1556788"/>
          </a:xfrm>
          <a:prstGeom prst="rect">
            <a:avLst/>
          </a:prstGeom>
          <a:solidFill>
            <a:schemeClr val="accent3">
              <a:lumMod val="20000"/>
              <a:lumOff val="80000"/>
            </a:schemeClr>
          </a:solidFill>
          <a:ln w="12700">
            <a:solidFill>
              <a:schemeClr val="bg2">
                <a:lumMod val="75000"/>
              </a:schemeClr>
            </a:solidFill>
          </a:ln>
          <a:effectLst>
            <a:outerShdw blurRad="50800" dist="38100" dir="5400000" algn="t" rotWithShape="0">
              <a:prstClr val="black">
                <a:alpha val="40000"/>
              </a:prstClr>
            </a:outerShdw>
          </a:effectLst>
        </p:spPr>
        <p:txBody>
          <a:bodyPr wrap="square" tIns="91440" bIns="91440" anchor="ctr">
            <a:noAutofit/>
          </a:bodyPr>
          <a:lstStyle/>
          <a:p>
            <a:pPr>
              <a:spcAft>
                <a:spcPts val="975"/>
              </a:spcAft>
            </a:pPr>
            <a:r>
              <a:rPr lang="en-US" sz="1600" b="1">
                <a:solidFill>
                  <a:srgbClr val="313131"/>
                </a:solidFill>
              </a:rPr>
              <a:t>Included Health Launches “Dot,” an AI Assistant Combining Claims, Benefits and Medical Data with Clinician Handoffs</a:t>
            </a:r>
            <a:r>
              <a:rPr lang="en-US" sz="1600" b="1" baseline="30000">
                <a:solidFill>
                  <a:srgbClr val="313131"/>
                </a:solidFill>
              </a:rPr>
              <a:t>3</a:t>
            </a:r>
            <a:endParaRPr lang="en-US" sz="1050" b="1">
              <a:solidFill>
                <a:srgbClr val="4D3A24"/>
              </a:solidFill>
              <a:latin typeface="Inter"/>
            </a:endParaRPr>
          </a:p>
        </p:txBody>
      </p:sp>
    </p:spTree>
    <p:extLst>
      <p:ext uri="{BB962C8B-B14F-4D97-AF65-F5344CB8AC3E}">
        <p14:creationId xmlns:p14="http://schemas.microsoft.com/office/powerpoint/2010/main" val="27920357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2F62A-DB62-8CA7-83DA-8FBB37EC67C3}"/>
            </a:ext>
          </a:extLst>
        </p:cNvPr>
        <p:cNvGrpSpPr/>
        <p:nvPr/>
      </p:nvGrpSpPr>
      <p:grpSpPr>
        <a:xfrm>
          <a:off x="0" y="0"/>
          <a:ext cx="0" cy="0"/>
          <a:chOff x="0" y="0"/>
          <a:chExt cx="0" cy="0"/>
        </a:xfrm>
      </p:grpSpPr>
      <p:sp>
        <p:nvSpPr>
          <p:cNvPr id="48" name="Title 47">
            <a:extLst>
              <a:ext uri="{FF2B5EF4-FFF2-40B4-BE49-F238E27FC236}">
                <a16:creationId xmlns:a16="http://schemas.microsoft.com/office/drawing/2014/main" id="{9D887574-5319-95F5-686C-79DB0AF0E2E1}"/>
              </a:ext>
            </a:extLst>
          </p:cNvPr>
          <p:cNvSpPr>
            <a:spLocks noGrp="1"/>
          </p:cNvSpPr>
          <p:nvPr>
            <p:ph type="title"/>
          </p:nvPr>
        </p:nvSpPr>
        <p:spPr>
          <a:xfrm>
            <a:off x="378135" y="506431"/>
            <a:ext cx="11560436" cy="364766"/>
          </a:xfrm>
        </p:spPr>
        <p:txBody>
          <a:bodyPr anchor="ctr"/>
          <a:lstStyle/>
          <a:p>
            <a:r>
              <a:rPr lang="en-US">
                <a:latin typeface="Open Sans Light" panose="020B0306030504020204" pitchFamily="34" charset="0"/>
                <a:ea typeface="Open Sans Light" panose="020B0306030504020204" pitchFamily="34" charset="0"/>
                <a:cs typeface="Open Sans Light" panose="020B0306030504020204" pitchFamily="34" charset="0"/>
              </a:rPr>
              <a:t>What Is Pulling Demand Forward, and What Is Holding It Back</a:t>
            </a:r>
          </a:p>
        </p:txBody>
      </p:sp>
      <p:sp>
        <p:nvSpPr>
          <p:cNvPr id="49" name="Text Placeholder 48">
            <a:extLst>
              <a:ext uri="{FF2B5EF4-FFF2-40B4-BE49-F238E27FC236}">
                <a16:creationId xmlns:a16="http://schemas.microsoft.com/office/drawing/2014/main" id="{0FAA0EA9-D7FC-1150-7CF6-65DC86C98532}"/>
              </a:ext>
            </a:extLst>
          </p:cNvPr>
          <p:cNvSpPr>
            <a:spLocks noGrp="1"/>
          </p:cNvSpPr>
          <p:nvPr>
            <p:ph type="body" sz="quarter" idx="15"/>
          </p:nvPr>
        </p:nvSpPr>
        <p:spPr/>
        <p:txBody>
          <a:bodyPr/>
          <a:lstStyle/>
          <a:p>
            <a:r>
              <a:rPr lang="en-US">
                <a:latin typeface="Open Sans Light" panose="020B0306030504020204" pitchFamily="34" charset="0"/>
                <a:ea typeface="Open Sans Light" panose="020B0306030504020204" pitchFamily="34" charset="0"/>
                <a:cs typeface="Open Sans Light" panose="020B0306030504020204" pitchFamily="34" charset="0"/>
              </a:rPr>
              <a:t>4. Market Landscape, Trends &amp; AI</a:t>
            </a:r>
          </a:p>
        </p:txBody>
      </p:sp>
      <p:cxnSp>
        <p:nvCxnSpPr>
          <p:cNvPr id="51" name="Straight Connector 50">
            <a:extLst>
              <a:ext uri="{FF2B5EF4-FFF2-40B4-BE49-F238E27FC236}">
                <a16:creationId xmlns:a16="http://schemas.microsoft.com/office/drawing/2014/main" id="{425C9792-748E-8295-AAD1-4407F60CA615}"/>
              </a:ext>
            </a:extLst>
          </p:cNvPr>
          <p:cNvCxnSpPr>
            <a:cxnSpLocks/>
          </p:cNvCxnSpPr>
          <p:nvPr/>
        </p:nvCxnSpPr>
        <p:spPr>
          <a:xfrm>
            <a:off x="384490" y="421894"/>
            <a:ext cx="1137684" cy="0"/>
          </a:xfrm>
          <a:prstGeom prst="line">
            <a:avLst/>
          </a:prstGeom>
          <a:ln w="60325">
            <a:solidFill>
              <a:schemeClr val="accent4">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92" name="TextBox 91">
            <a:extLst>
              <a:ext uri="{FF2B5EF4-FFF2-40B4-BE49-F238E27FC236}">
                <a16:creationId xmlns:a16="http://schemas.microsoft.com/office/drawing/2014/main" id="{CADB4A28-B00C-BB9F-764C-4A5E89942AC2}"/>
              </a:ext>
            </a:extLst>
          </p:cNvPr>
          <p:cNvSpPr txBox="1"/>
          <p:nvPr/>
        </p:nvSpPr>
        <p:spPr>
          <a:xfrm>
            <a:off x="386080" y="6444759"/>
            <a:ext cx="11027664" cy="182880"/>
          </a:xfrm>
          <a:prstGeom prst="rect">
            <a:avLst/>
          </a:prstGeom>
          <a:noFill/>
        </p:spPr>
        <p:txBody>
          <a:bodyPr wrap="square" lIns="0" tIns="0" rIns="0" bIns="0" anchor="ctr">
            <a:noAutofit/>
          </a:bodyPr>
          <a:lstStyle/>
          <a:p>
            <a:r>
              <a:rPr lang="en-US" sz="800" b="1">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Sources: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[1] KFF, 2025 Employer Health Benefits Survey</a:t>
            </a:r>
            <a:r>
              <a:rPr lang="en-US" sz="800">
                <a:solidFill>
                  <a:srgbClr val="4D3A24"/>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[2] Mercer, 2025 National Survey of Employer-Sponsored Health Plans</a:t>
            </a:r>
            <a:r>
              <a:rPr lang="en-US" sz="800">
                <a:solidFill>
                  <a:srgbClr val="4D3A24"/>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[7] </a:t>
            </a:r>
            <a:r>
              <a:rPr lang="en-US" sz="800" u="sng" err="1">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Transcarent</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 Completes Merger with Accolade</a:t>
            </a:r>
            <a:r>
              <a:rPr lang="en-US" sz="800">
                <a:solidFill>
                  <a:srgbClr val="4D3A24"/>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[17] HHS, HIPAA Business Associates guidance</a:t>
            </a:r>
            <a:r>
              <a:rPr lang="en-US" sz="800">
                <a:solidFill>
                  <a:srgbClr val="4D3A24"/>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[18] CMS, Interoperability and Prior Authorization Final Rule</a:t>
            </a:r>
          </a:p>
        </p:txBody>
      </p:sp>
      <p:sp>
        <p:nvSpPr>
          <p:cNvPr id="7" name="TextBox 6">
            <a:extLst>
              <a:ext uri="{FF2B5EF4-FFF2-40B4-BE49-F238E27FC236}">
                <a16:creationId xmlns:a16="http://schemas.microsoft.com/office/drawing/2014/main" id="{D9E70831-5F02-4FA8-9798-92D7C23DC39A}"/>
              </a:ext>
            </a:extLst>
          </p:cNvPr>
          <p:cNvSpPr txBox="1"/>
          <p:nvPr/>
        </p:nvSpPr>
        <p:spPr>
          <a:xfrm>
            <a:off x="376342" y="1195496"/>
            <a:ext cx="274320" cy="219456"/>
          </a:xfrm>
          <a:prstGeom prst="rect">
            <a:avLst/>
          </a:prstGeom>
          <a:noFill/>
        </p:spPr>
        <p:txBody>
          <a:bodyPr wrap="square" lIns="0" tIns="0" rIns="0" bIns="0" anchor="ctr">
            <a:noAutofit/>
          </a:bodyPr>
          <a:lstStyle/>
          <a:p>
            <a:pPr algn="l">
              <a:spcBef>
                <a:spcPts val="0"/>
              </a:spcBef>
              <a:spcAft>
                <a:spcPts val="0"/>
              </a:spcAft>
            </a:pPr>
            <a:r>
              <a:rPr sz="1400" b="1" i="0">
                <a:solidFill>
                  <a:srgbClr val="1F7A4D"/>
                </a:solidFill>
                <a:latin typeface="Calibri"/>
              </a:rPr>
              <a:t>↗</a:t>
            </a:r>
          </a:p>
        </p:txBody>
      </p:sp>
      <p:sp>
        <p:nvSpPr>
          <p:cNvPr id="9" name="TextBox 8">
            <a:extLst>
              <a:ext uri="{FF2B5EF4-FFF2-40B4-BE49-F238E27FC236}">
                <a16:creationId xmlns:a16="http://schemas.microsoft.com/office/drawing/2014/main" id="{2C1E1C71-1B6B-4CF4-54AC-FF8FD8C0D95C}"/>
              </a:ext>
            </a:extLst>
          </p:cNvPr>
          <p:cNvSpPr txBox="1"/>
          <p:nvPr/>
        </p:nvSpPr>
        <p:spPr>
          <a:xfrm>
            <a:off x="632374" y="1195496"/>
            <a:ext cx="5285232" cy="219456"/>
          </a:xfrm>
          <a:prstGeom prst="rect">
            <a:avLst/>
          </a:prstGeom>
          <a:noFill/>
        </p:spPr>
        <p:txBody>
          <a:bodyPr wrap="square" lIns="0" tIns="0" rIns="0" bIns="0" anchor="ctr">
            <a:noAutofit/>
          </a:bodyPr>
          <a:lstStyle/>
          <a:p>
            <a:pPr algn="l">
              <a:spcBef>
                <a:spcPts val="0"/>
              </a:spcBef>
              <a:spcAft>
                <a:spcPts val="0"/>
              </a:spcAft>
            </a:pPr>
            <a:r>
              <a:rPr sz="1300" b="1" i="0" spc="50">
                <a:solidFill>
                  <a:srgbClr val="1F7A4D"/>
                </a:solidFill>
                <a:latin typeface="Calibri"/>
              </a:rPr>
              <a:t>TAILWINDS</a:t>
            </a:r>
          </a:p>
        </p:txBody>
      </p:sp>
      <p:cxnSp>
        <p:nvCxnSpPr>
          <p:cNvPr id="11" name="Connector 7">
            <a:extLst>
              <a:ext uri="{FF2B5EF4-FFF2-40B4-BE49-F238E27FC236}">
                <a16:creationId xmlns:a16="http://schemas.microsoft.com/office/drawing/2014/main" id="{7A7BE315-C556-A4E6-9B7C-99F8EB0903EC}"/>
              </a:ext>
            </a:extLst>
          </p:cNvPr>
          <p:cNvCxnSpPr/>
          <p:nvPr/>
        </p:nvCxnSpPr>
        <p:spPr>
          <a:xfrm>
            <a:off x="376342" y="1451528"/>
            <a:ext cx="5541264" cy="0"/>
          </a:xfrm>
          <a:prstGeom prst="line">
            <a:avLst/>
          </a:prstGeom>
          <a:ln w="19050">
            <a:solidFill>
              <a:srgbClr val="1F7A4D"/>
            </a:solidFill>
          </a:ln>
          <a:effectLst/>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CC3C2F92-2D43-FD9C-0896-F6CCACF67D7D}"/>
              </a:ext>
            </a:extLst>
          </p:cNvPr>
          <p:cNvSpPr txBox="1"/>
          <p:nvPr/>
        </p:nvSpPr>
        <p:spPr>
          <a:xfrm>
            <a:off x="6318504" y="1195496"/>
            <a:ext cx="274320" cy="219456"/>
          </a:xfrm>
          <a:prstGeom prst="rect">
            <a:avLst/>
          </a:prstGeom>
          <a:noFill/>
        </p:spPr>
        <p:txBody>
          <a:bodyPr wrap="square" lIns="0" tIns="0" rIns="0" bIns="0" anchor="ctr">
            <a:noAutofit/>
          </a:bodyPr>
          <a:lstStyle/>
          <a:p>
            <a:pPr algn="l">
              <a:spcBef>
                <a:spcPts val="0"/>
              </a:spcBef>
              <a:spcAft>
                <a:spcPts val="0"/>
              </a:spcAft>
            </a:pPr>
            <a:r>
              <a:rPr sz="1400" b="1" i="0">
                <a:solidFill>
                  <a:srgbClr val="B23A2E"/>
                </a:solidFill>
                <a:latin typeface="Calibri"/>
              </a:rPr>
              <a:t>⚠</a:t>
            </a:r>
          </a:p>
        </p:txBody>
      </p:sp>
      <p:sp>
        <p:nvSpPr>
          <p:cNvPr id="15" name="TextBox 14">
            <a:extLst>
              <a:ext uri="{FF2B5EF4-FFF2-40B4-BE49-F238E27FC236}">
                <a16:creationId xmlns:a16="http://schemas.microsoft.com/office/drawing/2014/main" id="{E7475F45-3B78-F42B-4288-AB9FC781A8C2}"/>
              </a:ext>
            </a:extLst>
          </p:cNvPr>
          <p:cNvSpPr txBox="1"/>
          <p:nvPr/>
        </p:nvSpPr>
        <p:spPr>
          <a:xfrm>
            <a:off x="6574536" y="1195496"/>
            <a:ext cx="5285232" cy="219456"/>
          </a:xfrm>
          <a:prstGeom prst="rect">
            <a:avLst/>
          </a:prstGeom>
          <a:noFill/>
        </p:spPr>
        <p:txBody>
          <a:bodyPr wrap="square" lIns="0" tIns="0" rIns="0" bIns="0" anchor="ctr">
            <a:noAutofit/>
          </a:bodyPr>
          <a:lstStyle/>
          <a:p>
            <a:pPr algn="l">
              <a:spcBef>
                <a:spcPts val="0"/>
              </a:spcBef>
              <a:spcAft>
                <a:spcPts val="0"/>
              </a:spcAft>
            </a:pPr>
            <a:r>
              <a:rPr sz="1300" b="1" i="0" spc="50">
                <a:solidFill>
                  <a:srgbClr val="B23A2E"/>
                </a:solidFill>
                <a:latin typeface="Calibri"/>
              </a:rPr>
              <a:t>HEADWINDS</a:t>
            </a:r>
          </a:p>
        </p:txBody>
      </p:sp>
      <p:cxnSp>
        <p:nvCxnSpPr>
          <p:cNvPr id="17" name="Connector 10">
            <a:extLst>
              <a:ext uri="{FF2B5EF4-FFF2-40B4-BE49-F238E27FC236}">
                <a16:creationId xmlns:a16="http://schemas.microsoft.com/office/drawing/2014/main" id="{F5C1F07F-09F9-BEA9-97CD-CC6C0B868C38}"/>
              </a:ext>
            </a:extLst>
          </p:cNvPr>
          <p:cNvCxnSpPr/>
          <p:nvPr/>
        </p:nvCxnSpPr>
        <p:spPr>
          <a:xfrm>
            <a:off x="6318504" y="1451528"/>
            <a:ext cx="5541264" cy="0"/>
          </a:xfrm>
          <a:prstGeom prst="line">
            <a:avLst/>
          </a:prstGeom>
          <a:ln w="19050">
            <a:solidFill>
              <a:srgbClr val="B23A2E"/>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1">
            <a:extLst>
              <a:ext uri="{FF2B5EF4-FFF2-40B4-BE49-F238E27FC236}">
                <a16:creationId xmlns:a16="http://schemas.microsoft.com/office/drawing/2014/main" id="{1B45BB13-ABDB-0CFE-5C31-6D443ADB7E83}"/>
              </a:ext>
            </a:extLst>
          </p:cNvPr>
          <p:cNvSpPr/>
          <p:nvPr/>
        </p:nvSpPr>
        <p:spPr>
          <a:xfrm>
            <a:off x="376342" y="1643552"/>
            <a:ext cx="310896" cy="310896"/>
          </a:xfrm>
          <a:prstGeom prst="roundRect">
            <a:avLst/>
          </a:prstGeom>
          <a:solidFill>
            <a:srgbClr val="E4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1" name="TextBox 20">
            <a:extLst>
              <a:ext uri="{FF2B5EF4-FFF2-40B4-BE49-F238E27FC236}">
                <a16:creationId xmlns:a16="http://schemas.microsoft.com/office/drawing/2014/main" id="{FE389AB2-8C0F-4D7F-5CCB-B00ADCEAA1BE}"/>
              </a:ext>
            </a:extLst>
          </p:cNvPr>
          <p:cNvSpPr txBox="1"/>
          <p:nvPr/>
        </p:nvSpPr>
        <p:spPr>
          <a:xfrm>
            <a:off x="376342" y="1643552"/>
            <a:ext cx="310896" cy="310896"/>
          </a:xfrm>
          <a:prstGeom prst="rect">
            <a:avLst/>
          </a:prstGeom>
          <a:noFill/>
        </p:spPr>
        <p:txBody>
          <a:bodyPr wrap="square" lIns="0" tIns="0" rIns="0" bIns="0" anchor="ctr">
            <a:noAutofit/>
          </a:bodyPr>
          <a:lstStyle/>
          <a:p>
            <a:pPr algn="ctr">
              <a:spcBef>
                <a:spcPts val="0"/>
              </a:spcBef>
              <a:spcAft>
                <a:spcPts val="0"/>
              </a:spcAft>
            </a:pPr>
            <a:r>
              <a:rPr lang="en-US" b="0" i="0">
                <a:solidFill>
                  <a:srgbClr val="1F7A4D"/>
                </a:solidFill>
                <a:latin typeface="Calibri"/>
              </a:rPr>
              <a:t>↗</a:t>
            </a:r>
          </a:p>
        </p:txBody>
      </p:sp>
      <p:sp>
        <p:nvSpPr>
          <p:cNvPr id="23" name="TextBox 22">
            <a:extLst>
              <a:ext uri="{FF2B5EF4-FFF2-40B4-BE49-F238E27FC236}">
                <a16:creationId xmlns:a16="http://schemas.microsoft.com/office/drawing/2014/main" id="{C28E0688-237E-AC6D-ED9D-526816A5B79F}"/>
              </a:ext>
            </a:extLst>
          </p:cNvPr>
          <p:cNvSpPr txBox="1"/>
          <p:nvPr/>
        </p:nvSpPr>
        <p:spPr>
          <a:xfrm>
            <a:off x="833542" y="1625264"/>
            <a:ext cx="5084064" cy="201168"/>
          </a:xfrm>
          <a:prstGeom prst="rect">
            <a:avLst/>
          </a:prstGeom>
          <a:noFill/>
        </p:spPr>
        <p:txBody>
          <a:bodyPr wrap="square" lIns="0" tIns="0" rIns="0" bIns="0" anchor="t">
            <a:noAutofit/>
          </a:bodyPr>
          <a:lstStyle/>
          <a:p>
            <a:pPr algn="l">
              <a:spcBef>
                <a:spcPts val="0"/>
              </a:spcBef>
              <a:spcAft>
                <a:spcPts val="0"/>
              </a:spcAft>
            </a:pPr>
            <a:r>
              <a:rPr lang="en-US" sz="1400" b="1" i="0">
                <a:solidFill>
                  <a:srgbClr val="231505"/>
                </a:solidFill>
                <a:latin typeface="Calibri"/>
              </a:rPr>
              <a:t>Health-cost pressure</a:t>
            </a:r>
          </a:p>
        </p:txBody>
      </p:sp>
      <p:sp>
        <p:nvSpPr>
          <p:cNvPr id="25" name="TextBox 24">
            <a:extLst>
              <a:ext uri="{FF2B5EF4-FFF2-40B4-BE49-F238E27FC236}">
                <a16:creationId xmlns:a16="http://schemas.microsoft.com/office/drawing/2014/main" id="{2AEFA7EE-26EB-3DC6-0539-D07F76EC2CA1}"/>
              </a:ext>
            </a:extLst>
          </p:cNvPr>
          <p:cNvSpPr txBox="1"/>
          <p:nvPr/>
        </p:nvSpPr>
        <p:spPr>
          <a:xfrm>
            <a:off x="833542" y="1826432"/>
            <a:ext cx="5084064" cy="548640"/>
          </a:xfrm>
          <a:prstGeom prst="rect">
            <a:avLst/>
          </a:prstGeom>
          <a:noFill/>
        </p:spPr>
        <p:txBody>
          <a:bodyPr wrap="square" lIns="0" tIns="0" rIns="0" bIns="0" anchor="t">
            <a:noAutofit/>
          </a:bodyPr>
          <a:lstStyle/>
          <a:p>
            <a:pPr algn="l">
              <a:lnSpc>
                <a:spcPct val="120000"/>
              </a:lnSpc>
              <a:spcBef>
                <a:spcPts val="0"/>
              </a:spcBef>
              <a:spcAft>
                <a:spcPts val="0"/>
              </a:spcAft>
            </a:pPr>
            <a:r>
              <a:rPr lang="en-US" sz="1200" b="0" i="0">
                <a:solidFill>
                  <a:srgbClr val="4D3A24"/>
                </a:solidFill>
                <a:latin typeface="Calibri"/>
              </a:rPr>
              <a:t>Mercer projected 6.5% employer health-cost growth for 2026, even after planned cost actions.</a:t>
            </a:r>
          </a:p>
        </p:txBody>
      </p:sp>
      <p:sp>
        <p:nvSpPr>
          <p:cNvPr id="27" name="Rounded Rectangle 15">
            <a:extLst>
              <a:ext uri="{FF2B5EF4-FFF2-40B4-BE49-F238E27FC236}">
                <a16:creationId xmlns:a16="http://schemas.microsoft.com/office/drawing/2014/main" id="{FFD889D9-9991-2EA3-98A6-EBD516C38CD5}"/>
              </a:ext>
            </a:extLst>
          </p:cNvPr>
          <p:cNvSpPr/>
          <p:nvPr/>
        </p:nvSpPr>
        <p:spPr>
          <a:xfrm>
            <a:off x="376342" y="2501590"/>
            <a:ext cx="310896" cy="310896"/>
          </a:xfrm>
          <a:prstGeom prst="roundRect">
            <a:avLst/>
          </a:prstGeom>
          <a:solidFill>
            <a:srgbClr val="E4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9" name="TextBox 28">
            <a:extLst>
              <a:ext uri="{FF2B5EF4-FFF2-40B4-BE49-F238E27FC236}">
                <a16:creationId xmlns:a16="http://schemas.microsoft.com/office/drawing/2014/main" id="{BCCBFD35-7F78-D895-629D-7172C16596F0}"/>
              </a:ext>
            </a:extLst>
          </p:cNvPr>
          <p:cNvSpPr txBox="1"/>
          <p:nvPr/>
        </p:nvSpPr>
        <p:spPr>
          <a:xfrm>
            <a:off x="376342" y="2501590"/>
            <a:ext cx="310896" cy="310896"/>
          </a:xfrm>
          <a:prstGeom prst="rect">
            <a:avLst/>
          </a:prstGeom>
          <a:noFill/>
        </p:spPr>
        <p:txBody>
          <a:bodyPr wrap="square" lIns="0" tIns="0" rIns="0" bIns="0" anchor="ctr">
            <a:noAutofit/>
          </a:bodyPr>
          <a:lstStyle/>
          <a:p>
            <a:pPr algn="ctr">
              <a:spcBef>
                <a:spcPts val="0"/>
              </a:spcBef>
              <a:spcAft>
                <a:spcPts val="0"/>
              </a:spcAft>
            </a:pPr>
            <a:r>
              <a:rPr lang="en-US" b="0" i="0">
                <a:solidFill>
                  <a:srgbClr val="1F7A4D"/>
                </a:solidFill>
                <a:latin typeface="Calibri"/>
              </a:rPr>
              <a:t>⚠</a:t>
            </a:r>
          </a:p>
        </p:txBody>
      </p:sp>
      <p:sp>
        <p:nvSpPr>
          <p:cNvPr id="31" name="TextBox 30">
            <a:extLst>
              <a:ext uri="{FF2B5EF4-FFF2-40B4-BE49-F238E27FC236}">
                <a16:creationId xmlns:a16="http://schemas.microsoft.com/office/drawing/2014/main" id="{D0193269-29F4-46E4-51DE-1802BD86948B}"/>
              </a:ext>
            </a:extLst>
          </p:cNvPr>
          <p:cNvSpPr txBox="1"/>
          <p:nvPr/>
        </p:nvSpPr>
        <p:spPr>
          <a:xfrm>
            <a:off x="833542" y="2483302"/>
            <a:ext cx="5084064" cy="201168"/>
          </a:xfrm>
          <a:prstGeom prst="rect">
            <a:avLst/>
          </a:prstGeom>
          <a:noFill/>
        </p:spPr>
        <p:txBody>
          <a:bodyPr wrap="square" lIns="0" tIns="0" rIns="0" bIns="0" anchor="t">
            <a:noAutofit/>
          </a:bodyPr>
          <a:lstStyle/>
          <a:p>
            <a:pPr algn="l">
              <a:spcBef>
                <a:spcPts val="0"/>
              </a:spcBef>
              <a:spcAft>
                <a:spcPts val="0"/>
              </a:spcAft>
            </a:pPr>
            <a:r>
              <a:rPr lang="en-US" sz="1400" b="1" i="0">
                <a:solidFill>
                  <a:srgbClr val="231505"/>
                </a:solidFill>
                <a:latin typeface="Calibri"/>
              </a:rPr>
              <a:t>Member access friction</a:t>
            </a:r>
          </a:p>
        </p:txBody>
      </p:sp>
      <p:sp>
        <p:nvSpPr>
          <p:cNvPr id="33" name="TextBox 32">
            <a:extLst>
              <a:ext uri="{FF2B5EF4-FFF2-40B4-BE49-F238E27FC236}">
                <a16:creationId xmlns:a16="http://schemas.microsoft.com/office/drawing/2014/main" id="{F2E3ED4C-41CF-8200-A105-82FCBC123CEE}"/>
              </a:ext>
            </a:extLst>
          </p:cNvPr>
          <p:cNvSpPr txBox="1"/>
          <p:nvPr/>
        </p:nvSpPr>
        <p:spPr>
          <a:xfrm>
            <a:off x="833542" y="2684470"/>
            <a:ext cx="5084064" cy="548640"/>
          </a:xfrm>
          <a:prstGeom prst="rect">
            <a:avLst/>
          </a:prstGeom>
          <a:noFill/>
        </p:spPr>
        <p:txBody>
          <a:bodyPr wrap="square" lIns="0" tIns="0" rIns="0" bIns="0" anchor="t">
            <a:noAutofit/>
          </a:bodyPr>
          <a:lstStyle/>
          <a:p>
            <a:pPr algn="l">
              <a:lnSpc>
                <a:spcPct val="120000"/>
              </a:lnSpc>
              <a:spcBef>
                <a:spcPts val="0"/>
              </a:spcBef>
              <a:spcAft>
                <a:spcPts val="0"/>
              </a:spcAft>
            </a:pPr>
            <a:r>
              <a:rPr lang="en-US" sz="1200" b="0" i="0">
                <a:solidFill>
                  <a:srgbClr val="4D3A24"/>
                </a:solidFill>
                <a:latin typeface="Calibri"/>
              </a:rPr>
              <a:t>Large employers report concern about scheduling, prior auth, cost sharing and finding providers.</a:t>
            </a:r>
          </a:p>
        </p:txBody>
      </p:sp>
      <p:sp>
        <p:nvSpPr>
          <p:cNvPr id="35" name="Rounded Rectangle 19">
            <a:extLst>
              <a:ext uri="{FF2B5EF4-FFF2-40B4-BE49-F238E27FC236}">
                <a16:creationId xmlns:a16="http://schemas.microsoft.com/office/drawing/2014/main" id="{9F4EF94C-AE0C-A5D1-F6B5-86B3786AF38D}"/>
              </a:ext>
            </a:extLst>
          </p:cNvPr>
          <p:cNvSpPr/>
          <p:nvPr/>
        </p:nvSpPr>
        <p:spPr>
          <a:xfrm>
            <a:off x="376342" y="3266028"/>
            <a:ext cx="310896" cy="310896"/>
          </a:xfrm>
          <a:prstGeom prst="roundRect">
            <a:avLst/>
          </a:prstGeom>
          <a:solidFill>
            <a:srgbClr val="E4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37" name="TextBox 36">
            <a:extLst>
              <a:ext uri="{FF2B5EF4-FFF2-40B4-BE49-F238E27FC236}">
                <a16:creationId xmlns:a16="http://schemas.microsoft.com/office/drawing/2014/main" id="{DC455E97-20C5-57B2-FB95-58BFE7A6F654}"/>
              </a:ext>
            </a:extLst>
          </p:cNvPr>
          <p:cNvSpPr txBox="1"/>
          <p:nvPr/>
        </p:nvSpPr>
        <p:spPr>
          <a:xfrm>
            <a:off x="376342" y="3266028"/>
            <a:ext cx="310896" cy="310896"/>
          </a:xfrm>
          <a:prstGeom prst="rect">
            <a:avLst/>
          </a:prstGeom>
          <a:noFill/>
        </p:spPr>
        <p:txBody>
          <a:bodyPr wrap="square" lIns="0" tIns="0" rIns="0" bIns="0" anchor="ctr">
            <a:noAutofit/>
          </a:bodyPr>
          <a:lstStyle/>
          <a:p>
            <a:pPr algn="ctr">
              <a:spcBef>
                <a:spcPts val="0"/>
              </a:spcBef>
              <a:spcAft>
                <a:spcPts val="0"/>
              </a:spcAft>
            </a:pPr>
            <a:r>
              <a:rPr lang="en-US" b="0" i="0">
                <a:solidFill>
                  <a:srgbClr val="1F7A4D"/>
                </a:solidFill>
                <a:latin typeface="Calibri"/>
              </a:rPr>
              <a:t>▦</a:t>
            </a:r>
          </a:p>
        </p:txBody>
      </p:sp>
      <p:sp>
        <p:nvSpPr>
          <p:cNvPr id="39" name="TextBox 38">
            <a:extLst>
              <a:ext uri="{FF2B5EF4-FFF2-40B4-BE49-F238E27FC236}">
                <a16:creationId xmlns:a16="http://schemas.microsoft.com/office/drawing/2014/main" id="{51E3BE77-E3B9-069F-6AEA-E3BCB1E667D5}"/>
              </a:ext>
            </a:extLst>
          </p:cNvPr>
          <p:cNvSpPr txBox="1"/>
          <p:nvPr/>
        </p:nvSpPr>
        <p:spPr>
          <a:xfrm>
            <a:off x="833542" y="3247740"/>
            <a:ext cx="5084064" cy="201168"/>
          </a:xfrm>
          <a:prstGeom prst="rect">
            <a:avLst/>
          </a:prstGeom>
          <a:noFill/>
        </p:spPr>
        <p:txBody>
          <a:bodyPr wrap="square" lIns="0" tIns="0" rIns="0" bIns="0" anchor="t">
            <a:noAutofit/>
          </a:bodyPr>
          <a:lstStyle/>
          <a:p>
            <a:pPr algn="l">
              <a:spcBef>
                <a:spcPts val="0"/>
              </a:spcBef>
              <a:spcAft>
                <a:spcPts val="0"/>
              </a:spcAft>
            </a:pPr>
            <a:r>
              <a:rPr lang="en-US" sz="1400" b="1" i="0">
                <a:solidFill>
                  <a:srgbClr val="231505"/>
                </a:solidFill>
                <a:latin typeface="Calibri"/>
              </a:rPr>
              <a:t>Benefit fragmentation</a:t>
            </a:r>
          </a:p>
        </p:txBody>
      </p:sp>
      <p:sp>
        <p:nvSpPr>
          <p:cNvPr id="41" name="TextBox 40">
            <a:extLst>
              <a:ext uri="{FF2B5EF4-FFF2-40B4-BE49-F238E27FC236}">
                <a16:creationId xmlns:a16="http://schemas.microsoft.com/office/drawing/2014/main" id="{C13405F0-BA52-F47E-FF35-990F9357184D}"/>
              </a:ext>
            </a:extLst>
          </p:cNvPr>
          <p:cNvSpPr txBox="1"/>
          <p:nvPr/>
        </p:nvSpPr>
        <p:spPr>
          <a:xfrm>
            <a:off x="833542" y="3448908"/>
            <a:ext cx="5084064" cy="548640"/>
          </a:xfrm>
          <a:prstGeom prst="rect">
            <a:avLst/>
          </a:prstGeom>
          <a:noFill/>
        </p:spPr>
        <p:txBody>
          <a:bodyPr wrap="square" lIns="0" tIns="0" rIns="0" bIns="0" anchor="t">
            <a:noAutofit/>
          </a:bodyPr>
          <a:lstStyle/>
          <a:p>
            <a:pPr algn="l">
              <a:lnSpc>
                <a:spcPct val="120000"/>
              </a:lnSpc>
              <a:spcBef>
                <a:spcPts val="0"/>
              </a:spcBef>
              <a:spcAft>
                <a:spcPts val="0"/>
              </a:spcAft>
            </a:pPr>
            <a:r>
              <a:rPr lang="en-US" sz="1200" b="0" i="0">
                <a:solidFill>
                  <a:srgbClr val="4D3A24"/>
                </a:solidFill>
                <a:latin typeface="Calibri"/>
              </a:rPr>
              <a:t>Point solutions, provider networks and pharmacy benefits create need for a front door.</a:t>
            </a:r>
          </a:p>
        </p:txBody>
      </p:sp>
      <p:sp>
        <p:nvSpPr>
          <p:cNvPr id="43" name="Rounded Rectangle 23">
            <a:extLst>
              <a:ext uri="{FF2B5EF4-FFF2-40B4-BE49-F238E27FC236}">
                <a16:creationId xmlns:a16="http://schemas.microsoft.com/office/drawing/2014/main" id="{EF799EB9-CE15-FA82-06A0-23C103D2B588}"/>
              </a:ext>
            </a:extLst>
          </p:cNvPr>
          <p:cNvSpPr/>
          <p:nvPr/>
        </p:nvSpPr>
        <p:spPr>
          <a:xfrm>
            <a:off x="376342" y="4030466"/>
            <a:ext cx="310896" cy="310896"/>
          </a:xfrm>
          <a:prstGeom prst="roundRect">
            <a:avLst/>
          </a:prstGeom>
          <a:solidFill>
            <a:srgbClr val="E4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45" name="TextBox 44">
            <a:extLst>
              <a:ext uri="{FF2B5EF4-FFF2-40B4-BE49-F238E27FC236}">
                <a16:creationId xmlns:a16="http://schemas.microsoft.com/office/drawing/2014/main" id="{573A95F6-196D-0055-C0CE-975401EB8C67}"/>
              </a:ext>
            </a:extLst>
          </p:cNvPr>
          <p:cNvSpPr txBox="1"/>
          <p:nvPr/>
        </p:nvSpPr>
        <p:spPr>
          <a:xfrm>
            <a:off x="376342" y="4030466"/>
            <a:ext cx="310896" cy="310896"/>
          </a:xfrm>
          <a:prstGeom prst="rect">
            <a:avLst/>
          </a:prstGeom>
          <a:noFill/>
        </p:spPr>
        <p:txBody>
          <a:bodyPr wrap="square" lIns="0" tIns="0" rIns="0" bIns="0" anchor="ctr">
            <a:noAutofit/>
          </a:bodyPr>
          <a:lstStyle/>
          <a:p>
            <a:pPr algn="ctr">
              <a:spcBef>
                <a:spcPts val="0"/>
              </a:spcBef>
              <a:spcAft>
                <a:spcPts val="0"/>
              </a:spcAft>
            </a:pPr>
            <a:r>
              <a:rPr lang="en-US" b="0" i="0">
                <a:solidFill>
                  <a:srgbClr val="1F7A4D"/>
                </a:solidFill>
                <a:latin typeface="Calibri"/>
              </a:rPr>
              <a:t>$</a:t>
            </a:r>
          </a:p>
        </p:txBody>
      </p:sp>
      <p:sp>
        <p:nvSpPr>
          <p:cNvPr id="46" name="TextBox 45">
            <a:extLst>
              <a:ext uri="{FF2B5EF4-FFF2-40B4-BE49-F238E27FC236}">
                <a16:creationId xmlns:a16="http://schemas.microsoft.com/office/drawing/2014/main" id="{CBE0F807-5933-5CA3-11DD-86E86D2DA202}"/>
              </a:ext>
            </a:extLst>
          </p:cNvPr>
          <p:cNvSpPr txBox="1"/>
          <p:nvPr/>
        </p:nvSpPr>
        <p:spPr>
          <a:xfrm>
            <a:off x="833542" y="4012178"/>
            <a:ext cx="5084064" cy="201168"/>
          </a:xfrm>
          <a:prstGeom prst="rect">
            <a:avLst/>
          </a:prstGeom>
          <a:noFill/>
        </p:spPr>
        <p:txBody>
          <a:bodyPr wrap="square" lIns="0" tIns="0" rIns="0" bIns="0" anchor="t">
            <a:noAutofit/>
          </a:bodyPr>
          <a:lstStyle/>
          <a:p>
            <a:pPr algn="l">
              <a:spcBef>
                <a:spcPts val="0"/>
              </a:spcBef>
              <a:spcAft>
                <a:spcPts val="0"/>
              </a:spcAft>
            </a:pPr>
            <a:r>
              <a:rPr lang="en-US" sz="1400" b="1" i="0">
                <a:solidFill>
                  <a:srgbClr val="231505"/>
                </a:solidFill>
                <a:latin typeface="Calibri"/>
              </a:rPr>
              <a:t>More steerable spend</a:t>
            </a:r>
          </a:p>
        </p:txBody>
      </p:sp>
      <p:sp>
        <p:nvSpPr>
          <p:cNvPr id="47" name="TextBox 46">
            <a:extLst>
              <a:ext uri="{FF2B5EF4-FFF2-40B4-BE49-F238E27FC236}">
                <a16:creationId xmlns:a16="http://schemas.microsoft.com/office/drawing/2014/main" id="{FF88B4B4-DFD5-105D-0C3D-545CA28C2326}"/>
              </a:ext>
            </a:extLst>
          </p:cNvPr>
          <p:cNvSpPr txBox="1"/>
          <p:nvPr/>
        </p:nvSpPr>
        <p:spPr>
          <a:xfrm>
            <a:off x="833542" y="4213346"/>
            <a:ext cx="5084064" cy="548640"/>
          </a:xfrm>
          <a:prstGeom prst="rect">
            <a:avLst/>
          </a:prstGeom>
          <a:noFill/>
        </p:spPr>
        <p:txBody>
          <a:bodyPr wrap="square" lIns="0" tIns="0" rIns="0" bIns="0" anchor="t">
            <a:noAutofit/>
          </a:bodyPr>
          <a:lstStyle/>
          <a:p>
            <a:pPr algn="l">
              <a:lnSpc>
                <a:spcPct val="120000"/>
              </a:lnSpc>
              <a:spcBef>
                <a:spcPts val="0"/>
              </a:spcBef>
              <a:spcAft>
                <a:spcPts val="0"/>
              </a:spcAft>
            </a:pPr>
            <a:r>
              <a:rPr lang="en-US" sz="1200" b="0" i="0">
                <a:solidFill>
                  <a:srgbClr val="4D3A24"/>
                </a:solidFill>
                <a:latin typeface="Calibri"/>
              </a:rPr>
              <a:t>GLP-1s, specialty care, surgery and pharmacy create higher-value care decisions; nearly half of large employers now cover GLP-1s, up from 44% in 2024.</a:t>
            </a:r>
          </a:p>
        </p:txBody>
      </p:sp>
      <p:sp>
        <p:nvSpPr>
          <p:cNvPr id="50" name="Rounded Rectangle 27">
            <a:extLst>
              <a:ext uri="{FF2B5EF4-FFF2-40B4-BE49-F238E27FC236}">
                <a16:creationId xmlns:a16="http://schemas.microsoft.com/office/drawing/2014/main" id="{E824D74F-B12A-9EA6-20DD-15D873C9C147}"/>
              </a:ext>
            </a:extLst>
          </p:cNvPr>
          <p:cNvSpPr/>
          <p:nvPr/>
        </p:nvSpPr>
        <p:spPr>
          <a:xfrm>
            <a:off x="376342" y="4794904"/>
            <a:ext cx="310896" cy="310896"/>
          </a:xfrm>
          <a:prstGeom prst="roundRect">
            <a:avLst/>
          </a:prstGeom>
          <a:solidFill>
            <a:srgbClr val="E4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52" name="TextBox 51">
            <a:extLst>
              <a:ext uri="{FF2B5EF4-FFF2-40B4-BE49-F238E27FC236}">
                <a16:creationId xmlns:a16="http://schemas.microsoft.com/office/drawing/2014/main" id="{B62BEAC5-0A9B-3FC4-5337-C8081EF50DDB}"/>
              </a:ext>
            </a:extLst>
          </p:cNvPr>
          <p:cNvSpPr txBox="1"/>
          <p:nvPr/>
        </p:nvSpPr>
        <p:spPr>
          <a:xfrm>
            <a:off x="376342" y="4794904"/>
            <a:ext cx="310896" cy="310896"/>
          </a:xfrm>
          <a:prstGeom prst="rect">
            <a:avLst/>
          </a:prstGeom>
          <a:noFill/>
        </p:spPr>
        <p:txBody>
          <a:bodyPr wrap="square" lIns="0" tIns="0" rIns="0" bIns="0" anchor="ctr">
            <a:noAutofit/>
          </a:bodyPr>
          <a:lstStyle/>
          <a:p>
            <a:pPr algn="ctr">
              <a:spcBef>
                <a:spcPts val="0"/>
              </a:spcBef>
              <a:spcAft>
                <a:spcPts val="0"/>
              </a:spcAft>
            </a:pPr>
            <a:r>
              <a:rPr lang="en-US" b="0" i="0">
                <a:solidFill>
                  <a:srgbClr val="1F7A4D"/>
                </a:solidFill>
                <a:latin typeface="Calibri"/>
              </a:rPr>
              <a:t>✳</a:t>
            </a:r>
          </a:p>
        </p:txBody>
      </p:sp>
      <p:sp>
        <p:nvSpPr>
          <p:cNvPr id="53" name="TextBox 52">
            <a:extLst>
              <a:ext uri="{FF2B5EF4-FFF2-40B4-BE49-F238E27FC236}">
                <a16:creationId xmlns:a16="http://schemas.microsoft.com/office/drawing/2014/main" id="{A67C4FF1-B43C-C5D5-FEF7-1F4F8293F864}"/>
              </a:ext>
            </a:extLst>
          </p:cNvPr>
          <p:cNvSpPr txBox="1"/>
          <p:nvPr/>
        </p:nvSpPr>
        <p:spPr>
          <a:xfrm>
            <a:off x="833542" y="4776616"/>
            <a:ext cx="5084064" cy="201168"/>
          </a:xfrm>
          <a:prstGeom prst="rect">
            <a:avLst/>
          </a:prstGeom>
          <a:noFill/>
        </p:spPr>
        <p:txBody>
          <a:bodyPr wrap="square" lIns="0" tIns="0" rIns="0" bIns="0" anchor="t">
            <a:noAutofit/>
          </a:bodyPr>
          <a:lstStyle/>
          <a:p>
            <a:pPr algn="l">
              <a:spcBef>
                <a:spcPts val="0"/>
              </a:spcBef>
              <a:spcAft>
                <a:spcPts val="0"/>
              </a:spcAft>
            </a:pPr>
            <a:r>
              <a:rPr lang="en-US" sz="1400" b="1" i="0">
                <a:solidFill>
                  <a:srgbClr val="231505"/>
                </a:solidFill>
                <a:latin typeface="Calibri"/>
              </a:rPr>
              <a:t>AI maturity</a:t>
            </a:r>
          </a:p>
        </p:txBody>
      </p:sp>
      <p:sp>
        <p:nvSpPr>
          <p:cNvPr id="54" name="TextBox 53">
            <a:extLst>
              <a:ext uri="{FF2B5EF4-FFF2-40B4-BE49-F238E27FC236}">
                <a16:creationId xmlns:a16="http://schemas.microsoft.com/office/drawing/2014/main" id="{1DDD7CF0-BEF3-9F47-849D-F02B84FD6E9C}"/>
              </a:ext>
            </a:extLst>
          </p:cNvPr>
          <p:cNvSpPr txBox="1"/>
          <p:nvPr/>
        </p:nvSpPr>
        <p:spPr>
          <a:xfrm>
            <a:off x="833542" y="4977784"/>
            <a:ext cx="5084064" cy="548640"/>
          </a:xfrm>
          <a:prstGeom prst="rect">
            <a:avLst/>
          </a:prstGeom>
          <a:noFill/>
        </p:spPr>
        <p:txBody>
          <a:bodyPr wrap="square" lIns="0" tIns="0" rIns="0" bIns="0" anchor="t">
            <a:noAutofit/>
          </a:bodyPr>
          <a:lstStyle/>
          <a:p>
            <a:pPr algn="l">
              <a:lnSpc>
                <a:spcPct val="120000"/>
              </a:lnSpc>
              <a:spcBef>
                <a:spcPts val="0"/>
              </a:spcBef>
              <a:spcAft>
                <a:spcPts val="0"/>
              </a:spcAft>
            </a:pPr>
            <a:r>
              <a:rPr lang="en-US" sz="1200" b="0" i="0">
                <a:solidFill>
                  <a:srgbClr val="4D3A24"/>
                </a:solidFill>
                <a:latin typeface="Calibri"/>
              </a:rPr>
              <a:t>AI can reduce administrative work and improve self-service and outreach.</a:t>
            </a:r>
          </a:p>
        </p:txBody>
      </p:sp>
      <p:sp>
        <p:nvSpPr>
          <p:cNvPr id="55" name="Rounded Rectangle 31">
            <a:extLst>
              <a:ext uri="{FF2B5EF4-FFF2-40B4-BE49-F238E27FC236}">
                <a16:creationId xmlns:a16="http://schemas.microsoft.com/office/drawing/2014/main" id="{0CEC023A-0687-DD3F-93A1-ECB34BFE67D0}"/>
              </a:ext>
            </a:extLst>
          </p:cNvPr>
          <p:cNvSpPr/>
          <p:nvPr/>
        </p:nvSpPr>
        <p:spPr>
          <a:xfrm>
            <a:off x="376342" y="5559342"/>
            <a:ext cx="310896" cy="310896"/>
          </a:xfrm>
          <a:prstGeom prst="roundRect">
            <a:avLst/>
          </a:prstGeom>
          <a:solidFill>
            <a:srgbClr val="E4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56" name="TextBox 55">
            <a:extLst>
              <a:ext uri="{FF2B5EF4-FFF2-40B4-BE49-F238E27FC236}">
                <a16:creationId xmlns:a16="http://schemas.microsoft.com/office/drawing/2014/main" id="{F7D6DF87-7453-9921-B71C-F98795EBCA64}"/>
              </a:ext>
            </a:extLst>
          </p:cNvPr>
          <p:cNvSpPr txBox="1"/>
          <p:nvPr/>
        </p:nvSpPr>
        <p:spPr>
          <a:xfrm>
            <a:off x="376342" y="5559342"/>
            <a:ext cx="310896" cy="310896"/>
          </a:xfrm>
          <a:prstGeom prst="rect">
            <a:avLst/>
          </a:prstGeom>
          <a:noFill/>
        </p:spPr>
        <p:txBody>
          <a:bodyPr wrap="square" lIns="0" tIns="0" rIns="0" bIns="0" anchor="ctr">
            <a:noAutofit/>
          </a:bodyPr>
          <a:lstStyle/>
          <a:p>
            <a:pPr algn="ctr">
              <a:spcBef>
                <a:spcPts val="0"/>
              </a:spcBef>
              <a:spcAft>
                <a:spcPts val="0"/>
              </a:spcAft>
            </a:pPr>
            <a:r>
              <a:rPr lang="en-US" b="0" i="0">
                <a:solidFill>
                  <a:srgbClr val="1F7A4D"/>
                </a:solidFill>
                <a:latin typeface="Calibri"/>
              </a:rPr>
              <a:t>↗</a:t>
            </a:r>
          </a:p>
        </p:txBody>
      </p:sp>
      <p:sp>
        <p:nvSpPr>
          <p:cNvPr id="57" name="TextBox 56">
            <a:extLst>
              <a:ext uri="{FF2B5EF4-FFF2-40B4-BE49-F238E27FC236}">
                <a16:creationId xmlns:a16="http://schemas.microsoft.com/office/drawing/2014/main" id="{02069E62-C63B-3767-78EC-32F9029539C1}"/>
              </a:ext>
            </a:extLst>
          </p:cNvPr>
          <p:cNvSpPr txBox="1"/>
          <p:nvPr/>
        </p:nvSpPr>
        <p:spPr>
          <a:xfrm>
            <a:off x="833542" y="5541054"/>
            <a:ext cx="5084064" cy="201168"/>
          </a:xfrm>
          <a:prstGeom prst="rect">
            <a:avLst/>
          </a:prstGeom>
          <a:noFill/>
        </p:spPr>
        <p:txBody>
          <a:bodyPr wrap="square" lIns="0" tIns="0" rIns="0" bIns="0" anchor="t">
            <a:noAutofit/>
          </a:bodyPr>
          <a:lstStyle/>
          <a:p>
            <a:pPr algn="l">
              <a:spcBef>
                <a:spcPts val="0"/>
              </a:spcBef>
              <a:spcAft>
                <a:spcPts val="0"/>
              </a:spcAft>
            </a:pPr>
            <a:r>
              <a:rPr lang="en-US" sz="1400" b="1" i="0">
                <a:solidFill>
                  <a:srgbClr val="231505"/>
                </a:solidFill>
                <a:latin typeface="Calibri"/>
              </a:rPr>
              <a:t>Capability expansion</a:t>
            </a:r>
          </a:p>
        </p:txBody>
      </p:sp>
      <p:sp>
        <p:nvSpPr>
          <p:cNvPr id="58" name="TextBox 57">
            <a:extLst>
              <a:ext uri="{FF2B5EF4-FFF2-40B4-BE49-F238E27FC236}">
                <a16:creationId xmlns:a16="http://schemas.microsoft.com/office/drawing/2014/main" id="{CE9A0086-0E48-D4B4-71AC-8C7B8C4D4A3B}"/>
              </a:ext>
            </a:extLst>
          </p:cNvPr>
          <p:cNvSpPr txBox="1"/>
          <p:nvPr/>
        </p:nvSpPr>
        <p:spPr>
          <a:xfrm>
            <a:off x="833542" y="5742222"/>
            <a:ext cx="5084064" cy="548640"/>
          </a:xfrm>
          <a:prstGeom prst="rect">
            <a:avLst/>
          </a:prstGeom>
          <a:noFill/>
        </p:spPr>
        <p:txBody>
          <a:bodyPr wrap="square" lIns="0" tIns="0" rIns="0" bIns="0" anchor="t">
            <a:noAutofit/>
          </a:bodyPr>
          <a:lstStyle/>
          <a:p>
            <a:pPr algn="l">
              <a:lnSpc>
                <a:spcPct val="120000"/>
              </a:lnSpc>
              <a:spcBef>
                <a:spcPts val="0"/>
              </a:spcBef>
              <a:spcAft>
                <a:spcPts val="0"/>
              </a:spcAft>
            </a:pPr>
            <a:r>
              <a:rPr lang="en-US" sz="1200" b="0" i="0">
                <a:solidFill>
                  <a:srgbClr val="4D3A24"/>
                </a:solidFill>
                <a:latin typeface="Calibri"/>
              </a:rPr>
              <a:t>Navigation is adding provider steerage, virtual care, pharmacy and condition journeys, pulling in larger contracts and more spend per member.</a:t>
            </a:r>
          </a:p>
        </p:txBody>
      </p:sp>
      <p:sp>
        <p:nvSpPr>
          <p:cNvPr id="59" name="Rounded Rectangle 35">
            <a:extLst>
              <a:ext uri="{FF2B5EF4-FFF2-40B4-BE49-F238E27FC236}">
                <a16:creationId xmlns:a16="http://schemas.microsoft.com/office/drawing/2014/main" id="{1A385875-A7F5-310F-8F6C-27B33DA495C6}"/>
              </a:ext>
            </a:extLst>
          </p:cNvPr>
          <p:cNvSpPr/>
          <p:nvPr/>
        </p:nvSpPr>
        <p:spPr>
          <a:xfrm>
            <a:off x="6318504" y="1643552"/>
            <a:ext cx="310896" cy="310896"/>
          </a:xfrm>
          <a:prstGeom prst="roundRect">
            <a:avLst/>
          </a:prstGeom>
          <a:solidFill>
            <a:srgbClr val="F0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60" name="TextBox 59">
            <a:extLst>
              <a:ext uri="{FF2B5EF4-FFF2-40B4-BE49-F238E27FC236}">
                <a16:creationId xmlns:a16="http://schemas.microsoft.com/office/drawing/2014/main" id="{F502FBD9-A564-599B-45F5-395D0D470C00}"/>
              </a:ext>
            </a:extLst>
          </p:cNvPr>
          <p:cNvSpPr txBox="1"/>
          <p:nvPr/>
        </p:nvSpPr>
        <p:spPr>
          <a:xfrm>
            <a:off x="6318504" y="1643552"/>
            <a:ext cx="310896" cy="310896"/>
          </a:xfrm>
          <a:prstGeom prst="rect">
            <a:avLst/>
          </a:prstGeom>
          <a:noFill/>
        </p:spPr>
        <p:txBody>
          <a:bodyPr wrap="square" lIns="0" tIns="0" rIns="0" bIns="0" anchor="ctr">
            <a:noAutofit/>
          </a:bodyPr>
          <a:lstStyle/>
          <a:p>
            <a:pPr algn="ctr">
              <a:spcBef>
                <a:spcPts val="0"/>
              </a:spcBef>
              <a:spcAft>
                <a:spcPts val="0"/>
              </a:spcAft>
            </a:pPr>
            <a:r>
              <a:rPr lang="en-US" b="0" i="0">
                <a:solidFill>
                  <a:srgbClr val="B23A2E"/>
                </a:solidFill>
                <a:latin typeface="Calibri"/>
              </a:rPr>
              <a:t>📄</a:t>
            </a:r>
          </a:p>
        </p:txBody>
      </p:sp>
      <p:sp>
        <p:nvSpPr>
          <p:cNvPr id="61" name="TextBox 60">
            <a:extLst>
              <a:ext uri="{FF2B5EF4-FFF2-40B4-BE49-F238E27FC236}">
                <a16:creationId xmlns:a16="http://schemas.microsoft.com/office/drawing/2014/main" id="{D8ACAFA3-3736-BBDC-E62D-EB060327A02A}"/>
              </a:ext>
            </a:extLst>
          </p:cNvPr>
          <p:cNvSpPr txBox="1"/>
          <p:nvPr/>
        </p:nvSpPr>
        <p:spPr>
          <a:xfrm>
            <a:off x="6775704" y="1625264"/>
            <a:ext cx="5084064" cy="201168"/>
          </a:xfrm>
          <a:prstGeom prst="rect">
            <a:avLst/>
          </a:prstGeom>
          <a:noFill/>
        </p:spPr>
        <p:txBody>
          <a:bodyPr wrap="square" lIns="0" tIns="0" rIns="0" bIns="0" anchor="t">
            <a:noAutofit/>
          </a:bodyPr>
          <a:lstStyle/>
          <a:p>
            <a:pPr algn="l">
              <a:spcBef>
                <a:spcPts val="0"/>
              </a:spcBef>
              <a:spcAft>
                <a:spcPts val="0"/>
              </a:spcAft>
            </a:pPr>
            <a:r>
              <a:rPr lang="en-US" sz="1400" b="1" i="0">
                <a:solidFill>
                  <a:srgbClr val="231505"/>
                </a:solidFill>
                <a:latin typeface="Calibri"/>
              </a:rPr>
              <a:t>Bundled alternatives</a:t>
            </a:r>
          </a:p>
        </p:txBody>
      </p:sp>
      <p:sp>
        <p:nvSpPr>
          <p:cNvPr id="62" name="TextBox 61">
            <a:extLst>
              <a:ext uri="{FF2B5EF4-FFF2-40B4-BE49-F238E27FC236}">
                <a16:creationId xmlns:a16="http://schemas.microsoft.com/office/drawing/2014/main" id="{101D6BED-CDAC-618E-55F3-FC111196F161}"/>
              </a:ext>
            </a:extLst>
          </p:cNvPr>
          <p:cNvSpPr txBox="1"/>
          <p:nvPr/>
        </p:nvSpPr>
        <p:spPr>
          <a:xfrm>
            <a:off x="6775704" y="1826432"/>
            <a:ext cx="5084064" cy="548640"/>
          </a:xfrm>
          <a:prstGeom prst="rect">
            <a:avLst/>
          </a:prstGeom>
          <a:noFill/>
        </p:spPr>
        <p:txBody>
          <a:bodyPr wrap="square" lIns="0" tIns="0" rIns="0" bIns="0" anchor="t">
            <a:noAutofit/>
          </a:bodyPr>
          <a:lstStyle/>
          <a:p>
            <a:pPr algn="l">
              <a:lnSpc>
                <a:spcPct val="120000"/>
              </a:lnSpc>
              <a:spcBef>
                <a:spcPts val="0"/>
              </a:spcBef>
              <a:spcAft>
                <a:spcPts val="0"/>
              </a:spcAft>
            </a:pPr>
            <a:r>
              <a:rPr lang="en-US" sz="1200" b="0" i="0">
                <a:solidFill>
                  <a:srgbClr val="4D3A24"/>
                </a:solidFill>
                <a:latin typeface="Calibri"/>
              </a:rPr>
              <a:t>Carriers, TPAs and PBMs can include baseline navigation in administrative fees; only about 46% of employers running a carve-out program report being satisfied with its performance.</a:t>
            </a:r>
          </a:p>
        </p:txBody>
      </p:sp>
      <p:sp>
        <p:nvSpPr>
          <p:cNvPr id="75" name="Rounded Rectangle 39">
            <a:extLst>
              <a:ext uri="{FF2B5EF4-FFF2-40B4-BE49-F238E27FC236}">
                <a16:creationId xmlns:a16="http://schemas.microsoft.com/office/drawing/2014/main" id="{A2280544-20D6-6111-AC2E-8BDDB08919EE}"/>
              </a:ext>
            </a:extLst>
          </p:cNvPr>
          <p:cNvSpPr/>
          <p:nvPr/>
        </p:nvSpPr>
        <p:spPr>
          <a:xfrm>
            <a:off x="6318504" y="2501590"/>
            <a:ext cx="310896" cy="310896"/>
          </a:xfrm>
          <a:prstGeom prst="roundRect">
            <a:avLst/>
          </a:prstGeom>
          <a:solidFill>
            <a:srgbClr val="F0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76" name="TextBox 75">
            <a:extLst>
              <a:ext uri="{FF2B5EF4-FFF2-40B4-BE49-F238E27FC236}">
                <a16:creationId xmlns:a16="http://schemas.microsoft.com/office/drawing/2014/main" id="{6FB94409-8976-623E-1B94-B29C3B9846ED}"/>
              </a:ext>
            </a:extLst>
          </p:cNvPr>
          <p:cNvSpPr txBox="1"/>
          <p:nvPr/>
        </p:nvSpPr>
        <p:spPr>
          <a:xfrm>
            <a:off x="6318504" y="2501590"/>
            <a:ext cx="310896" cy="310896"/>
          </a:xfrm>
          <a:prstGeom prst="rect">
            <a:avLst/>
          </a:prstGeom>
          <a:noFill/>
        </p:spPr>
        <p:txBody>
          <a:bodyPr wrap="square" lIns="0" tIns="0" rIns="0" bIns="0" anchor="ctr">
            <a:noAutofit/>
          </a:bodyPr>
          <a:lstStyle/>
          <a:p>
            <a:pPr algn="ctr">
              <a:spcBef>
                <a:spcPts val="0"/>
              </a:spcBef>
              <a:spcAft>
                <a:spcPts val="0"/>
              </a:spcAft>
            </a:pPr>
            <a:r>
              <a:rPr lang="en-US" b="0" i="0">
                <a:solidFill>
                  <a:srgbClr val="B23A2E"/>
                </a:solidFill>
                <a:latin typeface="Calibri"/>
              </a:rPr>
              <a:t>◎</a:t>
            </a:r>
          </a:p>
        </p:txBody>
      </p:sp>
      <p:sp>
        <p:nvSpPr>
          <p:cNvPr id="77" name="TextBox 76">
            <a:extLst>
              <a:ext uri="{FF2B5EF4-FFF2-40B4-BE49-F238E27FC236}">
                <a16:creationId xmlns:a16="http://schemas.microsoft.com/office/drawing/2014/main" id="{A6577F18-4963-C49C-5D88-C4BA41E7DB78}"/>
              </a:ext>
            </a:extLst>
          </p:cNvPr>
          <p:cNvSpPr txBox="1"/>
          <p:nvPr/>
        </p:nvSpPr>
        <p:spPr>
          <a:xfrm>
            <a:off x="6775704" y="2483302"/>
            <a:ext cx="5084064" cy="201168"/>
          </a:xfrm>
          <a:prstGeom prst="rect">
            <a:avLst/>
          </a:prstGeom>
          <a:noFill/>
        </p:spPr>
        <p:txBody>
          <a:bodyPr wrap="square" lIns="0" tIns="0" rIns="0" bIns="0" anchor="t">
            <a:noAutofit/>
          </a:bodyPr>
          <a:lstStyle/>
          <a:p>
            <a:pPr algn="l">
              <a:spcBef>
                <a:spcPts val="0"/>
              </a:spcBef>
              <a:spcAft>
                <a:spcPts val="0"/>
              </a:spcAft>
            </a:pPr>
            <a:r>
              <a:rPr lang="en-US" sz="1400" b="1" i="0">
                <a:solidFill>
                  <a:srgbClr val="231505"/>
                </a:solidFill>
                <a:latin typeface="Calibri"/>
              </a:rPr>
              <a:t>Proof burden</a:t>
            </a:r>
          </a:p>
        </p:txBody>
      </p:sp>
      <p:sp>
        <p:nvSpPr>
          <p:cNvPr id="78" name="TextBox 77">
            <a:extLst>
              <a:ext uri="{FF2B5EF4-FFF2-40B4-BE49-F238E27FC236}">
                <a16:creationId xmlns:a16="http://schemas.microsoft.com/office/drawing/2014/main" id="{E12B937B-6307-D373-DC37-4E85A7D84506}"/>
              </a:ext>
            </a:extLst>
          </p:cNvPr>
          <p:cNvSpPr txBox="1"/>
          <p:nvPr/>
        </p:nvSpPr>
        <p:spPr>
          <a:xfrm>
            <a:off x="6775704" y="2684470"/>
            <a:ext cx="5084064" cy="548640"/>
          </a:xfrm>
          <a:prstGeom prst="rect">
            <a:avLst/>
          </a:prstGeom>
          <a:noFill/>
        </p:spPr>
        <p:txBody>
          <a:bodyPr wrap="square" lIns="0" tIns="0" rIns="0" bIns="0" anchor="t">
            <a:noAutofit/>
          </a:bodyPr>
          <a:lstStyle/>
          <a:p>
            <a:pPr algn="l">
              <a:lnSpc>
                <a:spcPct val="120000"/>
              </a:lnSpc>
              <a:spcBef>
                <a:spcPts val="0"/>
              </a:spcBef>
              <a:spcAft>
                <a:spcPts val="0"/>
              </a:spcAft>
            </a:pPr>
            <a:r>
              <a:rPr lang="en-US" sz="1200" b="0" i="0">
                <a:solidFill>
                  <a:srgbClr val="4D3A24"/>
                </a:solidFill>
                <a:latin typeface="Calibri"/>
              </a:rPr>
              <a:t>Employers expect evidence of savings, not only engagement or satisfaction.</a:t>
            </a:r>
          </a:p>
        </p:txBody>
      </p:sp>
      <p:sp>
        <p:nvSpPr>
          <p:cNvPr id="79" name="Rounded Rectangle 43">
            <a:extLst>
              <a:ext uri="{FF2B5EF4-FFF2-40B4-BE49-F238E27FC236}">
                <a16:creationId xmlns:a16="http://schemas.microsoft.com/office/drawing/2014/main" id="{0C4B3628-0309-B552-0F5D-3F8852F9A9A3}"/>
              </a:ext>
            </a:extLst>
          </p:cNvPr>
          <p:cNvSpPr/>
          <p:nvPr/>
        </p:nvSpPr>
        <p:spPr>
          <a:xfrm>
            <a:off x="6318504" y="3266028"/>
            <a:ext cx="310896" cy="310896"/>
          </a:xfrm>
          <a:prstGeom prst="roundRect">
            <a:avLst/>
          </a:prstGeom>
          <a:solidFill>
            <a:srgbClr val="F0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0" name="TextBox 79">
            <a:extLst>
              <a:ext uri="{FF2B5EF4-FFF2-40B4-BE49-F238E27FC236}">
                <a16:creationId xmlns:a16="http://schemas.microsoft.com/office/drawing/2014/main" id="{FC77D333-526A-B692-BEDB-A3403008EA0C}"/>
              </a:ext>
            </a:extLst>
          </p:cNvPr>
          <p:cNvSpPr txBox="1"/>
          <p:nvPr/>
        </p:nvSpPr>
        <p:spPr>
          <a:xfrm>
            <a:off x="6318504" y="3266028"/>
            <a:ext cx="310896" cy="310896"/>
          </a:xfrm>
          <a:prstGeom prst="rect">
            <a:avLst/>
          </a:prstGeom>
          <a:noFill/>
        </p:spPr>
        <p:txBody>
          <a:bodyPr wrap="square" lIns="0" tIns="0" rIns="0" bIns="0" anchor="ctr">
            <a:noAutofit/>
          </a:bodyPr>
          <a:lstStyle/>
          <a:p>
            <a:pPr algn="ctr">
              <a:spcBef>
                <a:spcPts val="0"/>
              </a:spcBef>
              <a:spcAft>
                <a:spcPts val="0"/>
              </a:spcAft>
            </a:pPr>
            <a:r>
              <a:rPr lang="en-US" b="0" i="0">
                <a:solidFill>
                  <a:srgbClr val="B23A2E"/>
                </a:solidFill>
                <a:latin typeface="Calibri"/>
              </a:rPr>
              <a:t>🔗</a:t>
            </a:r>
          </a:p>
        </p:txBody>
      </p:sp>
      <p:sp>
        <p:nvSpPr>
          <p:cNvPr id="81" name="TextBox 80">
            <a:extLst>
              <a:ext uri="{FF2B5EF4-FFF2-40B4-BE49-F238E27FC236}">
                <a16:creationId xmlns:a16="http://schemas.microsoft.com/office/drawing/2014/main" id="{958723A9-779E-8B17-B5E5-31D9F20F25A2}"/>
              </a:ext>
            </a:extLst>
          </p:cNvPr>
          <p:cNvSpPr txBox="1"/>
          <p:nvPr/>
        </p:nvSpPr>
        <p:spPr>
          <a:xfrm>
            <a:off x="6775704" y="3247740"/>
            <a:ext cx="5084064" cy="201168"/>
          </a:xfrm>
          <a:prstGeom prst="rect">
            <a:avLst/>
          </a:prstGeom>
          <a:noFill/>
        </p:spPr>
        <p:txBody>
          <a:bodyPr wrap="square" lIns="0" tIns="0" rIns="0" bIns="0" anchor="t">
            <a:noAutofit/>
          </a:bodyPr>
          <a:lstStyle/>
          <a:p>
            <a:pPr algn="l">
              <a:spcBef>
                <a:spcPts val="0"/>
              </a:spcBef>
              <a:spcAft>
                <a:spcPts val="0"/>
              </a:spcAft>
            </a:pPr>
            <a:r>
              <a:rPr lang="en-US" sz="1400" b="1" i="0">
                <a:solidFill>
                  <a:srgbClr val="231505"/>
                </a:solidFill>
                <a:latin typeface="Calibri"/>
              </a:rPr>
              <a:t>Implementation complexity</a:t>
            </a:r>
          </a:p>
        </p:txBody>
      </p:sp>
      <p:sp>
        <p:nvSpPr>
          <p:cNvPr id="82" name="TextBox 81">
            <a:extLst>
              <a:ext uri="{FF2B5EF4-FFF2-40B4-BE49-F238E27FC236}">
                <a16:creationId xmlns:a16="http://schemas.microsoft.com/office/drawing/2014/main" id="{EEBD699B-6D19-D246-A54E-3F3CC827B235}"/>
              </a:ext>
            </a:extLst>
          </p:cNvPr>
          <p:cNvSpPr txBox="1"/>
          <p:nvPr/>
        </p:nvSpPr>
        <p:spPr>
          <a:xfrm>
            <a:off x="6775704" y="3448908"/>
            <a:ext cx="5084064" cy="548640"/>
          </a:xfrm>
          <a:prstGeom prst="rect">
            <a:avLst/>
          </a:prstGeom>
          <a:noFill/>
        </p:spPr>
        <p:txBody>
          <a:bodyPr wrap="square" lIns="0" tIns="0" rIns="0" bIns="0" anchor="t">
            <a:noAutofit/>
          </a:bodyPr>
          <a:lstStyle/>
          <a:p>
            <a:pPr algn="l">
              <a:lnSpc>
                <a:spcPct val="120000"/>
              </a:lnSpc>
              <a:spcBef>
                <a:spcPts val="0"/>
              </a:spcBef>
              <a:spcAft>
                <a:spcPts val="0"/>
              </a:spcAft>
            </a:pPr>
            <a:r>
              <a:rPr lang="en-US" sz="1200" b="0" i="0">
                <a:solidFill>
                  <a:srgbClr val="4D3A24"/>
                </a:solidFill>
                <a:latin typeface="Calibri"/>
              </a:rPr>
              <a:t>Eligibility, benefit, claims and provider data integrations delay launch and raise cost.</a:t>
            </a:r>
          </a:p>
        </p:txBody>
      </p:sp>
      <p:sp>
        <p:nvSpPr>
          <p:cNvPr id="83" name="Rounded Rectangle 47">
            <a:extLst>
              <a:ext uri="{FF2B5EF4-FFF2-40B4-BE49-F238E27FC236}">
                <a16:creationId xmlns:a16="http://schemas.microsoft.com/office/drawing/2014/main" id="{A804FF91-1D98-C8FE-D105-969513A3ACA1}"/>
              </a:ext>
            </a:extLst>
          </p:cNvPr>
          <p:cNvSpPr/>
          <p:nvPr/>
        </p:nvSpPr>
        <p:spPr>
          <a:xfrm>
            <a:off x="6318504" y="4030466"/>
            <a:ext cx="310896" cy="310896"/>
          </a:xfrm>
          <a:prstGeom prst="roundRect">
            <a:avLst/>
          </a:prstGeom>
          <a:solidFill>
            <a:srgbClr val="F0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4" name="TextBox 83">
            <a:extLst>
              <a:ext uri="{FF2B5EF4-FFF2-40B4-BE49-F238E27FC236}">
                <a16:creationId xmlns:a16="http://schemas.microsoft.com/office/drawing/2014/main" id="{45F9E743-F946-88DA-3CA8-02672955FFB4}"/>
              </a:ext>
            </a:extLst>
          </p:cNvPr>
          <p:cNvSpPr txBox="1"/>
          <p:nvPr/>
        </p:nvSpPr>
        <p:spPr>
          <a:xfrm>
            <a:off x="6318504" y="4030466"/>
            <a:ext cx="310896" cy="310896"/>
          </a:xfrm>
          <a:prstGeom prst="rect">
            <a:avLst/>
          </a:prstGeom>
          <a:noFill/>
        </p:spPr>
        <p:txBody>
          <a:bodyPr wrap="square" lIns="0" tIns="0" rIns="0" bIns="0" anchor="ctr">
            <a:noAutofit/>
          </a:bodyPr>
          <a:lstStyle/>
          <a:p>
            <a:pPr algn="ctr">
              <a:spcBef>
                <a:spcPts val="0"/>
              </a:spcBef>
              <a:spcAft>
                <a:spcPts val="0"/>
              </a:spcAft>
            </a:pPr>
            <a:r>
              <a:rPr lang="en-US" b="0" i="0">
                <a:solidFill>
                  <a:srgbClr val="B23A2E"/>
                </a:solidFill>
                <a:latin typeface="Calibri"/>
              </a:rPr>
              <a:t>👥</a:t>
            </a:r>
          </a:p>
        </p:txBody>
      </p:sp>
      <p:sp>
        <p:nvSpPr>
          <p:cNvPr id="85" name="TextBox 84">
            <a:extLst>
              <a:ext uri="{FF2B5EF4-FFF2-40B4-BE49-F238E27FC236}">
                <a16:creationId xmlns:a16="http://schemas.microsoft.com/office/drawing/2014/main" id="{AE384B06-4F1F-CDB2-BF0A-866988E5EE37}"/>
              </a:ext>
            </a:extLst>
          </p:cNvPr>
          <p:cNvSpPr txBox="1"/>
          <p:nvPr/>
        </p:nvSpPr>
        <p:spPr>
          <a:xfrm>
            <a:off x="6775704" y="4012178"/>
            <a:ext cx="5084064" cy="201168"/>
          </a:xfrm>
          <a:prstGeom prst="rect">
            <a:avLst/>
          </a:prstGeom>
          <a:noFill/>
        </p:spPr>
        <p:txBody>
          <a:bodyPr wrap="square" lIns="0" tIns="0" rIns="0" bIns="0" anchor="t">
            <a:noAutofit/>
          </a:bodyPr>
          <a:lstStyle/>
          <a:p>
            <a:pPr algn="l">
              <a:spcBef>
                <a:spcPts val="0"/>
              </a:spcBef>
              <a:spcAft>
                <a:spcPts val="0"/>
              </a:spcAft>
            </a:pPr>
            <a:r>
              <a:rPr lang="en-US" sz="1400" b="1" i="0">
                <a:solidFill>
                  <a:srgbClr val="231505"/>
                </a:solidFill>
                <a:latin typeface="Calibri"/>
              </a:rPr>
              <a:t>Human-service cost</a:t>
            </a:r>
          </a:p>
        </p:txBody>
      </p:sp>
      <p:sp>
        <p:nvSpPr>
          <p:cNvPr id="86" name="TextBox 85">
            <a:extLst>
              <a:ext uri="{FF2B5EF4-FFF2-40B4-BE49-F238E27FC236}">
                <a16:creationId xmlns:a16="http://schemas.microsoft.com/office/drawing/2014/main" id="{D73E2EDA-D37D-3723-5E55-DD6C12A63793}"/>
              </a:ext>
            </a:extLst>
          </p:cNvPr>
          <p:cNvSpPr txBox="1"/>
          <p:nvPr/>
        </p:nvSpPr>
        <p:spPr>
          <a:xfrm>
            <a:off x="6775704" y="4213346"/>
            <a:ext cx="5084064" cy="548640"/>
          </a:xfrm>
          <a:prstGeom prst="rect">
            <a:avLst/>
          </a:prstGeom>
          <a:noFill/>
        </p:spPr>
        <p:txBody>
          <a:bodyPr wrap="square" lIns="0" tIns="0" rIns="0" bIns="0" anchor="t">
            <a:noAutofit/>
          </a:bodyPr>
          <a:lstStyle/>
          <a:p>
            <a:pPr algn="l">
              <a:lnSpc>
                <a:spcPct val="120000"/>
              </a:lnSpc>
              <a:spcBef>
                <a:spcPts val="0"/>
              </a:spcBef>
              <a:spcAft>
                <a:spcPts val="0"/>
              </a:spcAft>
            </a:pPr>
            <a:r>
              <a:rPr lang="en-US" sz="1200" b="0" i="0">
                <a:solidFill>
                  <a:srgbClr val="4D3A24"/>
                </a:solidFill>
                <a:latin typeface="Calibri"/>
              </a:rPr>
              <a:t>Advocacy and coordination require labor; automation must preserve trust and safety.</a:t>
            </a:r>
          </a:p>
        </p:txBody>
      </p:sp>
      <p:sp>
        <p:nvSpPr>
          <p:cNvPr id="87" name="Rounded Rectangle 51">
            <a:extLst>
              <a:ext uri="{FF2B5EF4-FFF2-40B4-BE49-F238E27FC236}">
                <a16:creationId xmlns:a16="http://schemas.microsoft.com/office/drawing/2014/main" id="{FB3A42A6-37A8-AD0A-CE3C-2EFFFE3E51E8}"/>
              </a:ext>
            </a:extLst>
          </p:cNvPr>
          <p:cNvSpPr/>
          <p:nvPr/>
        </p:nvSpPr>
        <p:spPr>
          <a:xfrm>
            <a:off x="6318504" y="4794904"/>
            <a:ext cx="310896" cy="310896"/>
          </a:xfrm>
          <a:prstGeom prst="roundRect">
            <a:avLst/>
          </a:prstGeom>
          <a:solidFill>
            <a:srgbClr val="F0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8" name="TextBox 87">
            <a:extLst>
              <a:ext uri="{FF2B5EF4-FFF2-40B4-BE49-F238E27FC236}">
                <a16:creationId xmlns:a16="http://schemas.microsoft.com/office/drawing/2014/main" id="{5207D2DF-B2BC-E961-ABE6-9765AE689547}"/>
              </a:ext>
            </a:extLst>
          </p:cNvPr>
          <p:cNvSpPr txBox="1"/>
          <p:nvPr/>
        </p:nvSpPr>
        <p:spPr>
          <a:xfrm>
            <a:off x="6318504" y="4794904"/>
            <a:ext cx="310896" cy="310896"/>
          </a:xfrm>
          <a:prstGeom prst="rect">
            <a:avLst/>
          </a:prstGeom>
          <a:noFill/>
        </p:spPr>
        <p:txBody>
          <a:bodyPr wrap="square" lIns="0" tIns="0" rIns="0" bIns="0" anchor="ctr">
            <a:noAutofit/>
          </a:bodyPr>
          <a:lstStyle/>
          <a:p>
            <a:pPr algn="ctr">
              <a:spcBef>
                <a:spcPts val="0"/>
              </a:spcBef>
              <a:spcAft>
                <a:spcPts val="0"/>
              </a:spcAft>
            </a:pPr>
            <a:r>
              <a:rPr lang="en-US" b="0" i="0">
                <a:solidFill>
                  <a:srgbClr val="B23A2E"/>
                </a:solidFill>
                <a:latin typeface="Calibri"/>
              </a:rPr>
              <a:t>🔒</a:t>
            </a:r>
          </a:p>
        </p:txBody>
      </p:sp>
      <p:sp>
        <p:nvSpPr>
          <p:cNvPr id="89" name="TextBox 88">
            <a:extLst>
              <a:ext uri="{FF2B5EF4-FFF2-40B4-BE49-F238E27FC236}">
                <a16:creationId xmlns:a16="http://schemas.microsoft.com/office/drawing/2014/main" id="{82EB7469-328A-B567-BCFE-7F9869BAB570}"/>
              </a:ext>
            </a:extLst>
          </p:cNvPr>
          <p:cNvSpPr txBox="1"/>
          <p:nvPr/>
        </p:nvSpPr>
        <p:spPr>
          <a:xfrm>
            <a:off x="6775704" y="4776616"/>
            <a:ext cx="5084064" cy="201168"/>
          </a:xfrm>
          <a:prstGeom prst="rect">
            <a:avLst/>
          </a:prstGeom>
          <a:noFill/>
        </p:spPr>
        <p:txBody>
          <a:bodyPr wrap="square" lIns="0" tIns="0" rIns="0" bIns="0" anchor="t">
            <a:noAutofit/>
          </a:bodyPr>
          <a:lstStyle/>
          <a:p>
            <a:pPr algn="l">
              <a:spcBef>
                <a:spcPts val="0"/>
              </a:spcBef>
              <a:spcAft>
                <a:spcPts val="0"/>
              </a:spcAft>
            </a:pPr>
            <a:r>
              <a:rPr lang="en-US" sz="1400" b="1" i="0">
                <a:solidFill>
                  <a:srgbClr val="231505"/>
                </a:solidFill>
                <a:latin typeface="Calibri"/>
              </a:rPr>
              <a:t>Privacy and regulation</a:t>
            </a:r>
          </a:p>
        </p:txBody>
      </p:sp>
      <p:sp>
        <p:nvSpPr>
          <p:cNvPr id="90" name="TextBox 89">
            <a:extLst>
              <a:ext uri="{FF2B5EF4-FFF2-40B4-BE49-F238E27FC236}">
                <a16:creationId xmlns:a16="http://schemas.microsoft.com/office/drawing/2014/main" id="{3BCB0F7D-63E6-BD82-1E3C-BF64ECD25011}"/>
              </a:ext>
            </a:extLst>
          </p:cNvPr>
          <p:cNvSpPr txBox="1"/>
          <p:nvPr/>
        </p:nvSpPr>
        <p:spPr>
          <a:xfrm>
            <a:off x="6775704" y="4977784"/>
            <a:ext cx="5084064" cy="548640"/>
          </a:xfrm>
          <a:prstGeom prst="rect">
            <a:avLst/>
          </a:prstGeom>
          <a:noFill/>
        </p:spPr>
        <p:txBody>
          <a:bodyPr wrap="square" lIns="0" tIns="0" rIns="0" bIns="0" anchor="t">
            <a:noAutofit/>
          </a:bodyPr>
          <a:lstStyle/>
          <a:p>
            <a:pPr algn="l">
              <a:lnSpc>
                <a:spcPct val="120000"/>
              </a:lnSpc>
              <a:spcBef>
                <a:spcPts val="0"/>
              </a:spcBef>
              <a:spcAft>
                <a:spcPts val="0"/>
              </a:spcAft>
            </a:pPr>
            <a:r>
              <a:rPr lang="en-US" sz="1200" b="0" i="0">
                <a:solidFill>
                  <a:srgbClr val="4D3A24"/>
                </a:solidFill>
                <a:latin typeface="Calibri"/>
              </a:rPr>
              <a:t>PHI use, clinical claims and algorithmic safety raise diligence requirements.</a:t>
            </a:r>
          </a:p>
        </p:txBody>
      </p:sp>
      <p:sp>
        <p:nvSpPr>
          <p:cNvPr id="91" name="Rounded Rectangle 55">
            <a:extLst>
              <a:ext uri="{FF2B5EF4-FFF2-40B4-BE49-F238E27FC236}">
                <a16:creationId xmlns:a16="http://schemas.microsoft.com/office/drawing/2014/main" id="{3695287E-B558-C039-E79E-D8D552722FF7}"/>
              </a:ext>
            </a:extLst>
          </p:cNvPr>
          <p:cNvSpPr/>
          <p:nvPr/>
        </p:nvSpPr>
        <p:spPr>
          <a:xfrm>
            <a:off x="6318504" y="5559342"/>
            <a:ext cx="310896" cy="310896"/>
          </a:xfrm>
          <a:prstGeom prst="roundRect">
            <a:avLst/>
          </a:prstGeom>
          <a:solidFill>
            <a:srgbClr val="F0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93" name="TextBox 92">
            <a:extLst>
              <a:ext uri="{FF2B5EF4-FFF2-40B4-BE49-F238E27FC236}">
                <a16:creationId xmlns:a16="http://schemas.microsoft.com/office/drawing/2014/main" id="{D8038999-ED48-F7E6-97A0-DA30DB9262D5}"/>
              </a:ext>
            </a:extLst>
          </p:cNvPr>
          <p:cNvSpPr txBox="1"/>
          <p:nvPr/>
        </p:nvSpPr>
        <p:spPr>
          <a:xfrm>
            <a:off x="6318504" y="5559342"/>
            <a:ext cx="310896" cy="310896"/>
          </a:xfrm>
          <a:prstGeom prst="rect">
            <a:avLst/>
          </a:prstGeom>
          <a:noFill/>
        </p:spPr>
        <p:txBody>
          <a:bodyPr wrap="square" lIns="0" tIns="0" rIns="0" bIns="0" anchor="ctr">
            <a:noAutofit/>
          </a:bodyPr>
          <a:lstStyle/>
          <a:p>
            <a:pPr algn="ctr">
              <a:spcBef>
                <a:spcPts val="0"/>
              </a:spcBef>
              <a:spcAft>
                <a:spcPts val="0"/>
              </a:spcAft>
            </a:pPr>
            <a:r>
              <a:rPr lang="en-US" b="0" i="0">
                <a:solidFill>
                  <a:srgbClr val="B23A2E"/>
                </a:solidFill>
                <a:latin typeface="Calibri"/>
              </a:rPr>
              <a:t>Y</a:t>
            </a:r>
          </a:p>
        </p:txBody>
      </p:sp>
      <p:sp>
        <p:nvSpPr>
          <p:cNvPr id="94" name="TextBox 93">
            <a:extLst>
              <a:ext uri="{FF2B5EF4-FFF2-40B4-BE49-F238E27FC236}">
                <a16:creationId xmlns:a16="http://schemas.microsoft.com/office/drawing/2014/main" id="{7BA92269-4015-97C6-E934-428B00D6C93E}"/>
              </a:ext>
            </a:extLst>
          </p:cNvPr>
          <p:cNvSpPr txBox="1"/>
          <p:nvPr/>
        </p:nvSpPr>
        <p:spPr>
          <a:xfrm>
            <a:off x="6775704" y="5541054"/>
            <a:ext cx="5084064" cy="201168"/>
          </a:xfrm>
          <a:prstGeom prst="rect">
            <a:avLst/>
          </a:prstGeom>
          <a:noFill/>
        </p:spPr>
        <p:txBody>
          <a:bodyPr wrap="square" lIns="0" tIns="0" rIns="0" bIns="0" anchor="t">
            <a:noAutofit/>
          </a:bodyPr>
          <a:lstStyle/>
          <a:p>
            <a:pPr algn="l">
              <a:spcBef>
                <a:spcPts val="0"/>
              </a:spcBef>
              <a:spcAft>
                <a:spcPts val="0"/>
              </a:spcAft>
            </a:pPr>
            <a:r>
              <a:rPr lang="en-US" sz="1400" b="1" i="0">
                <a:solidFill>
                  <a:srgbClr val="231505"/>
                </a:solidFill>
                <a:latin typeface="Calibri"/>
              </a:rPr>
              <a:t>Scale advantage</a:t>
            </a:r>
          </a:p>
        </p:txBody>
      </p:sp>
      <p:sp>
        <p:nvSpPr>
          <p:cNvPr id="95" name="TextBox 94">
            <a:extLst>
              <a:ext uri="{FF2B5EF4-FFF2-40B4-BE49-F238E27FC236}">
                <a16:creationId xmlns:a16="http://schemas.microsoft.com/office/drawing/2014/main" id="{26FE7556-82C2-9643-8D1A-01130AC3E9D7}"/>
              </a:ext>
            </a:extLst>
          </p:cNvPr>
          <p:cNvSpPr txBox="1"/>
          <p:nvPr/>
        </p:nvSpPr>
        <p:spPr>
          <a:xfrm>
            <a:off x="6775704" y="5742222"/>
            <a:ext cx="5084064" cy="548640"/>
          </a:xfrm>
          <a:prstGeom prst="rect">
            <a:avLst/>
          </a:prstGeom>
          <a:noFill/>
        </p:spPr>
        <p:txBody>
          <a:bodyPr wrap="square" lIns="0" tIns="0" rIns="0" bIns="0" anchor="t">
            <a:noAutofit/>
          </a:bodyPr>
          <a:lstStyle/>
          <a:p>
            <a:pPr algn="l">
              <a:lnSpc>
                <a:spcPct val="120000"/>
              </a:lnSpc>
              <a:spcBef>
                <a:spcPts val="0"/>
              </a:spcBef>
              <a:spcAft>
                <a:spcPts val="0"/>
              </a:spcAft>
            </a:pPr>
            <a:r>
              <a:rPr lang="en-US" sz="1200" b="0" i="0">
                <a:solidFill>
                  <a:srgbClr val="4D3A24"/>
                </a:solidFill>
                <a:latin typeface="Calibri"/>
              </a:rPr>
              <a:t>Delivering higher-value capabilities well requires data, clinical governance and cost that favor scaled platforms, consolidating the market around a few winners.</a:t>
            </a:r>
          </a:p>
        </p:txBody>
      </p:sp>
    </p:spTree>
    <p:extLst>
      <p:ext uri="{BB962C8B-B14F-4D97-AF65-F5344CB8AC3E}">
        <p14:creationId xmlns:p14="http://schemas.microsoft.com/office/powerpoint/2010/main" val="65012166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FCAA5-25F5-D54D-B2CC-00C1E9F99380}"/>
            </a:ext>
          </a:extLst>
        </p:cNvPr>
        <p:cNvGrpSpPr/>
        <p:nvPr/>
      </p:nvGrpSpPr>
      <p:grpSpPr>
        <a:xfrm>
          <a:off x="0" y="0"/>
          <a:ext cx="0" cy="0"/>
          <a:chOff x="0" y="0"/>
          <a:chExt cx="0" cy="0"/>
        </a:xfrm>
      </p:grpSpPr>
      <p:sp>
        <p:nvSpPr>
          <p:cNvPr id="48" name="Title 47">
            <a:extLst>
              <a:ext uri="{FF2B5EF4-FFF2-40B4-BE49-F238E27FC236}">
                <a16:creationId xmlns:a16="http://schemas.microsoft.com/office/drawing/2014/main" id="{EF6099BE-3CB3-5AB5-0224-FCF9B82ADCE3}"/>
              </a:ext>
            </a:extLst>
          </p:cNvPr>
          <p:cNvSpPr>
            <a:spLocks noGrp="1"/>
          </p:cNvSpPr>
          <p:nvPr>
            <p:ph type="title"/>
          </p:nvPr>
        </p:nvSpPr>
        <p:spPr>
          <a:xfrm>
            <a:off x="378135" y="506431"/>
            <a:ext cx="11560436" cy="364766"/>
          </a:xfrm>
        </p:spPr>
        <p:txBody>
          <a:bodyPr anchor="ctr"/>
          <a:lstStyle/>
          <a:p>
            <a:r>
              <a:rPr lang="en-US">
                <a:latin typeface="Open Sans Light" panose="020B0306030504020204" pitchFamily="34" charset="0"/>
                <a:ea typeface="Open Sans Light" panose="020B0306030504020204" pitchFamily="34" charset="0"/>
                <a:cs typeface="Open Sans Light" panose="020B0306030504020204" pitchFamily="34" charset="0"/>
              </a:rPr>
              <a:t>Care Navigator Archetypes</a:t>
            </a:r>
          </a:p>
        </p:txBody>
      </p:sp>
      <p:sp>
        <p:nvSpPr>
          <p:cNvPr id="49" name="Text Placeholder 48">
            <a:extLst>
              <a:ext uri="{FF2B5EF4-FFF2-40B4-BE49-F238E27FC236}">
                <a16:creationId xmlns:a16="http://schemas.microsoft.com/office/drawing/2014/main" id="{563826C1-0C53-78FF-22D1-9286603EF9F5}"/>
              </a:ext>
            </a:extLst>
          </p:cNvPr>
          <p:cNvSpPr>
            <a:spLocks noGrp="1"/>
          </p:cNvSpPr>
          <p:nvPr>
            <p:ph type="body" sz="quarter" idx="15"/>
          </p:nvPr>
        </p:nvSpPr>
        <p:spPr/>
        <p:txBody>
          <a:bodyPr/>
          <a:lstStyle/>
          <a:p>
            <a:r>
              <a:rPr lang="en-US">
                <a:latin typeface="Open Sans Light" panose="020B0306030504020204" pitchFamily="34" charset="0"/>
                <a:ea typeface="Open Sans Light" panose="020B0306030504020204" pitchFamily="34" charset="0"/>
                <a:cs typeface="Open Sans Light" panose="020B0306030504020204" pitchFamily="34" charset="0"/>
              </a:rPr>
              <a:t>5. Competitive Landscape &amp; Capability Map</a:t>
            </a:r>
          </a:p>
        </p:txBody>
      </p:sp>
      <p:cxnSp>
        <p:nvCxnSpPr>
          <p:cNvPr id="51" name="Straight Connector 50">
            <a:extLst>
              <a:ext uri="{FF2B5EF4-FFF2-40B4-BE49-F238E27FC236}">
                <a16:creationId xmlns:a16="http://schemas.microsoft.com/office/drawing/2014/main" id="{24E7D9FE-F89E-2F9D-6785-8A7BE5B2505E}"/>
              </a:ext>
            </a:extLst>
          </p:cNvPr>
          <p:cNvCxnSpPr>
            <a:cxnSpLocks/>
          </p:cNvCxnSpPr>
          <p:nvPr/>
        </p:nvCxnSpPr>
        <p:spPr>
          <a:xfrm>
            <a:off x="384490" y="421894"/>
            <a:ext cx="1137684" cy="0"/>
          </a:xfrm>
          <a:prstGeom prst="line">
            <a:avLst/>
          </a:prstGeom>
          <a:ln w="60325">
            <a:solidFill>
              <a:schemeClr val="accent4">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32" name="Rounded Rectangle 5">
            <a:extLst>
              <a:ext uri="{FF2B5EF4-FFF2-40B4-BE49-F238E27FC236}">
                <a16:creationId xmlns:a16="http://schemas.microsoft.com/office/drawing/2014/main" id="{43705305-7796-5A2D-88E5-93CC2B937A2D}"/>
              </a:ext>
            </a:extLst>
          </p:cNvPr>
          <p:cNvSpPr/>
          <p:nvPr/>
        </p:nvSpPr>
        <p:spPr>
          <a:xfrm>
            <a:off x="374325" y="1241116"/>
            <a:ext cx="11488492" cy="790956"/>
          </a:xfrm>
          <a:prstGeom prst="roundRect">
            <a:avLst/>
          </a:prstGeom>
          <a:solidFill>
            <a:srgbClr val="FFFDF8"/>
          </a:solidFill>
          <a:ln w="12700">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134" name="Oval 133">
            <a:extLst>
              <a:ext uri="{FF2B5EF4-FFF2-40B4-BE49-F238E27FC236}">
                <a16:creationId xmlns:a16="http://schemas.microsoft.com/office/drawing/2014/main" id="{F4C378DC-713F-2131-2CDE-DE4E2C248ADC}"/>
              </a:ext>
            </a:extLst>
          </p:cNvPr>
          <p:cNvSpPr/>
          <p:nvPr/>
        </p:nvSpPr>
        <p:spPr>
          <a:xfrm>
            <a:off x="473020" y="1508578"/>
            <a:ext cx="256032" cy="256032"/>
          </a:xfrm>
          <a:prstGeom prst="ellipse">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100" b="1">
                <a:solidFill>
                  <a:srgbClr val="FFFFFF"/>
                </a:solidFill>
                <a:latin typeface="Calibri"/>
              </a:rPr>
              <a:t>1</a:t>
            </a:r>
          </a:p>
        </p:txBody>
      </p:sp>
      <p:sp>
        <p:nvSpPr>
          <p:cNvPr id="136" name="TextBox 135">
            <a:extLst>
              <a:ext uri="{FF2B5EF4-FFF2-40B4-BE49-F238E27FC236}">
                <a16:creationId xmlns:a16="http://schemas.microsoft.com/office/drawing/2014/main" id="{3F48CEB8-C933-074D-E207-643EDF70A074}"/>
              </a:ext>
            </a:extLst>
          </p:cNvPr>
          <p:cNvSpPr txBox="1"/>
          <p:nvPr/>
        </p:nvSpPr>
        <p:spPr>
          <a:xfrm>
            <a:off x="834260" y="1369132"/>
            <a:ext cx="5943600" cy="182880"/>
          </a:xfrm>
          <a:prstGeom prst="rect">
            <a:avLst/>
          </a:prstGeom>
          <a:noFill/>
        </p:spPr>
        <p:txBody>
          <a:bodyPr wrap="square" lIns="0" tIns="0" rIns="0" bIns="0" anchor="ctr">
            <a:noAutofit/>
          </a:bodyPr>
          <a:lstStyle/>
          <a:p>
            <a:pPr algn="l">
              <a:spcBef>
                <a:spcPts val="0"/>
              </a:spcBef>
              <a:spcAft>
                <a:spcPts val="0"/>
              </a:spcAft>
            </a:pPr>
            <a:r>
              <a:rPr lang="en-US" sz="1400" b="1" i="0">
                <a:solidFill>
                  <a:srgbClr val="231505"/>
                </a:solidFill>
                <a:latin typeface="Calibri"/>
              </a:rPr>
              <a:t>Plan-Integrated Navigation</a:t>
            </a:r>
          </a:p>
        </p:txBody>
      </p:sp>
      <p:sp>
        <p:nvSpPr>
          <p:cNvPr id="138" name="TextBox 137">
            <a:extLst>
              <a:ext uri="{FF2B5EF4-FFF2-40B4-BE49-F238E27FC236}">
                <a16:creationId xmlns:a16="http://schemas.microsoft.com/office/drawing/2014/main" id="{15F73948-26AE-78A4-5F92-16BCE609E33D}"/>
              </a:ext>
            </a:extLst>
          </p:cNvPr>
          <p:cNvSpPr txBox="1"/>
          <p:nvPr/>
        </p:nvSpPr>
        <p:spPr>
          <a:xfrm>
            <a:off x="834260" y="1570300"/>
            <a:ext cx="6660940" cy="370332"/>
          </a:xfrm>
          <a:prstGeom prst="rect">
            <a:avLst/>
          </a:prstGeom>
          <a:noFill/>
        </p:spPr>
        <p:txBody>
          <a:bodyPr wrap="square" lIns="0" tIns="0" rIns="0" bIns="0" anchor="t">
            <a:noAutofit/>
          </a:bodyPr>
          <a:lstStyle/>
          <a:p>
            <a:pPr algn="l">
              <a:lnSpc>
                <a:spcPct val="115000"/>
              </a:lnSpc>
              <a:spcBef>
                <a:spcPts val="0"/>
              </a:spcBef>
              <a:spcAft>
                <a:spcPts val="0"/>
              </a:spcAft>
            </a:pPr>
            <a:r>
              <a:rPr lang="en-US" sz="1200" b="0" i="0">
                <a:solidFill>
                  <a:srgbClr val="4D3A24"/>
                </a:solidFill>
                <a:latin typeface="Calibri"/>
              </a:rPr>
              <a:t>Baseline navigation embedded in the carrier or TPA relationship, rather than bought as a separate solution. The largest incumbent category, and the source of the “do not double pay” constraint.</a:t>
            </a:r>
          </a:p>
        </p:txBody>
      </p:sp>
      <p:sp>
        <p:nvSpPr>
          <p:cNvPr id="140" name="Rounded Rectangle 9">
            <a:extLst>
              <a:ext uri="{FF2B5EF4-FFF2-40B4-BE49-F238E27FC236}">
                <a16:creationId xmlns:a16="http://schemas.microsoft.com/office/drawing/2014/main" id="{BB2A4A76-EEBC-7554-8843-F3292AEDBE3C}"/>
              </a:ext>
            </a:extLst>
          </p:cNvPr>
          <p:cNvSpPr/>
          <p:nvPr/>
        </p:nvSpPr>
        <p:spPr>
          <a:xfrm>
            <a:off x="10455250" y="1407994"/>
            <a:ext cx="1313078" cy="201168"/>
          </a:xfrm>
          <a:prstGeom prst="roundRect">
            <a:avLst>
              <a:gd name="adj" fmla="val 50000"/>
            </a:avLst>
          </a:prstGeom>
          <a:solidFill>
            <a:srgbClr val="F2ECD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100" b="0">
                <a:solidFill>
                  <a:srgbClr val="231505"/>
                </a:solidFill>
                <a:latin typeface="Calibri"/>
              </a:rPr>
              <a:t>Evernorth / Cigna</a:t>
            </a:r>
          </a:p>
        </p:txBody>
      </p:sp>
      <p:sp>
        <p:nvSpPr>
          <p:cNvPr id="142" name="Rounded Rectangle 10">
            <a:extLst>
              <a:ext uri="{FF2B5EF4-FFF2-40B4-BE49-F238E27FC236}">
                <a16:creationId xmlns:a16="http://schemas.microsoft.com/office/drawing/2014/main" id="{5443C423-423F-D2B5-F4C2-A1511DE6824B}"/>
              </a:ext>
            </a:extLst>
          </p:cNvPr>
          <p:cNvSpPr/>
          <p:nvPr/>
        </p:nvSpPr>
        <p:spPr>
          <a:xfrm>
            <a:off x="9423807" y="1407994"/>
            <a:ext cx="940003" cy="201168"/>
          </a:xfrm>
          <a:prstGeom prst="roundRect">
            <a:avLst>
              <a:gd name="adj" fmla="val 50000"/>
            </a:avLst>
          </a:prstGeom>
          <a:solidFill>
            <a:srgbClr val="F2ECD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100" b="0">
                <a:solidFill>
                  <a:srgbClr val="231505"/>
                </a:solidFill>
                <a:latin typeface="Calibri"/>
              </a:rPr>
              <a:t>Aetna / CVS</a:t>
            </a:r>
          </a:p>
        </p:txBody>
      </p:sp>
      <p:sp>
        <p:nvSpPr>
          <p:cNvPr id="144" name="Rounded Rectangle 11">
            <a:extLst>
              <a:ext uri="{FF2B5EF4-FFF2-40B4-BE49-F238E27FC236}">
                <a16:creationId xmlns:a16="http://schemas.microsoft.com/office/drawing/2014/main" id="{249F90EF-A922-F85F-9F83-613A4BA018DE}"/>
              </a:ext>
            </a:extLst>
          </p:cNvPr>
          <p:cNvSpPr/>
          <p:nvPr/>
        </p:nvSpPr>
        <p:spPr>
          <a:xfrm>
            <a:off x="7584035" y="1407994"/>
            <a:ext cx="1748332" cy="201168"/>
          </a:xfrm>
          <a:prstGeom prst="roundRect">
            <a:avLst>
              <a:gd name="adj" fmla="val 50000"/>
            </a:avLst>
          </a:prstGeom>
          <a:solidFill>
            <a:srgbClr val="F2ECD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100" b="0">
                <a:solidFill>
                  <a:srgbClr val="231505"/>
                </a:solidFill>
                <a:latin typeface="Calibri"/>
              </a:rPr>
              <a:t>Optum / UnitedHealthcare</a:t>
            </a:r>
          </a:p>
        </p:txBody>
      </p:sp>
      <p:sp>
        <p:nvSpPr>
          <p:cNvPr id="146" name="Rounded Rectangle 12">
            <a:extLst>
              <a:ext uri="{FF2B5EF4-FFF2-40B4-BE49-F238E27FC236}">
                <a16:creationId xmlns:a16="http://schemas.microsoft.com/office/drawing/2014/main" id="{592E81BF-F95F-900E-45F1-70566C72D18D}"/>
              </a:ext>
            </a:extLst>
          </p:cNvPr>
          <p:cNvSpPr/>
          <p:nvPr/>
        </p:nvSpPr>
        <p:spPr>
          <a:xfrm>
            <a:off x="9771279" y="1664026"/>
            <a:ext cx="1997049" cy="201168"/>
          </a:xfrm>
          <a:prstGeom prst="roundRect">
            <a:avLst>
              <a:gd name="adj" fmla="val 50000"/>
            </a:avLst>
          </a:prstGeom>
          <a:solidFill>
            <a:srgbClr val="F2ECD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100" b="0">
                <a:solidFill>
                  <a:srgbClr val="231505"/>
                </a:solidFill>
                <a:latin typeface="Calibri"/>
              </a:rPr>
              <a:t>Blue Cross Blue Shield plans</a:t>
            </a:r>
          </a:p>
        </p:txBody>
      </p:sp>
      <p:sp>
        <p:nvSpPr>
          <p:cNvPr id="148" name="Rounded Rectangle 13">
            <a:extLst>
              <a:ext uri="{FF2B5EF4-FFF2-40B4-BE49-F238E27FC236}">
                <a16:creationId xmlns:a16="http://schemas.microsoft.com/office/drawing/2014/main" id="{63E51395-F433-E3F8-EE3F-141B5A18FEC8}"/>
              </a:ext>
            </a:extLst>
          </p:cNvPr>
          <p:cNvSpPr/>
          <p:nvPr/>
        </p:nvSpPr>
        <p:spPr>
          <a:xfrm>
            <a:off x="374325" y="2182948"/>
            <a:ext cx="11488492" cy="790956"/>
          </a:xfrm>
          <a:prstGeom prst="roundRect">
            <a:avLst/>
          </a:prstGeom>
          <a:solidFill>
            <a:srgbClr val="FFFDF8"/>
          </a:solidFill>
          <a:ln w="12700">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150" name="Oval 149">
            <a:extLst>
              <a:ext uri="{FF2B5EF4-FFF2-40B4-BE49-F238E27FC236}">
                <a16:creationId xmlns:a16="http://schemas.microsoft.com/office/drawing/2014/main" id="{328CE406-D600-A838-A3A3-F7878346792A}"/>
              </a:ext>
            </a:extLst>
          </p:cNvPr>
          <p:cNvSpPr/>
          <p:nvPr/>
        </p:nvSpPr>
        <p:spPr>
          <a:xfrm>
            <a:off x="473020" y="2450410"/>
            <a:ext cx="256032" cy="256032"/>
          </a:xfrm>
          <a:prstGeom prst="ellipse">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100" b="1">
                <a:solidFill>
                  <a:srgbClr val="FFFFFF"/>
                </a:solidFill>
                <a:latin typeface="Calibri"/>
              </a:rPr>
              <a:t>2</a:t>
            </a:r>
          </a:p>
        </p:txBody>
      </p:sp>
      <p:sp>
        <p:nvSpPr>
          <p:cNvPr id="152" name="TextBox 151">
            <a:extLst>
              <a:ext uri="{FF2B5EF4-FFF2-40B4-BE49-F238E27FC236}">
                <a16:creationId xmlns:a16="http://schemas.microsoft.com/office/drawing/2014/main" id="{60568034-A51D-0679-4211-65F5B8A3BEF1}"/>
              </a:ext>
            </a:extLst>
          </p:cNvPr>
          <p:cNvSpPr txBox="1"/>
          <p:nvPr/>
        </p:nvSpPr>
        <p:spPr>
          <a:xfrm>
            <a:off x="834260" y="2310964"/>
            <a:ext cx="5943600" cy="182880"/>
          </a:xfrm>
          <a:prstGeom prst="rect">
            <a:avLst/>
          </a:prstGeom>
          <a:noFill/>
        </p:spPr>
        <p:txBody>
          <a:bodyPr wrap="square" lIns="0" tIns="0" rIns="0" bIns="0" anchor="ctr">
            <a:noAutofit/>
          </a:bodyPr>
          <a:lstStyle/>
          <a:p>
            <a:pPr algn="l">
              <a:spcBef>
                <a:spcPts val="0"/>
              </a:spcBef>
              <a:spcAft>
                <a:spcPts val="0"/>
              </a:spcAft>
            </a:pPr>
            <a:r>
              <a:rPr lang="en-US" sz="1400" b="1" i="0">
                <a:solidFill>
                  <a:srgbClr val="231505"/>
                </a:solidFill>
                <a:latin typeface="Calibri"/>
              </a:rPr>
              <a:t>Care Navigation: Front Doors</a:t>
            </a:r>
          </a:p>
        </p:txBody>
      </p:sp>
      <p:sp>
        <p:nvSpPr>
          <p:cNvPr id="154" name="TextBox 153">
            <a:extLst>
              <a:ext uri="{FF2B5EF4-FFF2-40B4-BE49-F238E27FC236}">
                <a16:creationId xmlns:a16="http://schemas.microsoft.com/office/drawing/2014/main" id="{AEB2FD09-6672-F817-B0DD-3879EC43D4C0}"/>
              </a:ext>
            </a:extLst>
          </p:cNvPr>
          <p:cNvSpPr txBox="1"/>
          <p:nvPr/>
        </p:nvSpPr>
        <p:spPr>
          <a:xfrm>
            <a:off x="834260" y="2512132"/>
            <a:ext cx="6660940" cy="370332"/>
          </a:xfrm>
          <a:prstGeom prst="rect">
            <a:avLst/>
          </a:prstGeom>
          <a:noFill/>
        </p:spPr>
        <p:txBody>
          <a:bodyPr wrap="square" lIns="0" tIns="0" rIns="0" bIns="0" anchor="t">
            <a:noAutofit/>
          </a:bodyPr>
          <a:lstStyle/>
          <a:p>
            <a:pPr algn="l">
              <a:lnSpc>
                <a:spcPct val="115000"/>
              </a:lnSpc>
              <a:spcBef>
                <a:spcPts val="0"/>
              </a:spcBef>
              <a:spcAft>
                <a:spcPts val="0"/>
              </a:spcAft>
            </a:pPr>
            <a:r>
              <a:rPr lang="en-US" sz="1200" b="0" i="0">
                <a:solidFill>
                  <a:srgbClr val="4D3A24"/>
                </a:solidFill>
                <a:latin typeface="Calibri"/>
              </a:rPr>
              <a:t>Benefits and claims support, find-and-schedule, provider steerage, and care coordination. Leading players also add virtual care and condition support. Sold PMPM and measured on employer ROI.</a:t>
            </a:r>
          </a:p>
        </p:txBody>
      </p:sp>
      <p:sp>
        <p:nvSpPr>
          <p:cNvPr id="156" name="Rounded Rectangle 17">
            <a:extLst>
              <a:ext uri="{FF2B5EF4-FFF2-40B4-BE49-F238E27FC236}">
                <a16:creationId xmlns:a16="http://schemas.microsoft.com/office/drawing/2014/main" id="{83716FA6-F375-D562-14FC-4531DB272F30}"/>
              </a:ext>
            </a:extLst>
          </p:cNvPr>
          <p:cNvSpPr/>
          <p:nvPr/>
        </p:nvSpPr>
        <p:spPr>
          <a:xfrm>
            <a:off x="10460406" y="2638678"/>
            <a:ext cx="1250899" cy="201168"/>
          </a:xfrm>
          <a:prstGeom prst="roundRect">
            <a:avLst>
              <a:gd name="adj" fmla="val 50000"/>
            </a:avLst>
          </a:prstGeom>
          <a:solidFill>
            <a:srgbClr val="F2ECD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100" b="0">
                <a:solidFill>
                  <a:srgbClr val="231505"/>
                </a:solidFill>
                <a:latin typeface="Calibri"/>
              </a:rPr>
              <a:t>Personify Health</a:t>
            </a:r>
          </a:p>
        </p:txBody>
      </p:sp>
      <p:sp>
        <p:nvSpPr>
          <p:cNvPr id="158" name="Rounded Rectangle 18">
            <a:extLst>
              <a:ext uri="{FF2B5EF4-FFF2-40B4-BE49-F238E27FC236}">
                <a16:creationId xmlns:a16="http://schemas.microsoft.com/office/drawing/2014/main" id="{3EA54881-0A34-C1F9-33D9-5D377265774F}"/>
              </a:ext>
            </a:extLst>
          </p:cNvPr>
          <p:cNvSpPr/>
          <p:nvPr/>
        </p:nvSpPr>
        <p:spPr>
          <a:xfrm>
            <a:off x="9242426" y="2638678"/>
            <a:ext cx="1126540" cy="201168"/>
          </a:xfrm>
          <a:prstGeom prst="roundRect">
            <a:avLst>
              <a:gd name="adj" fmla="val 50000"/>
            </a:avLst>
          </a:prstGeom>
          <a:solidFill>
            <a:srgbClr val="F2ECD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100" b="0">
                <a:solidFill>
                  <a:srgbClr val="231505"/>
                </a:solidFill>
                <a:latin typeface="Calibri"/>
              </a:rPr>
              <a:t>Quantum Health</a:t>
            </a:r>
          </a:p>
        </p:txBody>
      </p:sp>
      <p:sp>
        <p:nvSpPr>
          <p:cNvPr id="160" name="Rounded Rectangle 19">
            <a:extLst>
              <a:ext uri="{FF2B5EF4-FFF2-40B4-BE49-F238E27FC236}">
                <a16:creationId xmlns:a16="http://schemas.microsoft.com/office/drawing/2014/main" id="{393A0429-C951-352C-0944-ECBE868D547F}"/>
              </a:ext>
            </a:extLst>
          </p:cNvPr>
          <p:cNvSpPr/>
          <p:nvPr/>
        </p:nvSpPr>
        <p:spPr>
          <a:xfrm>
            <a:off x="10211689" y="2301407"/>
            <a:ext cx="1499616" cy="201168"/>
          </a:xfrm>
          <a:prstGeom prst="roundRect">
            <a:avLst>
              <a:gd name="adj" fmla="val 50000"/>
            </a:avLst>
          </a:prstGeom>
          <a:solidFill>
            <a:srgbClr val="F2ECD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100" b="0" err="1">
                <a:solidFill>
                  <a:srgbClr val="231505"/>
                </a:solidFill>
                <a:latin typeface="Calibri"/>
              </a:rPr>
              <a:t>Transcarent</a:t>
            </a:r>
            <a:r>
              <a:rPr lang="en-US" sz="1100" b="0">
                <a:solidFill>
                  <a:srgbClr val="231505"/>
                </a:solidFill>
                <a:latin typeface="Calibri"/>
              </a:rPr>
              <a:t>-Accolade</a:t>
            </a:r>
          </a:p>
        </p:txBody>
      </p:sp>
      <p:sp>
        <p:nvSpPr>
          <p:cNvPr id="162" name="Rounded Rectangle 20">
            <a:extLst>
              <a:ext uri="{FF2B5EF4-FFF2-40B4-BE49-F238E27FC236}">
                <a16:creationId xmlns:a16="http://schemas.microsoft.com/office/drawing/2014/main" id="{62C52954-7350-8552-10EF-6FDC1BBC2026}"/>
              </a:ext>
            </a:extLst>
          </p:cNvPr>
          <p:cNvSpPr/>
          <p:nvPr/>
        </p:nvSpPr>
        <p:spPr>
          <a:xfrm>
            <a:off x="8931529" y="2301407"/>
            <a:ext cx="1188720" cy="201168"/>
          </a:xfrm>
          <a:prstGeom prst="roundRect">
            <a:avLst>
              <a:gd name="adj" fmla="val 50000"/>
            </a:avLst>
          </a:prstGeom>
          <a:solidFill>
            <a:srgbClr val="F2ECD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100" b="0">
                <a:solidFill>
                  <a:srgbClr val="231505"/>
                </a:solidFill>
                <a:latin typeface="Calibri"/>
              </a:rPr>
              <a:t>Included Health</a:t>
            </a:r>
          </a:p>
        </p:txBody>
      </p:sp>
      <p:sp>
        <p:nvSpPr>
          <p:cNvPr id="164" name="Rounded Rectangle 21">
            <a:extLst>
              <a:ext uri="{FF2B5EF4-FFF2-40B4-BE49-F238E27FC236}">
                <a16:creationId xmlns:a16="http://schemas.microsoft.com/office/drawing/2014/main" id="{CFE7772F-8BAE-290E-EC0E-D28FD2EB13AF}"/>
              </a:ext>
            </a:extLst>
          </p:cNvPr>
          <p:cNvSpPr/>
          <p:nvPr/>
        </p:nvSpPr>
        <p:spPr>
          <a:xfrm>
            <a:off x="374325" y="3124780"/>
            <a:ext cx="11488492" cy="790956"/>
          </a:xfrm>
          <a:prstGeom prst="roundRect">
            <a:avLst/>
          </a:prstGeom>
          <a:solidFill>
            <a:srgbClr val="FFFDF8"/>
          </a:solidFill>
          <a:ln w="12700">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166" name="Oval 165">
            <a:extLst>
              <a:ext uri="{FF2B5EF4-FFF2-40B4-BE49-F238E27FC236}">
                <a16:creationId xmlns:a16="http://schemas.microsoft.com/office/drawing/2014/main" id="{B64DD309-C64D-7617-7880-1B62BCEFACF5}"/>
              </a:ext>
            </a:extLst>
          </p:cNvPr>
          <p:cNvSpPr/>
          <p:nvPr/>
        </p:nvSpPr>
        <p:spPr>
          <a:xfrm>
            <a:off x="473020" y="3392242"/>
            <a:ext cx="256032" cy="256032"/>
          </a:xfrm>
          <a:prstGeom prst="ellipse">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100" b="1">
                <a:solidFill>
                  <a:srgbClr val="FFFFFF"/>
                </a:solidFill>
                <a:latin typeface="Calibri"/>
              </a:rPr>
              <a:t>3</a:t>
            </a:r>
          </a:p>
        </p:txBody>
      </p:sp>
      <p:sp>
        <p:nvSpPr>
          <p:cNvPr id="168" name="TextBox 167">
            <a:extLst>
              <a:ext uri="{FF2B5EF4-FFF2-40B4-BE49-F238E27FC236}">
                <a16:creationId xmlns:a16="http://schemas.microsoft.com/office/drawing/2014/main" id="{9294A153-940B-4B4D-74CD-6E73825E5827}"/>
              </a:ext>
            </a:extLst>
          </p:cNvPr>
          <p:cNvSpPr txBox="1"/>
          <p:nvPr/>
        </p:nvSpPr>
        <p:spPr>
          <a:xfrm>
            <a:off x="834260" y="3252796"/>
            <a:ext cx="5943600" cy="182880"/>
          </a:xfrm>
          <a:prstGeom prst="rect">
            <a:avLst/>
          </a:prstGeom>
          <a:noFill/>
        </p:spPr>
        <p:txBody>
          <a:bodyPr wrap="square" lIns="0" tIns="0" rIns="0" bIns="0" anchor="ctr">
            <a:noAutofit/>
          </a:bodyPr>
          <a:lstStyle/>
          <a:p>
            <a:pPr algn="l">
              <a:spcBef>
                <a:spcPts val="0"/>
              </a:spcBef>
              <a:spcAft>
                <a:spcPts val="0"/>
              </a:spcAft>
            </a:pPr>
            <a:r>
              <a:rPr lang="en-US" sz="1400" b="1" i="0">
                <a:solidFill>
                  <a:srgbClr val="231505"/>
                </a:solidFill>
                <a:latin typeface="Calibri"/>
              </a:rPr>
              <a:t>Specialty Networks / Centers of Excellence</a:t>
            </a:r>
          </a:p>
        </p:txBody>
      </p:sp>
      <p:sp>
        <p:nvSpPr>
          <p:cNvPr id="170" name="TextBox 169">
            <a:extLst>
              <a:ext uri="{FF2B5EF4-FFF2-40B4-BE49-F238E27FC236}">
                <a16:creationId xmlns:a16="http://schemas.microsoft.com/office/drawing/2014/main" id="{0017908F-A4E6-E809-FFDD-49405E616204}"/>
              </a:ext>
            </a:extLst>
          </p:cNvPr>
          <p:cNvSpPr txBox="1"/>
          <p:nvPr/>
        </p:nvSpPr>
        <p:spPr>
          <a:xfrm>
            <a:off x="834260" y="3453964"/>
            <a:ext cx="6660940" cy="370332"/>
          </a:xfrm>
          <a:prstGeom prst="rect">
            <a:avLst/>
          </a:prstGeom>
          <a:noFill/>
        </p:spPr>
        <p:txBody>
          <a:bodyPr wrap="square" lIns="0" tIns="0" rIns="0" bIns="0" anchor="t">
            <a:noAutofit/>
          </a:bodyPr>
          <a:lstStyle/>
          <a:p>
            <a:pPr algn="l">
              <a:lnSpc>
                <a:spcPct val="115000"/>
              </a:lnSpc>
              <a:spcBef>
                <a:spcPts val="0"/>
              </a:spcBef>
              <a:spcAft>
                <a:spcPts val="0"/>
              </a:spcAft>
            </a:pPr>
            <a:r>
              <a:rPr lang="en-US" sz="1200" b="0" i="0">
                <a:solidFill>
                  <a:srgbClr val="4D3A24"/>
                </a:solidFill>
                <a:latin typeface="Calibri"/>
              </a:rPr>
              <a:t>Curated specialty providers, second opinions, and bundled episode pricing for high-cost procedures. Savings come from negotiated rates and steering volume to selected providers.</a:t>
            </a:r>
          </a:p>
        </p:txBody>
      </p:sp>
      <p:sp>
        <p:nvSpPr>
          <p:cNvPr id="172" name="Rounded Rectangle 25">
            <a:extLst>
              <a:ext uri="{FF2B5EF4-FFF2-40B4-BE49-F238E27FC236}">
                <a16:creationId xmlns:a16="http://schemas.microsoft.com/office/drawing/2014/main" id="{BDA9C4E7-E022-2520-AAC5-1A1EBBFCF854}"/>
              </a:ext>
            </a:extLst>
          </p:cNvPr>
          <p:cNvSpPr/>
          <p:nvPr/>
        </p:nvSpPr>
        <p:spPr>
          <a:xfrm>
            <a:off x="11077042" y="3419674"/>
            <a:ext cx="691286" cy="201168"/>
          </a:xfrm>
          <a:prstGeom prst="roundRect">
            <a:avLst>
              <a:gd name="adj" fmla="val 50000"/>
            </a:avLst>
          </a:prstGeom>
          <a:solidFill>
            <a:srgbClr val="F2ECD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100" b="0">
                <a:solidFill>
                  <a:srgbClr val="231505"/>
                </a:solidFill>
                <a:latin typeface="Calibri"/>
              </a:rPr>
              <a:t>Lantern</a:t>
            </a:r>
          </a:p>
        </p:txBody>
      </p:sp>
      <p:sp>
        <p:nvSpPr>
          <p:cNvPr id="174" name="Rounded Rectangle 26">
            <a:extLst>
              <a:ext uri="{FF2B5EF4-FFF2-40B4-BE49-F238E27FC236}">
                <a16:creationId xmlns:a16="http://schemas.microsoft.com/office/drawing/2014/main" id="{88181CD4-F576-085B-24A2-1111C0EBEDCC}"/>
              </a:ext>
            </a:extLst>
          </p:cNvPr>
          <p:cNvSpPr/>
          <p:nvPr/>
        </p:nvSpPr>
        <p:spPr>
          <a:xfrm>
            <a:off x="9921241" y="3419674"/>
            <a:ext cx="1064361" cy="201168"/>
          </a:xfrm>
          <a:prstGeom prst="roundRect">
            <a:avLst>
              <a:gd name="adj" fmla="val 50000"/>
            </a:avLst>
          </a:prstGeom>
          <a:solidFill>
            <a:srgbClr val="F2ECD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100" b="0">
                <a:solidFill>
                  <a:srgbClr val="231505"/>
                </a:solidFill>
                <a:latin typeface="Calibri"/>
              </a:rPr>
              <a:t>Carrum Health</a:t>
            </a:r>
          </a:p>
        </p:txBody>
      </p:sp>
      <p:sp>
        <p:nvSpPr>
          <p:cNvPr id="176" name="Rounded Rectangle 27">
            <a:extLst>
              <a:ext uri="{FF2B5EF4-FFF2-40B4-BE49-F238E27FC236}">
                <a16:creationId xmlns:a16="http://schemas.microsoft.com/office/drawing/2014/main" id="{0BAB0669-65BF-121D-984C-1724BF0BBA22}"/>
              </a:ext>
            </a:extLst>
          </p:cNvPr>
          <p:cNvSpPr/>
          <p:nvPr/>
        </p:nvSpPr>
        <p:spPr>
          <a:xfrm>
            <a:off x="374325" y="4066612"/>
            <a:ext cx="11488492" cy="790956"/>
          </a:xfrm>
          <a:prstGeom prst="roundRect">
            <a:avLst/>
          </a:prstGeom>
          <a:solidFill>
            <a:srgbClr val="FFFDF8"/>
          </a:solidFill>
          <a:ln w="12700">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178" name="Oval 177">
            <a:extLst>
              <a:ext uri="{FF2B5EF4-FFF2-40B4-BE49-F238E27FC236}">
                <a16:creationId xmlns:a16="http://schemas.microsoft.com/office/drawing/2014/main" id="{CFC7089A-3120-E297-199C-E99E95AF7C3B}"/>
              </a:ext>
            </a:extLst>
          </p:cNvPr>
          <p:cNvSpPr/>
          <p:nvPr/>
        </p:nvSpPr>
        <p:spPr>
          <a:xfrm>
            <a:off x="473020" y="4334074"/>
            <a:ext cx="256032" cy="256032"/>
          </a:xfrm>
          <a:prstGeom prst="ellipse">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100" b="1">
                <a:solidFill>
                  <a:srgbClr val="FFFFFF"/>
                </a:solidFill>
                <a:latin typeface="Calibri"/>
              </a:rPr>
              <a:t>4</a:t>
            </a:r>
          </a:p>
        </p:txBody>
      </p:sp>
      <p:sp>
        <p:nvSpPr>
          <p:cNvPr id="180" name="TextBox 179">
            <a:extLst>
              <a:ext uri="{FF2B5EF4-FFF2-40B4-BE49-F238E27FC236}">
                <a16:creationId xmlns:a16="http://schemas.microsoft.com/office/drawing/2014/main" id="{E30F6F3B-E04C-38A3-2909-0E6B6A237077}"/>
              </a:ext>
            </a:extLst>
          </p:cNvPr>
          <p:cNvSpPr txBox="1"/>
          <p:nvPr/>
        </p:nvSpPr>
        <p:spPr>
          <a:xfrm>
            <a:off x="834260" y="4194628"/>
            <a:ext cx="5943600" cy="182880"/>
          </a:xfrm>
          <a:prstGeom prst="rect">
            <a:avLst/>
          </a:prstGeom>
          <a:noFill/>
        </p:spPr>
        <p:txBody>
          <a:bodyPr wrap="square" lIns="0" tIns="0" rIns="0" bIns="0" anchor="ctr">
            <a:noAutofit/>
          </a:bodyPr>
          <a:lstStyle/>
          <a:p>
            <a:pPr algn="l">
              <a:spcBef>
                <a:spcPts val="0"/>
              </a:spcBef>
              <a:spcAft>
                <a:spcPts val="0"/>
              </a:spcAft>
            </a:pPr>
            <a:r>
              <a:rPr lang="en-US" sz="1400" b="1" i="0">
                <a:solidFill>
                  <a:srgbClr val="231505"/>
                </a:solidFill>
                <a:latin typeface="Calibri"/>
              </a:rPr>
              <a:t>Steering Layers</a:t>
            </a:r>
          </a:p>
        </p:txBody>
      </p:sp>
      <p:sp>
        <p:nvSpPr>
          <p:cNvPr id="182" name="TextBox 181">
            <a:extLst>
              <a:ext uri="{FF2B5EF4-FFF2-40B4-BE49-F238E27FC236}">
                <a16:creationId xmlns:a16="http://schemas.microsoft.com/office/drawing/2014/main" id="{4EB2C08B-FBE2-67F3-BE24-9E9D02B2D93A}"/>
              </a:ext>
            </a:extLst>
          </p:cNvPr>
          <p:cNvSpPr txBox="1"/>
          <p:nvPr/>
        </p:nvSpPr>
        <p:spPr>
          <a:xfrm>
            <a:off x="834260" y="4395796"/>
            <a:ext cx="6660940" cy="370332"/>
          </a:xfrm>
          <a:prstGeom prst="rect">
            <a:avLst/>
          </a:prstGeom>
          <a:noFill/>
        </p:spPr>
        <p:txBody>
          <a:bodyPr wrap="square" lIns="0" tIns="0" rIns="0" bIns="0" anchor="t">
            <a:noAutofit/>
          </a:bodyPr>
          <a:lstStyle/>
          <a:p>
            <a:pPr algn="l">
              <a:lnSpc>
                <a:spcPct val="115000"/>
              </a:lnSpc>
              <a:spcBef>
                <a:spcPts val="0"/>
              </a:spcBef>
              <a:spcAft>
                <a:spcPts val="0"/>
              </a:spcAft>
            </a:pPr>
            <a:r>
              <a:rPr lang="en-US" sz="1200" b="0" i="0">
                <a:solidFill>
                  <a:srgbClr val="4D3A24"/>
                </a:solidFill>
                <a:latin typeface="Calibri"/>
              </a:rPr>
              <a:t>Sit on top of the health plan. Use provider-quality data and member incentives to shift care to high-value in-network doctors, without becoming the broad care-navigation front door.</a:t>
            </a:r>
          </a:p>
        </p:txBody>
      </p:sp>
      <p:sp>
        <p:nvSpPr>
          <p:cNvPr id="184" name="Rounded Rectangle 31">
            <a:extLst>
              <a:ext uri="{FF2B5EF4-FFF2-40B4-BE49-F238E27FC236}">
                <a16:creationId xmlns:a16="http://schemas.microsoft.com/office/drawing/2014/main" id="{C312B8EE-4E49-552C-A84D-839A7FB9EBC6}"/>
              </a:ext>
            </a:extLst>
          </p:cNvPr>
          <p:cNvSpPr/>
          <p:nvPr/>
        </p:nvSpPr>
        <p:spPr>
          <a:xfrm>
            <a:off x="10703967" y="4361506"/>
            <a:ext cx="1064361" cy="201168"/>
          </a:xfrm>
          <a:prstGeom prst="roundRect">
            <a:avLst>
              <a:gd name="adj" fmla="val 50000"/>
            </a:avLst>
          </a:prstGeom>
          <a:solidFill>
            <a:srgbClr val="F2ECD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100" b="0">
                <a:solidFill>
                  <a:srgbClr val="231505"/>
                </a:solidFill>
                <a:latin typeface="Calibri"/>
              </a:rPr>
              <a:t>Garner Health</a:t>
            </a:r>
          </a:p>
        </p:txBody>
      </p:sp>
      <p:sp>
        <p:nvSpPr>
          <p:cNvPr id="186" name="Rounded Rectangle 32">
            <a:extLst>
              <a:ext uri="{FF2B5EF4-FFF2-40B4-BE49-F238E27FC236}">
                <a16:creationId xmlns:a16="http://schemas.microsoft.com/office/drawing/2014/main" id="{AEC6B401-0C7F-17F6-FA22-D40CD527D48B}"/>
              </a:ext>
            </a:extLst>
          </p:cNvPr>
          <p:cNvSpPr/>
          <p:nvPr/>
        </p:nvSpPr>
        <p:spPr>
          <a:xfrm>
            <a:off x="374325" y="5008444"/>
            <a:ext cx="11488492" cy="790956"/>
          </a:xfrm>
          <a:prstGeom prst="roundRect">
            <a:avLst/>
          </a:prstGeom>
          <a:solidFill>
            <a:srgbClr val="FFFDF8"/>
          </a:solidFill>
          <a:ln w="12700">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188" name="Oval 187">
            <a:extLst>
              <a:ext uri="{FF2B5EF4-FFF2-40B4-BE49-F238E27FC236}">
                <a16:creationId xmlns:a16="http://schemas.microsoft.com/office/drawing/2014/main" id="{D08A4AB1-2324-E537-9E8B-006EEF6473FC}"/>
              </a:ext>
            </a:extLst>
          </p:cNvPr>
          <p:cNvSpPr/>
          <p:nvPr/>
        </p:nvSpPr>
        <p:spPr>
          <a:xfrm>
            <a:off x="473020" y="5275906"/>
            <a:ext cx="256032" cy="256032"/>
          </a:xfrm>
          <a:prstGeom prst="ellipse">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100" b="1">
                <a:solidFill>
                  <a:srgbClr val="FFFFFF"/>
                </a:solidFill>
                <a:latin typeface="Calibri"/>
              </a:rPr>
              <a:t>5</a:t>
            </a:r>
          </a:p>
        </p:txBody>
      </p:sp>
      <p:sp>
        <p:nvSpPr>
          <p:cNvPr id="190" name="TextBox 189">
            <a:extLst>
              <a:ext uri="{FF2B5EF4-FFF2-40B4-BE49-F238E27FC236}">
                <a16:creationId xmlns:a16="http://schemas.microsoft.com/office/drawing/2014/main" id="{8005B5CA-E7CC-AB4B-D706-1B9B94EDF5D7}"/>
              </a:ext>
            </a:extLst>
          </p:cNvPr>
          <p:cNvSpPr txBox="1"/>
          <p:nvPr/>
        </p:nvSpPr>
        <p:spPr>
          <a:xfrm>
            <a:off x="834260" y="5136460"/>
            <a:ext cx="5943600" cy="182880"/>
          </a:xfrm>
          <a:prstGeom prst="rect">
            <a:avLst/>
          </a:prstGeom>
          <a:noFill/>
        </p:spPr>
        <p:txBody>
          <a:bodyPr wrap="square" lIns="0" tIns="0" rIns="0" bIns="0" anchor="ctr">
            <a:noAutofit/>
          </a:bodyPr>
          <a:lstStyle/>
          <a:p>
            <a:pPr algn="l">
              <a:spcBef>
                <a:spcPts val="0"/>
              </a:spcBef>
              <a:spcAft>
                <a:spcPts val="0"/>
              </a:spcAft>
            </a:pPr>
            <a:r>
              <a:rPr lang="en-US" sz="1400" b="1" i="0">
                <a:solidFill>
                  <a:srgbClr val="231505"/>
                </a:solidFill>
                <a:latin typeface="Calibri"/>
              </a:rPr>
              <a:t>TPA / Plan Rails</a:t>
            </a:r>
          </a:p>
        </p:txBody>
      </p:sp>
      <p:sp>
        <p:nvSpPr>
          <p:cNvPr id="192" name="TextBox 191">
            <a:extLst>
              <a:ext uri="{FF2B5EF4-FFF2-40B4-BE49-F238E27FC236}">
                <a16:creationId xmlns:a16="http://schemas.microsoft.com/office/drawing/2014/main" id="{D3EF5FC4-4491-4DCC-6FB0-1D3E478186CF}"/>
              </a:ext>
            </a:extLst>
          </p:cNvPr>
          <p:cNvSpPr txBox="1"/>
          <p:nvPr/>
        </p:nvSpPr>
        <p:spPr>
          <a:xfrm>
            <a:off x="834260" y="5337628"/>
            <a:ext cx="6660940" cy="370332"/>
          </a:xfrm>
          <a:prstGeom prst="rect">
            <a:avLst/>
          </a:prstGeom>
          <a:noFill/>
        </p:spPr>
        <p:txBody>
          <a:bodyPr wrap="square" lIns="0" tIns="0" rIns="0" bIns="0" anchor="t">
            <a:noAutofit/>
          </a:bodyPr>
          <a:lstStyle/>
          <a:p>
            <a:pPr algn="l">
              <a:lnSpc>
                <a:spcPct val="115000"/>
              </a:lnSpc>
              <a:spcBef>
                <a:spcPts val="0"/>
              </a:spcBef>
              <a:spcAft>
                <a:spcPts val="0"/>
              </a:spcAft>
            </a:pPr>
            <a:r>
              <a:rPr lang="en-US" sz="1200" b="0" i="0">
                <a:solidFill>
                  <a:srgbClr val="4D3A24"/>
                </a:solidFill>
                <a:latin typeface="Calibri"/>
              </a:rPr>
              <a:t>Own or influence health-plan administration, claims and benefit design, then add engagement and navigation on top. Savings come from greater control of the plan and vendor stack.</a:t>
            </a:r>
          </a:p>
        </p:txBody>
      </p:sp>
      <p:sp>
        <p:nvSpPr>
          <p:cNvPr id="194" name="Rounded Rectangle 36">
            <a:extLst>
              <a:ext uri="{FF2B5EF4-FFF2-40B4-BE49-F238E27FC236}">
                <a16:creationId xmlns:a16="http://schemas.microsoft.com/office/drawing/2014/main" id="{F49EA896-7018-9743-D077-90688BC812F0}"/>
              </a:ext>
            </a:extLst>
          </p:cNvPr>
          <p:cNvSpPr/>
          <p:nvPr/>
        </p:nvSpPr>
        <p:spPr>
          <a:xfrm>
            <a:off x="10828325" y="5303338"/>
            <a:ext cx="940003" cy="201168"/>
          </a:xfrm>
          <a:prstGeom prst="roundRect">
            <a:avLst>
              <a:gd name="adj" fmla="val 50000"/>
            </a:avLst>
          </a:prstGeom>
          <a:solidFill>
            <a:srgbClr val="F2ECD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100" b="0">
                <a:solidFill>
                  <a:srgbClr val="231505"/>
                </a:solidFill>
                <a:latin typeface="Calibri"/>
              </a:rPr>
              <a:t>Nara Health</a:t>
            </a:r>
          </a:p>
        </p:txBody>
      </p:sp>
      <p:sp>
        <p:nvSpPr>
          <p:cNvPr id="196" name="Rounded Rectangle 37">
            <a:extLst>
              <a:ext uri="{FF2B5EF4-FFF2-40B4-BE49-F238E27FC236}">
                <a16:creationId xmlns:a16="http://schemas.microsoft.com/office/drawing/2014/main" id="{60F04478-AB43-75C5-FC17-DD8396EFE2D4}"/>
              </a:ext>
            </a:extLst>
          </p:cNvPr>
          <p:cNvSpPr/>
          <p:nvPr/>
        </p:nvSpPr>
        <p:spPr>
          <a:xfrm>
            <a:off x="9423807" y="5303338"/>
            <a:ext cx="1313078" cy="201168"/>
          </a:xfrm>
          <a:prstGeom prst="roundRect">
            <a:avLst>
              <a:gd name="adj" fmla="val 50000"/>
            </a:avLst>
          </a:prstGeom>
          <a:solidFill>
            <a:srgbClr val="F2ECD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100" b="0">
                <a:solidFill>
                  <a:srgbClr val="231505"/>
                </a:solidFill>
                <a:latin typeface="Calibri"/>
              </a:rPr>
              <a:t>Collective Health</a:t>
            </a:r>
          </a:p>
        </p:txBody>
      </p:sp>
      <p:sp>
        <p:nvSpPr>
          <p:cNvPr id="198" name="Rounded Rectangle 38">
            <a:extLst>
              <a:ext uri="{FF2B5EF4-FFF2-40B4-BE49-F238E27FC236}">
                <a16:creationId xmlns:a16="http://schemas.microsoft.com/office/drawing/2014/main" id="{3260C879-60F1-DFEB-7F86-1A17DEF32732}"/>
              </a:ext>
            </a:extLst>
          </p:cNvPr>
          <p:cNvSpPr/>
          <p:nvPr/>
        </p:nvSpPr>
        <p:spPr>
          <a:xfrm>
            <a:off x="374325" y="5939080"/>
            <a:ext cx="11488492" cy="497026"/>
          </a:xfrm>
          <a:prstGeom prst="roundRect">
            <a:avLst/>
          </a:prstGeom>
          <a:solidFill>
            <a:srgbClr val="5D3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i="1">
                <a:solidFill>
                  <a:srgbClr val="FFFFFF"/>
                </a:solidFill>
              </a:rPr>
              <a:t>Plan-integrated navigation sets the market’s economic constraint: </a:t>
            </a:r>
            <a:r>
              <a:rPr lang="en-US" sz="1400" b="1" i="1">
                <a:solidFill>
                  <a:srgbClr val="FFFFFF"/>
                </a:solidFill>
              </a:rPr>
              <a:t>most employers already fund a baseline through their carrier or TPA and will not pay twice</a:t>
            </a:r>
            <a:r>
              <a:rPr lang="en-US" sz="1400" i="1">
                <a:solidFill>
                  <a:srgbClr val="FFFFFF"/>
                </a:solidFill>
              </a:rPr>
              <a:t>. Oura’s opening is to </a:t>
            </a:r>
            <a:r>
              <a:rPr lang="en-US" sz="1400" b="1" i="1">
                <a:solidFill>
                  <a:srgbClr val="FFFFFF"/>
                </a:solidFill>
              </a:rPr>
              <a:t>add continuous signals and timely action </a:t>
            </a:r>
            <a:r>
              <a:rPr lang="en-US" sz="1400" i="1">
                <a:solidFill>
                  <a:srgbClr val="FFFFFF"/>
                </a:solidFill>
              </a:rPr>
              <a:t>into those existing workflows, not to rebuild the front door.</a:t>
            </a:r>
          </a:p>
        </p:txBody>
      </p:sp>
    </p:spTree>
    <p:extLst>
      <p:ext uri="{BB962C8B-B14F-4D97-AF65-F5344CB8AC3E}">
        <p14:creationId xmlns:p14="http://schemas.microsoft.com/office/powerpoint/2010/main" val="214601031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68019-A24E-A5D5-1DE4-DB5F31B16137}"/>
            </a:ext>
          </a:extLst>
        </p:cNvPr>
        <p:cNvGrpSpPr/>
        <p:nvPr/>
      </p:nvGrpSpPr>
      <p:grpSpPr>
        <a:xfrm>
          <a:off x="0" y="0"/>
          <a:ext cx="0" cy="0"/>
          <a:chOff x="0" y="0"/>
          <a:chExt cx="0" cy="0"/>
        </a:xfrm>
      </p:grpSpPr>
      <p:sp>
        <p:nvSpPr>
          <p:cNvPr id="48" name="Title 47">
            <a:extLst>
              <a:ext uri="{FF2B5EF4-FFF2-40B4-BE49-F238E27FC236}">
                <a16:creationId xmlns:a16="http://schemas.microsoft.com/office/drawing/2014/main" id="{E28478F2-1B60-4FF7-AA1D-710A05B1DE81}"/>
              </a:ext>
            </a:extLst>
          </p:cNvPr>
          <p:cNvSpPr>
            <a:spLocks noGrp="1"/>
          </p:cNvSpPr>
          <p:nvPr>
            <p:ph type="title"/>
          </p:nvPr>
        </p:nvSpPr>
        <p:spPr>
          <a:xfrm>
            <a:off x="378135" y="506431"/>
            <a:ext cx="11560436" cy="364766"/>
          </a:xfrm>
        </p:spPr>
        <p:txBody>
          <a:bodyPr anchor="ctr"/>
          <a:lstStyle/>
          <a:p>
            <a:r>
              <a:rPr lang="en-US">
                <a:latin typeface="Open Sans Light" panose="020B0306030504020204" pitchFamily="34" charset="0"/>
                <a:ea typeface="Open Sans Light" panose="020B0306030504020204" pitchFamily="34" charset="0"/>
                <a:cs typeface="Open Sans Light" panose="020B0306030504020204" pitchFamily="34" charset="0"/>
              </a:rPr>
              <a:t>How Care-Navigation Vendors Create Employer Savings</a:t>
            </a:r>
          </a:p>
        </p:txBody>
      </p:sp>
      <p:sp>
        <p:nvSpPr>
          <p:cNvPr id="49" name="Text Placeholder 48">
            <a:extLst>
              <a:ext uri="{FF2B5EF4-FFF2-40B4-BE49-F238E27FC236}">
                <a16:creationId xmlns:a16="http://schemas.microsoft.com/office/drawing/2014/main" id="{7FDF3F91-977A-6FA6-4813-1A3BCA9C20B5}"/>
              </a:ext>
            </a:extLst>
          </p:cNvPr>
          <p:cNvSpPr>
            <a:spLocks noGrp="1"/>
          </p:cNvSpPr>
          <p:nvPr>
            <p:ph type="body" sz="quarter" idx="15"/>
          </p:nvPr>
        </p:nvSpPr>
        <p:spPr/>
        <p:txBody>
          <a:bodyPr/>
          <a:lstStyle/>
          <a:p>
            <a:r>
              <a:rPr lang="en-US">
                <a:latin typeface="Open Sans Light" panose="020B0306030504020204" pitchFamily="34" charset="0"/>
                <a:ea typeface="Open Sans Light" panose="020B0306030504020204" pitchFamily="34" charset="0"/>
                <a:cs typeface="Open Sans Light" panose="020B0306030504020204" pitchFamily="34" charset="0"/>
              </a:rPr>
              <a:t>3. BUSINESS MODEL, BUYER &amp; MARGINS · CARE NAVIGATION MARKET DILIGENCE</a:t>
            </a:r>
          </a:p>
        </p:txBody>
      </p:sp>
      <p:cxnSp>
        <p:nvCxnSpPr>
          <p:cNvPr id="51" name="Straight Connector 50">
            <a:extLst>
              <a:ext uri="{FF2B5EF4-FFF2-40B4-BE49-F238E27FC236}">
                <a16:creationId xmlns:a16="http://schemas.microsoft.com/office/drawing/2014/main" id="{747236A0-1716-4245-E02E-F56C75F6B6BD}"/>
              </a:ext>
            </a:extLst>
          </p:cNvPr>
          <p:cNvCxnSpPr>
            <a:cxnSpLocks/>
          </p:cNvCxnSpPr>
          <p:nvPr/>
        </p:nvCxnSpPr>
        <p:spPr>
          <a:xfrm>
            <a:off x="384490" y="421894"/>
            <a:ext cx="1137684" cy="0"/>
          </a:xfrm>
          <a:prstGeom prst="line">
            <a:avLst/>
          </a:prstGeom>
          <a:ln w="60325">
            <a:solidFill>
              <a:schemeClr val="accent4">
                <a:lumMod val="75000"/>
              </a:schemeClr>
            </a:solidFill>
          </a:ln>
          <a:effectLst/>
        </p:spPr>
        <p:style>
          <a:lnRef idx="2">
            <a:schemeClr val="accent1"/>
          </a:lnRef>
          <a:fillRef idx="0">
            <a:schemeClr val="accent1"/>
          </a:fillRef>
          <a:effectRef idx="1">
            <a:schemeClr val="accent1"/>
          </a:effectRef>
          <a:fontRef idx="minor">
            <a:schemeClr val="tx1"/>
          </a:fontRef>
        </p:style>
      </p:cxnSp>
      <p:graphicFrame>
        <p:nvGraphicFramePr>
          <p:cNvPr id="42" name="Table 41">
            <a:extLst>
              <a:ext uri="{FF2B5EF4-FFF2-40B4-BE49-F238E27FC236}">
                <a16:creationId xmlns:a16="http://schemas.microsoft.com/office/drawing/2014/main" id="{50616EC6-7DDF-34A1-AE32-6832399EB56D}"/>
              </a:ext>
            </a:extLst>
          </p:cNvPr>
          <p:cNvGraphicFramePr>
            <a:graphicFrameLocks noGrp="1"/>
          </p:cNvGraphicFramePr>
          <p:nvPr/>
        </p:nvGraphicFramePr>
        <p:xfrm>
          <a:off x="821118" y="1239843"/>
          <a:ext cx="10288330" cy="4792682"/>
        </p:xfrm>
        <a:graphic>
          <a:graphicData uri="http://schemas.openxmlformats.org/drawingml/2006/table">
            <a:tbl>
              <a:tblPr firstRow="1" bandRow="1">
                <a:tableStyleId>{91EBBBCC-DAD2-459C-BE2E-F6DE35CF9A28}</a:tableStyleId>
              </a:tblPr>
              <a:tblGrid>
                <a:gridCol w="3793745">
                  <a:extLst>
                    <a:ext uri="{9D8B030D-6E8A-4147-A177-3AD203B41FA5}">
                      <a16:colId xmlns:a16="http://schemas.microsoft.com/office/drawing/2014/main" val="3706139100"/>
                    </a:ext>
                  </a:extLst>
                </a:gridCol>
                <a:gridCol w="6494585">
                  <a:extLst>
                    <a:ext uri="{9D8B030D-6E8A-4147-A177-3AD203B41FA5}">
                      <a16:colId xmlns:a16="http://schemas.microsoft.com/office/drawing/2014/main" val="1884366071"/>
                    </a:ext>
                  </a:extLst>
                </a:gridCol>
              </a:tblGrid>
              <a:tr h="314683">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1" spc="30">
                          <a:solidFill>
                            <a:srgbClr val="FFFFFF"/>
                          </a:solidFill>
                        </a:rPr>
                        <a:t>VALUE MECHANISM</a:t>
                      </a:r>
                      <a:endParaRPr lang="en-US" sz="1800" b="1" i="0" spc="30">
                        <a:solidFill>
                          <a:srgbClr val="FFFFFF"/>
                        </a:solidFill>
                        <a:latin typeface="Calibri"/>
                      </a:endParaRPr>
                    </a:p>
                  </a:txBody>
                  <a:tcPr anchor="ctr">
                    <a:solidFill>
                      <a:schemeClr val="accent4">
                        <a:lumMod val="50000"/>
                      </a:schemeClr>
                    </a:solidFill>
                  </a:tcPr>
                </a:tc>
                <a:tc>
                  <a:txBody>
                    <a:bodyPr/>
                    <a:lstStyle/>
                    <a:p>
                      <a:pPr algn="l">
                        <a:lnSpc>
                          <a:spcPct val="100000"/>
                        </a:lnSpc>
                        <a:spcBef>
                          <a:spcPts val="0"/>
                        </a:spcBef>
                        <a:spcAft>
                          <a:spcPts val="0"/>
                        </a:spcAft>
                      </a:pPr>
                      <a:r>
                        <a:rPr lang="en-US" sz="1800" b="1" i="0" spc="30">
                          <a:solidFill>
                            <a:srgbClr val="FFFFFF"/>
                          </a:solidFill>
                          <a:latin typeface="Calibri"/>
                        </a:rPr>
                        <a:t>HOW IT SAVES</a:t>
                      </a:r>
                    </a:p>
                  </a:txBody>
                  <a:tcPr anchor="ctr">
                    <a:solidFill>
                      <a:schemeClr val="accent4">
                        <a:lumMod val="50000"/>
                      </a:schemeClr>
                    </a:solidFill>
                  </a:tcPr>
                </a:tc>
                <a:extLst>
                  <a:ext uri="{0D108BD9-81ED-4DB2-BD59-A6C34878D82A}">
                    <a16:rowId xmlns:a16="http://schemas.microsoft.com/office/drawing/2014/main" val="3180291121"/>
                  </a:ext>
                </a:extLst>
              </a:tr>
              <a:tr h="1274309">
                <a:tc>
                  <a:txBody>
                    <a:bodyPr/>
                    <a:lstStyle/>
                    <a:p>
                      <a:pPr>
                        <a:buNone/>
                      </a:pPr>
                      <a:r>
                        <a:rPr lang="en-US" sz="1800" b="1"/>
                        <a:t>Site-of-care optimization</a:t>
                      </a:r>
                    </a:p>
                  </a:txBody>
                  <a:tcPr marL="67158" marR="67158" marT="33579" marB="33579" anchor="ctr">
                    <a:noFill/>
                  </a:tcPr>
                </a:tc>
                <a:tc>
                  <a:txBody>
                    <a:bodyPr/>
                    <a:lstStyle/>
                    <a:p>
                      <a:pPr>
                        <a:buNone/>
                      </a:pPr>
                      <a:r>
                        <a:rPr lang="en-US" sz="1800"/>
                        <a:t>Uses benefits-aware routing and scheduling to shift non-emergent needs from the ER to urgent, primary or virtual care, and to lower-cost labs and imaging sites.</a:t>
                      </a:r>
                    </a:p>
                  </a:txBody>
                  <a:tcPr marL="67158" marR="67158" marT="33579" marB="33579" anchor="ctr">
                    <a:noFill/>
                  </a:tcPr>
                </a:tc>
                <a:extLst>
                  <a:ext uri="{0D108BD9-81ED-4DB2-BD59-A6C34878D82A}">
                    <a16:rowId xmlns:a16="http://schemas.microsoft.com/office/drawing/2014/main" val="2321417600"/>
                  </a:ext>
                </a:extLst>
              </a:tr>
              <a:tr h="1031344">
                <a:tc>
                  <a:txBody>
                    <a:bodyPr/>
                    <a:lstStyle/>
                    <a:p>
                      <a:pPr>
                        <a:buNone/>
                      </a:pPr>
                      <a:r>
                        <a:rPr lang="en-US" sz="1800" b="1"/>
                        <a:t>High-performing specialty care</a:t>
                      </a:r>
                    </a:p>
                  </a:txBody>
                  <a:tcPr marL="67158" marR="67158" marT="33579" marB="33579" anchor="ctr">
                    <a:noFill/>
                  </a:tcPr>
                </a:tc>
                <a:tc>
                  <a:txBody>
                    <a:bodyPr/>
                    <a:lstStyle/>
                    <a:p>
                      <a:pPr>
                        <a:buNone/>
                      </a:pPr>
                      <a:r>
                        <a:rPr lang="en-US" sz="1800"/>
                        <a:t>Steers costly procedures to centers of excellence, second opinions and bundled specialty networks with better quality and more predictable prices.</a:t>
                      </a:r>
                    </a:p>
                  </a:txBody>
                  <a:tcPr marL="67158" marR="67158" marT="33579" marB="33579" anchor="ctr">
                    <a:noFill/>
                  </a:tcPr>
                </a:tc>
                <a:extLst>
                  <a:ext uri="{0D108BD9-81ED-4DB2-BD59-A6C34878D82A}">
                    <a16:rowId xmlns:a16="http://schemas.microsoft.com/office/drawing/2014/main" val="3080961808"/>
                  </a:ext>
                </a:extLst>
              </a:tr>
              <a:tr h="1274309">
                <a:tc>
                  <a:txBody>
                    <a:bodyPr/>
                    <a:lstStyle/>
                    <a:p>
                      <a:pPr>
                        <a:buNone/>
                      </a:pPr>
                      <a:r>
                        <a:rPr lang="en-US" sz="1800" b="1"/>
                        <a:t>Complex chronic-condition management</a:t>
                      </a:r>
                    </a:p>
                  </a:txBody>
                  <a:tcPr marL="67158" marR="67158" marT="33579" marB="33579" anchor="ctr">
                    <a:noFill/>
                  </a:tcPr>
                </a:tc>
                <a:tc>
                  <a:txBody>
                    <a:bodyPr/>
                    <a:lstStyle/>
                    <a:p>
                      <a:pPr>
                        <a:buNone/>
                      </a:pPr>
                      <a:r>
                        <a:rPr lang="en-US" sz="1800"/>
                        <a:t>Coordinates ongoing care for high-need conditions, including oncology and rare diseases, to improve treatment follow-through and avoid escalation.</a:t>
                      </a:r>
                    </a:p>
                  </a:txBody>
                  <a:tcPr marL="67158" marR="67158" marT="33579" marB="33579" anchor="ctr">
                    <a:noFill/>
                  </a:tcPr>
                </a:tc>
                <a:extLst>
                  <a:ext uri="{0D108BD9-81ED-4DB2-BD59-A6C34878D82A}">
                    <a16:rowId xmlns:a16="http://schemas.microsoft.com/office/drawing/2014/main" val="2080342777"/>
                  </a:ext>
                </a:extLst>
              </a:tr>
              <a:tr h="846960">
                <a:tc>
                  <a:txBody>
                    <a:bodyPr/>
                    <a:lstStyle/>
                    <a:p>
                      <a:pPr>
                        <a:buNone/>
                      </a:pPr>
                      <a:r>
                        <a:rPr lang="en-US" sz="1800" b="1"/>
                        <a:t>Prevent repeat acute care</a:t>
                      </a:r>
                    </a:p>
                  </a:txBody>
                  <a:tcPr marL="67158" marR="67158" marT="33579" marB="33579" anchor="ctr">
                    <a:noFill/>
                  </a:tcPr>
                </a:tc>
                <a:tc>
                  <a:txBody>
                    <a:bodyPr/>
                    <a:lstStyle/>
                    <a:p>
                      <a:pPr>
                        <a:buNone/>
                      </a:pPr>
                      <a:r>
                        <a:rPr lang="en-US" sz="1800"/>
                        <a:t>Supports members after an ER visit or discharge to reduce avoidable returns and hospital readmissions.</a:t>
                      </a:r>
                    </a:p>
                  </a:txBody>
                  <a:tcPr marL="67158" marR="67158" marT="33579" marB="33579" anchor="ctr">
                    <a:noFill/>
                  </a:tcPr>
                </a:tc>
                <a:extLst>
                  <a:ext uri="{0D108BD9-81ED-4DB2-BD59-A6C34878D82A}">
                    <a16:rowId xmlns:a16="http://schemas.microsoft.com/office/drawing/2014/main" val="1725068616"/>
                  </a:ext>
                </a:extLst>
              </a:tr>
            </a:tbl>
          </a:graphicData>
        </a:graphic>
      </p:graphicFrame>
    </p:spTree>
    <p:extLst>
      <p:ext uri="{BB962C8B-B14F-4D97-AF65-F5344CB8AC3E}">
        <p14:creationId xmlns:p14="http://schemas.microsoft.com/office/powerpoint/2010/main" val="13323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52D3C-58CD-A69F-947B-491FC7478F5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36FD140-9A39-B162-B3E4-0D88DFE63F4F}"/>
              </a:ext>
            </a:extLst>
          </p:cNvPr>
          <p:cNvSpPr/>
          <p:nvPr/>
        </p:nvSpPr>
        <p:spPr>
          <a:xfrm>
            <a:off x="420624" y="1681465"/>
            <a:ext cx="11146536" cy="228600"/>
          </a:xfrm>
          <a:prstGeom prst="rect">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3" name="TextBox 2">
            <a:extLst>
              <a:ext uri="{FF2B5EF4-FFF2-40B4-BE49-F238E27FC236}">
                <a16:creationId xmlns:a16="http://schemas.microsoft.com/office/drawing/2014/main" id="{0E631EA4-6060-9ED1-1D9F-669949AA17FB}"/>
              </a:ext>
            </a:extLst>
          </p:cNvPr>
          <p:cNvSpPr txBox="1"/>
          <p:nvPr/>
        </p:nvSpPr>
        <p:spPr>
          <a:xfrm>
            <a:off x="557784" y="1681465"/>
            <a:ext cx="1938528" cy="228600"/>
          </a:xfrm>
          <a:prstGeom prst="rect">
            <a:avLst/>
          </a:prstGeom>
          <a:noFill/>
        </p:spPr>
        <p:txBody>
          <a:bodyPr wrap="square" lIns="0" tIns="0" rIns="0" bIns="0" anchor="ctr">
            <a:noAutofit/>
          </a:bodyPr>
          <a:lstStyle/>
          <a:p>
            <a:pPr algn="l">
              <a:spcBef>
                <a:spcPts val="0"/>
              </a:spcBef>
              <a:spcAft>
                <a:spcPts val="0"/>
              </a:spcAft>
            </a:pPr>
            <a:r>
              <a:rPr lang="en-US" sz="1000" b="1" i="0" spc="40">
                <a:solidFill>
                  <a:srgbClr val="FFFFFF"/>
                </a:solidFill>
                <a:latin typeface="Calibri"/>
              </a:rPr>
              <a:t>ARCHETYPE</a:t>
            </a:r>
          </a:p>
        </p:txBody>
      </p:sp>
      <p:sp>
        <p:nvSpPr>
          <p:cNvPr id="5" name="TextBox 4">
            <a:extLst>
              <a:ext uri="{FF2B5EF4-FFF2-40B4-BE49-F238E27FC236}">
                <a16:creationId xmlns:a16="http://schemas.microsoft.com/office/drawing/2014/main" id="{AF419969-A187-11BD-0F89-F6E7C0D2A426}"/>
              </a:ext>
            </a:extLst>
          </p:cNvPr>
          <p:cNvSpPr txBox="1"/>
          <p:nvPr/>
        </p:nvSpPr>
        <p:spPr>
          <a:xfrm>
            <a:off x="2679192" y="1681465"/>
            <a:ext cx="2073402" cy="228600"/>
          </a:xfrm>
          <a:prstGeom prst="rect">
            <a:avLst/>
          </a:prstGeom>
          <a:noFill/>
        </p:spPr>
        <p:txBody>
          <a:bodyPr wrap="square" lIns="0" tIns="0" rIns="0" bIns="0" anchor="ctr">
            <a:noAutofit/>
          </a:bodyPr>
          <a:lstStyle/>
          <a:p>
            <a:pPr algn="l">
              <a:spcBef>
                <a:spcPts val="0"/>
              </a:spcBef>
              <a:spcAft>
                <a:spcPts val="0"/>
              </a:spcAft>
            </a:pPr>
            <a:r>
              <a:rPr lang="en-US" sz="900" b="1" i="0" spc="40">
                <a:solidFill>
                  <a:srgbClr val="FFFFFF"/>
                </a:solidFill>
                <a:latin typeface="Calibri"/>
              </a:rPr>
              <a:t>1. SITE OF CARE OPTIMIZATION	</a:t>
            </a:r>
          </a:p>
        </p:txBody>
      </p:sp>
      <p:sp>
        <p:nvSpPr>
          <p:cNvPr id="6" name="TextBox 5">
            <a:extLst>
              <a:ext uri="{FF2B5EF4-FFF2-40B4-BE49-F238E27FC236}">
                <a16:creationId xmlns:a16="http://schemas.microsoft.com/office/drawing/2014/main" id="{4A6C066A-43C2-3D17-AE72-5F5549837861}"/>
              </a:ext>
            </a:extLst>
          </p:cNvPr>
          <p:cNvSpPr txBox="1"/>
          <p:nvPr/>
        </p:nvSpPr>
        <p:spPr>
          <a:xfrm>
            <a:off x="4935474" y="1681465"/>
            <a:ext cx="2073402" cy="228600"/>
          </a:xfrm>
          <a:prstGeom prst="rect">
            <a:avLst/>
          </a:prstGeom>
          <a:noFill/>
        </p:spPr>
        <p:txBody>
          <a:bodyPr wrap="square" lIns="0" tIns="0" rIns="0" bIns="0" anchor="ctr">
            <a:noAutofit/>
          </a:bodyPr>
          <a:lstStyle/>
          <a:p>
            <a:pPr algn="l">
              <a:spcBef>
                <a:spcPts val="0"/>
              </a:spcBef>
              <a:spcAft>
                <a:spcPts val="0"/>
              </a:spcAft>
            </a:pPr>
            <a:r>
              <a:rPr lang="en-US" sz="900" b="1" i="0" spc="40">
                <a:solidFill>
                  <a:srgbClr val="FFFFFF"/>
                </a:solidFill>
                <a:latin typeface="Calibri"/>
              </a:rPr>
              <a:t>2. HIGH PERFORMING SPECIALITY CARE</a:t>
            </a:r>
          </a:p>
        </p:txBody>
      </p:sp>
      <p:sp>
        <p:nvSpPr>
          <p:cNvPr id="8" name="TextBox 7">
            <a:extLst>
              <a:ext uri="{FF2B5EF4-FFF2-40B4-BE49-F238E27FC236}">
                <a16:creationId xmlns:a16="http://schemas.microsoft.com/office/drawing/2014/main" id="{AA14FAEA-8EF0-631B-7168-F645C50191DA}"/>
              </a:ext>
            </a:extLst>
          </p:cNvPr>
          <p:cNvSpPr txBox="1"/>
          <p:nvPr/>
        </p:nvSpPr>
        <p:spPr>
          <a:xfrm>
            <a:off x="7191756" y="1681465"/>
            <a:ext cx="2073402" cy="228600"/>
          </a:xfrm>
          <a:prstGeom prst="rect">
            <a:avLst/>
          </a:prstGeom>
          <a:noFill/>
        </p:spPr>
        <p:txBody>
          <a:bodyPr wrap="square" lIns="0" tIns="0" rIns="0" bIns="0" anchor="ctr">
            <a:noAutofit/>
          </a:bodyPr>
          <a:lstStyle/>
          <a:p>
            <a:pPr algn="l">
              <a:spcBef>
                <a:spcPts val="0"/>
              </a:spcBef>
              <a:spcAft>
                <a:spcPts val="0"/>
              </a:spcAft>
            </a:pPr>
            <a:r>
              <a:rPr lang="en-US" sz="900" b="1" i="0" spc="40">
                <a:solidFill>
                  <a:srgbClr val="FFFFFF"/>
                </a:solidFill>
                <a:latin typeface="Calibri"/>
              </a:rPr>
              <a:t>3. COMPLEX CHRONIC CARE</a:t>
            </a:r>
          </a:p>
        </p:txBody>
      </p:sp>
      <p:sp>
        <p:nvSpPr>
          <p:cNvPr id="10" name="TextBox 9">
            <a:extLst>
              <a:ext uri="{FF2B5EF4-FFF2-40B4-BE49-F238E27FC236}">
                <a16:creationId xmlns:a16="http://schemas.microsoft.com/office/drawing/2014/main" id="{601B7256-C124-0B9B-D709-646BA94FD44E}"/>
              </a:ext>
            </a:extLst>
          </p:cNvPr>
          <p:cNvSpPr txBox="1"/>
          <p:nvPr/>
        </p:nvSpPr>
        <p:spPr>
          <a:xfrm>
            <a:off x="9448038" y="1681465"/>
            <a:ext cx="2073402" cy="228600"/>
          </a:xfrm>
          <a:prstGeom prst="rect">
            <a:avLst/>
          </a:prstGeom>
          <a:noFill/>
        </p:spPr>
        <p:txBody>
          <a:bodyPr wrap="square" lIns="0" tIns="0" rIns="0" bIns="0" anchor="ctr">
            <a:noAutofit/>
          </a:bodyPr>
          <a:lstStyle/>
          <a:p>
            <a:pPr algn="l">
              <a:spcBef>
                <a:spcPts val="0"/>
              </a:spcBef>
              <a:spcAft>
                <a:spcPts val="0"/>
              </a:spcAft>
            </a:pPr>
            <a:r>
              <a:rPr lang="en-US" sz="900" b="1" i="0" spc="40">
                <a:solidFill>
                  <a:srgbClr val="FFFFFF"/>
                </a:solidFill>
                <a:latin typeface="Calibri"/>
              </a:rPr>
              <a:t>4. PREVENT REPEAT ACUTE CARE</a:t>
            </a:r>
          </a:p>
        </p:txBody>
      </p:sp>
      <p:sp>
        <p:nvSpPr>
          <p:cNvPr id="12" name="Rectangle 11">
            <a:extLst>
              <a:ext uri="{FF2B5EF4-FFF2-40B4-BE49-F238E27FC236}">
                <a16:creationId xmlns:a16="http://schemas.microsoft.com/office/drawing/2014/main" id="{6AC50A03-6E41-EFBB-302A-7A278771DB29}"/>
              </a:ext>
            </a:extLst>
          </p:cNvPr>
          <p:cNvSpPr/>
          <p:nvPr/>
        </p:nvSpPr>
        <p:spPr>
          <a:xfrm>
            <a:off x="420624" y="1910065"/>
            <a:ext cx="11146536" cy="488289"/>
          </a:xfrm>
          <a:prstGeom prst="rect">
            <a:avLst/>
          </a:prstGeom>
          <a:solidFill>
            <a:srgbClr val="F8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4" name="TextBox 13">
            <a:extLst>
              <a:ext uri="{FF2B5EF4-FFF2-40B4-BE49-F238E27FC236}">
                <a16:creationId xmlns:a16="http://schemas.microsoft.com/office/drawing/2014/main" id="{87356CB0-D09F-E08D-B8F7-3C44C9B1C42E}"/>
              </a:ext>
            </a:extLst>
          </p:cNvPr>
          <p:cNvSpPr txBox="1"/>
          <p:nvPr/>
        </p:nvSpPr>
        <p:spPr>
          <a:xfrm>
            <a:off x="557784" y="1910065"/>
            <a:ext cx="1938528" cy="488289"/>
          </a:xfrm>
          <a:prstGeom prst="rect">
            <a:avLst/>
          </a:prstGeom>
          <a:noFill/>
        </p:spPr>
        <p:txBody>
          <a:bodyPr wrap="square" lIns="0" tIns="0" rIns="0" bIns="0" anchor="ctr">
            <a:noAutofit/>
          </a:bodyPr>
          <a:lstStyle/>
          <a:p>
            <a:pPr algn="l">
              <a:spcBef>
                <a:spcPts val="0"/>
              </a:spcBef>
              <a:spcAft>
                <a:spcPts val="0"/>
              </a:spcAft>
            </a:pPr>
            <a:r>
              <a:rPr lang="en-US" sz="1600" b="1" i="0">
                <a:solidFill>
                  <a:srgbClr val="231505"/>
                </a:solidFill>
                <a:latin typeface="Calibri"/>
              </a:rPr>
              <a:t>Care navigation: front doors</a:t>
            </a:r>
          </a:p>
        </p:txBody>
      </p:sp>
      <p:sp>
        <p:nvSpPr>
          <p:cNvPr id="24" name="Rectangle 23">
            <a:extLst>
              <a:ext uri="{FF2B5EF4-FFF2-40B4-BE49-F238E27FC236}">
                <a16:creationId xmlns:a16="http://schemas.microsoft.com/office/drawing/2014/main" id="{16DE488B-F791-A242-57C4-C39E46E6ACCD}"/>
              </a:ext>
            </a:extLst>
          </p:cNvPr>
          <p:cNvSpPr/>
          <p:nvPr/>
        </p:nvSpPr>
        <p:spPr>
          <a:xfrm>
            <a:off x="420624" y="2398354"/>
            <a:ext cx="11146536" cy="488289"/>
          </a:xfrm>
          <a:prstGeom prst="rect">
            <a:avLst/>
          </a:prstGeom>
          <a:solidFill>
            <a:srgbClr val="F2E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6" name="TextBox 25">
            <a:extLst>
              <a:ext uri="{FF2B5EF4-FFF2-40B4-BE49-F238E27FC236}">
                <a16:creationId xmlns:a16="http://schemas.microsoft.com/office/drawing/2014/main" id="{23B21F91-D975-83C5-8B4E-F6F539318F9E}"/>
              </a:ext>
            </a:extLst>
          </p:cNvPr>
          <p:cNvSpPr txBox="1"/>
          <p:nvPr/>
        </p:nvSpPr>
        <p:spPr>
          <a:xfrm>
            <a:off x="557784" y="2398354"/>
            <a:ext cx="1938528" cy="488289"/>
          </a:xfrm>
          <a:prstGeom prst="rect">
            <a:avLst/>
          </a:prstGeom>
          <a:noFill/>
        </p:spPr>
        <p:txBody>
          <a:bodyPr wrap="square" lIns="0" tIns="0" rIns="0" bIns="0" anchor="ctr">
            <a:noAutofit/>
          </a:bodyPr>
          <a:lstStyle/>
          <a:p>
            <a:pPr algn="l">
              <a:spcBef>
                <a:spcPts val="0"/>
              </a:spcBef>
              <a:spcAft>
                <a:spcPts val="0"/>
              </a:spcAft>
            </a:pPr>
            <a:r>
              <a:rPr lang="en-US" sz="1600" b="1" i="0">
                <a:solidFill>
                  <a:srgbClr val="231505"/>
                </a:solidFill>
                <a:latin typeface="Calibri"/>
              </a:rPr>
              <a:t>Specialty networks / COEs</a:t>
            </a:r>
          </a:p>
        </p:txBody>
      </p:sp>
      <p:sp>
        <p:nvSpPr>
          <p:cNvPr id="40" name="Rectangle 39">
            <a:extLst>
              <a:ext uri="{FF2B5EF4-FFF2-40B4-BE49-F238E27FC236}">
                <a16:creationId xmlns:a16="http://schemas.microsoft.com/office/drawing/2014/main" id="{56B4BBA0-1426-1094-B4F0-519C54E85D26}"/>
              </a:ext>
            </a:extLst>
          </p:cNvPr>
          <p:cNvSpPr/>
          <p:nvPr/>
        </p:nvSpPr>
        <p:spPr>
          <a:xfrm>
            <a:off x="420624" y="2886643"/>
            <a:ext cx="11146536" cy="488289"/>
          </a:xfrm>
          <a:prstGeom prst="rect">
            <a:avLst/>
          </a:prstGeom>
          <a:solidFill>
            <a:srgbClr val="F8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42" name="TextBox 41">
            <a:extLst>
              <a:ext uri="{FF2B5EF4-FFF2-40B4-BE49-F238E27FC236}">
                <a16:creationId xmlns:a16="http://schemas.microsoft.com/office/drawing/2014/main" id="{B5CF834A-7615-042F-D71C-8877C245BBE2}"/>
              </a:ext>
            </a:extLst>
          </p:cNvPr>
          <p:cNvSpPr txBox="1"/>
          <p:nvPr/>
        </p:nvSpPr>
        <p:spPr>
          <a:xfrm>
            <a:off x="557784" y="2886643"/>
            <a:ext cx="1938528" cy="488289"/>
          </a:xfrm>
          <a:prstGeom prst="rect">
            <a:avLst/>
          </a:prstGeom>
          <a:noFill/>
        </p:spPr>
        <p:txBody>
          <a:bodyPr wrap="square" lIns="0" tIns="0" rIns="0" bIns="0" anchor="ctr">
            <a:noAutofit/>
          </a:bodyPr>
          <a:lstStyle/>
          <a:p>
            <a:pPr algn="l">
              <a:spcBef>
                <a:spcPts val="0"/>
              </a:spcBef>
              <a:spcAft>
                <a:spcPts val="0"/>
              </a:spcAft>
            </a:pPr>
            <a:r>
              <a:rPr lang="en-US" sz="1600" b="1" i="0">
                <a:solidFill>
                  <a:srgbClr val="231505"/>
                </a:solidFill>
                <a:latin typeface="Calibri"/>
              </a:rPr>
              <a:t>Steering layers</a:t>
            </a:r>
          </a:p>
        </p:txBody>
      </p:sp>
      <p:sp>
        <p:nvSpPr>
          <p:cNvPr id="67" name="Rectangle 66">
            <a:extLst>
              <a:ext uri="{FF2B5EF4-FFF2-40B4-BE49-F238E27FC236}">
                <a16:creationId xmlns:a16="http://schemas.microsoft.com/office/drawing/2014/main" id="{B6AD522C-DF80-889E-539C-96CA2F26D7A3}"/>
              </a:ext>
            </a:extLst>
          </p:cNvPr>
          <p:cNvSpPr/>
          <p:nvPr/>
        </p:nvSpPr>
        <p:spPr>
          <a:xfrm>
            <a:off x="420624" y="3374932"/>
            <a:ext cx="11146536" cy="488289"/>
          </a:xfrm>
          <a:prstGeom prst="rect">
            <a:avLst/>
          </a:prstGeom>
          <a:solidFill>
            <a:srgbClr val="F2E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68" name="TextBox 67">
            <a:extLst>
              <a:ext uri="{FF2B5EF4-FFF2-40B4-BE49-F238E27FC236}">
                <a16:creationId xmlns:a16="http://schemas.microsoft.com/office/drawing/2014/main" id="{D83AC17B-7F93-FAE8-D8BC-081B17EDDAC4}"/>
              </a:ext>
            </a:extLst>
          </p:cNvPr>
          <p:cNvSpPr txBox="1"/>
          <p:nvPr/>
        </p:nvSpPr>
        <p:spPr>
          <a:xfrm>
            <a:off x="557784" y="3374932"/>
            <a:ext cx="1938528" cy="488289"/>
          </a:xfrm>
          <a:prstGeom prst="rect">
            <a:avLst/>
          </a:prstGeom>
          <a:noFill/>
        </p:spPr>
        <p:txBody>
          <a:bodyPr wrap="square" lIns="0" tIns="0" rIns="0" bIns="0" anchor="ctr">
            <a:noAutofit/>
          </a:bodyPr>
          <a:lstStyle/>
          <a:p>
            <a:pPr algn="l">
              <a:spcBef>
                <a:spcPts val="0"/>
              </a:spcBef>
              <a:spcAft>
                <a:spcPts val="0"/>
              </a:spcAft>
            </a:pPr>
            <a:r>
              <a:rPr lang="en-US" sz="1600" b="1" i="0">
                <a:solidFill>
                  <a:srgbClr val="231505"/>
                </a:solidFill>
                <a:latin typeface="Calibri"/>
              </a:rPr>
              <a:t>TPA / plan rails</a:t>
            </a:r>
          </a:p>
        </p:txBody>
      </p:sp>
      <p:sp>
        <p:nvSpPr>
          <p:cNvPr id="74" name="Rectangle 73">
            <a:extLst>
              <a:ext uri="{FF2B5EF4-FFF2-40B4-BE49-F238E27FC236}">
                <a16:creationId xmlns:a16="http://schemas.microsoft.com/office/drawing/2014/main" id="{6BF5E49F-95E0-8ED5-ADD6-77F2F6478075}"/>
              </a:ext>
            </a:extLst>
          </p:cNvPr>
          <p:cNvSpPr/>
          <p:nvPr/>
        </p:nvSpPr>
        <p:spPr>
          <a:xfrm>
            <a:off x="420624" y="3863221"/>
            <a:ext cx="11146536" cy="488289"/>
          </a:xfrm>
          <a:prstGeom prst="rect">
            <a:avLst/>
          </a:prstGeom>
          <a:solidFill>
            <a:srgbClr val="F8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96" name="TextBox 95">
            <a:extLst>
              <a:ext uri="{FF2B5EF4-FFF2-40B4-BE49-F238E27FC236}">
                <a16:creationId xmlns:a16="http://schemas.microsoft.com/office/drawing/2014/main" id="{92328AEE-8688-FDBF-D758-2A9F0D26D6A5}"/>
              </a:ext>
            </a:extLst>
          </p:cNvPr>
          <p:cNvSpPr txBox="1"/>
          <p:nvPr/>
        </p:nvSpPr>
        <p:spPr>
          <a:xfrm>
            <a:off x="557784" y="3863221"/>
            <a:ext cx="1938528" cy="488289"/>
          </a:xfrm>
          <a:prstGeom prst="rect">
            <a:avLst/>
          </a:prstGeom>
          <a:noFill/>
        </p:spPr>
        <p:txBody>
          <a:bodyPr wrap="square" lIns="0" tIns="0" rIns="0" bIns="0" anchor="ctr">
            <a:noAutofit/>
          </a:bodyPr>
          <a:lstStyle/>
          <a:p>
            <a:pPr algn="l">
              <a:spcBef>
                <a:spcPts val="0"/>
              </a:spcBef>
              <a:spcAft>
                <a:spcPts val="0"/>
              </a:spcAft>
            </a:pPr>
            <a:r>
              <a:rPr lang="en-US" sz="1600" b="1" i="0">
                <a:solidFill>
                  <a:srgbClr val="231505"/>
                </a:solidFill>
                <a:latin typeface="Calibri"/>
              </a:rPr>
              <a:t>Plan-integrated navigation</a:t>
            </a:r>
          </a:p>
        </p:txBody>
      </p:sp>
      <p:cxnSp>
        <p:nvCxnSpPr>
          <p:cNvPr id="102" name="Connector 47">
            <a:extLst>
              <a:ext uri="{FF2B5EF4-FFF2-40B4-BE49-F238E27FC236}">
                <a16:creationId xmlns:a16="http://schemas.microsoft.com/office/drawing/2014/main" id="{3D35DBFB-30BD-2A02-8FEC-E449EBDF2793}"/>
              </a:ext>
            </a:extLst>
          </p:cNvPr>
          <p:cNvCxnSpPr/>
          <p:nvPr/>
        </p:nvCxnSpPr>
        <p:spPr>
          <a:xfrm>
            <a:off x="420624" y="4351510"/>
            <a:ext cx="11146536" cy="0"/>
          </a:xfrm>
          <a:prstGeom prst="line">
            <a:avLst/>
          </a:prstGeom>
          <a:ln w="12700">
            <a:solidFill>
              <a:srgbClr val="F4E9D3"/>
            </a:solidFill>
          </a:ln>
          <a:effectLst/>
        </p:spPr>
        <p:style>
          <a:lnRef idx="2">
            <a:schemeClr val="accent1"/>
          </a:lnRef>
          <a:fillRef idx="0">
            <a:schemeClr val="accent1"/>
          </a:fillRef>
          <a:effectRef idx="1">
            <a:schemeClr val="accent1"/>
          </a:effectRef>
          <a:fontRef idx="minor">
            <a:schemeClr val="tx1"/>
          </a:fontRef>
        </p:style>
      </p:cxnSp>
      <p:sp>
        <p:nvSpPr>
          <p:cNvPr id="48" name="Title 47">
            <a:extLst>
              <a:ext uri="{FF2B5EF4-FFF2-40B4-BE49-F238E27FC236}">
                <a16:creationId xmlns:a16="http://schemas.microsoft.com/office/drawing/2014/main" id="{07E3334D-65D9-4C86-5770-69907E26625E}"/>
              </a:ext>
            </a:extLst>
          </p:cNvPr>
          <p:cNvSpPr>
            <a:spLocks noGrp="1"/>
          </p:cNvSpPr>
          <p:nvPr>
            <p:ph type="title"/>
          </p:nvPr>
        </p:nvSpPr>
        <p:spPr>
          <a:xfrm>
            <a:off x="378135" y="506431"/>
            <a:ext cx="11560436" cy="364766"/>
          </a:xfrm>
        </p:spPr>
        <p:txBody>
          <a:bodyPr anchor="t"/>
          <a:lstStyle/>
          <a:p>
            <a:r>
              <a:rPr lang="en-US">
                <a:latin typeface="Open Sans Light" panose="020B0306030504020204" pitchFamily="34" charset="0"/>
                <a:ea typeface="Open Sans Light" panose="020B0306030504020204" pitchFamily="34" charset="0"/>
                <a:cs typeface="Open Sans Light" panose="020B0306030504020204" pitchFamily="34" charset="0"/>
              </a:rPr>
              <a:t>Value Mechanisms Mapped to Care Navigation Archetypes</a:t>
            </a:r>
          </a:p>
        </p:txBody>
      </p:sp>
      <p:sp>
        <p:nvSpPr>
          <p:cNvPr id="49" name="Text Placeholder 48">
            <a:extLst>
              <a:ext uri="{FF2B5EF4-FFF2-40B4-BE49-F238E27FC236}">
                <a16:creationId xmlns:a16="http://schemas.microsoft.com/office/drawing/2014/main" id="{0C48BA10-8985-BA8B-A946-D813F620184D}"/>
              </a:ext>
            </a:extLst>
          </p:cNvPr>
          <p:cNvSpPr>
            <a:spLocks noGrp="1"/>
          </p:cNvSpPr>
          <p:nvPr>
            <p:ph type="body" sz="quarter" idx="15"/>
          </p:nvPr>
        </p:nvSpPr>
        <p:spPr/>
        <p:txBody>
          <a:bodyPr/>
          <a:lstStyle/>
          <a:p>
            <a:r>
              <a:rPr lang="en-US">
                <a:latin typeface="Open Sans Light" panose="020B0306030504020204" pitchFamily="34" charset="0"/>
                <a:ea typeface="Open Sans Light" panose="020B0306030504020204" pitchFamily="34" charset="0"/>
                <a:cs typeface="Open Sans Light" panose="020B0306030504020204" pitchFamily="34" charset="0"/>
              </a:rPr>
              <a:t>5. Competitive Landscape &amp; Capability Map</a:t>
            </a:r>
          </a:p>
        </p:txBody>
      </p:sp>
      <p:cxnSp>
        <p:nvCxnSpPr>
          <p:cNvPr id="51" name="Straight Connector 50">
            <a:extLst>
              <a:ext uri="{FF2B5EF4-FFF2-40B4-BE49-F238E27FC236}">
                <a16:creationId xmlns:a16="http://schemas.microsoft.com/office/drawing/2014/main" id="{21E94387-32E1-B9BE-F979-79ADC0089D85}"/>
              </a:ext>
            </a:extLst>
          </p:cNvPr>
          <p:cNvCxnSpPr>
            <a:cxnSpLocks/>
          </p:cNvCxnSpPr>
          <p:nvPr/>
        </p:nvCxnSpPr>
        <p:spPr>
          <a:xfrm>
            <a:off x="384490" y="421894"/>
            <a:ext cx="1137684" cy="0"/>
          </a:xfrm>
          <a:prstGeom prst="line">
            <a:avLst/>
          </a:prstGeom>
          <a:ln w="60325">
            <a:solidFill>
              <a:schemeClr val="accent4">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6" name="Rounded Rectangle 14">
            <a:extLst>
              <a:ext uri="{FF2B5EF4-FFF2-40B4-BE49-F238E27FC236}">
                <a16:creationId xmlns:a16="http://schemas.microsoft.com/office/drawing/2014/main" id="{B4A1C390-05D9-1BB7-A8A2-B904193FA0B2}"/>
              </a:ext>
            </a:extLst>
          </p:cNvPr>
          <p:cNvSpPr/>
          <p:nvPr/>
        </p:nvSpPr>
        <p:spPr>
          <a:xfrm>
            <a:off x="3050921" y="3975152"/>
            <a:ext cx="1042543" cy="184756"/>
          </a:xfrm>
          <a:prstGeom prst="roundRect">
            <a:avLst>
              <a:gd name="adj" fmla="val 50000"/>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000" b="1" spc="50">
                <a:solidFill>
                  <a:srgbClr val="FFFFFF"/>
                </a:solidFill>
                <a:latin typeface="Calibri"/>
              </a:rPr>
              <a:t>PRIMARY</a:t>
            </a:r>
          </a:p>
        </p:txBody>
      </p:sp>
      <p:sp>
        <p:nvSpPr>
          <p:cNvPr id="34" name="Rounded Rectangle 23">
            <a:extLst>
              <a:ext uri="{FF2B5EF4-FFF2-40B4-BE49-F238E27FC236}">
                <a16:creationId xmlns:a16="http://schemas.microsoft.com/office/drawing/2014/main" id="{3101939F-A43C-349B-7E27-B8B0FAFDA25C}"/>
              </a:ext>
            </a:extLst>
          </p:cNvPr>
          <p:cNvSpPr/>
          <p:nvPr/>
        </p:nvSpPr>
        <p:spPr>
          <a:xfrm>
            <a:off x="9829014" y="2563797"/>
            <a:ext cx="1214455" cy="184756"/>
          </a:xfrm>
          <a:prstGeom prst="roundRect">
            <a:avLst>
              <a:gd name="adj" fmla="val 50000"/>
            </a:avLst>
          </a:prstGeom>
          <a:solidFill>
            <a:srgbClr val="EAD2B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000" b="1" spc="50">
                <a:solidFill>
                  <a:srgbClr val="8C5A2E"/>
                </a:solidFill>
                <a:latin typeface="Calibri"/>
              </a:rPr>
              <a:t>LIMITED</a:t>
            </a:r>
          </a:p>
        </p:txBody>
      </p:sp>
      <p:sp>
        <p:nvSpPr>
          <p:cNvPr id="103" name="Rectangle 102">
            <a:extLst>
              <a:ext uri="{FF2B5EF4-FFF2-40B4-BE49-F238E27FC236}">
                <a16:creationId xmlns:a16="http://schemas.microsoft.com/office/drawing/2014/main" id="{133F25F3-EB0F-6DB0-3C4C-4BBB9A75C87B}"/>
              </a:ext>
            </a:extLst>
          </p:cNvPr>
          <p:cNvSpPr/>
          <p:nvPr/>
        </p:nvSpPr>
        <p:spPr>
          <a:xfrm>
            <a:off x="522732" y="5276292"/>
            <a:ext cx="11146536" cy="668883"/>
          </a:xfrm>
          <a:prstGeom prst="rect">
            <a:avLst/>
          </a:prstGeom>
          <a:solidFill>
            <a:srgbClr val="3D24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solidFill>
                  <a:srgbClr val="FFFFFF"/>
                </a:solidFill>
              </a:rPr>
              <a:t>Archetypes differ by the savings lever they own: front doors shift site of care, specialty networks and steering layers optimize high-cost episodes, and TPAs provide the infrastructure that enables both.</a:t>
            </a:r>
            <a:endParaRPr lang="en-US" sz="1600"/>
          </a:p>
        </p:txBody>
      </p:sp>
      <p:sp>
        <p:nvSpPr>
          <p:cNvPr id="105" name="TextBox 104">
            <a:extLst>
              <a:ext uri="{FF2B5EF4-FFF2-40B4-BE49-F238E27FC236}">
                <a16:creationId xmlns:a16="http://schemas.microsoft.com/office/drawing/2014/main" id="{ABC53A42-F134-751B-F591-2A70FC8002A9}"/>
              </a:ext>
            </a:extLst>
          </p:cNvPr>
          <p:cNvSpPr txBox="1"/>
          <p:nvPr/>
        </p:nvSpPr>
        <p:spPr>
          <a:xfrm>
            <a:off x="420624" y="6433466"/>
            <a:ext cx="8229600" cy="182880"/>
          </a:xfrm>
          <a:prstGeom prst="rect">
            <a:avLst/>
          </a:prstGeom>
          <a:noFill/>
        </p:spPr>
        <p:txBody>
          <a:bodyPr wrap="square" lIns="0" tIns="0" rIns="0" bIns="0" anchor="ctr">
            <a:noAutofit/>
          </a:bodyPr>
          <a:lstStyle/>
          <a:p>
            <a:pPr algn="l">
              <a:spcBef>
                <a:spcPts val="0"/>
              </a:spcBef>
              <a:spcAft>
                <a:spcPts val="0"/>
              </a:spcAft>
            </a:pPr>
            <a:r>
              <a:rPr sz="800" b="0" i="1">
                <a:solidFill>
                  <a:srgbClr val="ACA79F"/>
                </a:solidFill>
                <a:latin typeface="Open Sans Light" panose="020B0306030504020204" pitchFamily="34" charset="0"/>
                <a:ea typeface="Open Sans Light" panose="020B0306030504020204" pitchFamily="34" charset="0"/>
                <a:cs typeface="Open Sans Light" panose="020B0306030504020204" pitchFamily="34" charset="0"/>
              </a:rPr>
              <a:t>Primary/Secondary/Limited reflects publicly available product and positioning information; this is a point-in-time assessment, not a technical capability audit.</a:t>
            </a:r>
          </a:p>
        </p:txBody>
      </p:sp>
      <p:sp>
        <p:nvSpPr>
          <p:cNvPr id="7" name="Rounded Rectangle 14">
            <a:extLst>
              <a:ext uri="{FF2B5EF4-FFF2-40B4-BE49-F238E27FC236}">
                <a16:creationId xmlns:a16="http://schemas.microsoft.com/office/drawing/2014/main" id="{5F1AD0FE-5F3E-3B88-5254-5D57DB7C5839}"/>
              </a:ext>
            </a:extLst>
          </p:cNvPr>
          <p:cNvSpPr/>
          <p:nvPr/>
        </p:nvSpPr>
        <p:spPr>
          <a:xfrm>
            <a:off x="3029585" y="2021996"/>
            <a:ext cx="1042543" cy="184756"/>
          </a:xfrm>
          <a:prstGeom prst="roundRect">
            <a:avLst>
              <a:gd name="adj" fmla="val 50000"/>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000" b="1" spc="50">
                <a:solidFill>
                  <a:srgbClr val="FFFFFF"/>
                </a:solidFill>
                <a:latin typeface="Calibri"/>
              </a:rPr>
              <a:t>PRIMARY</a:t>
            </a:r>
          </a:p>
        </p:txBody>
      </p:sp>
      <p:sp>
        <p:nvSpPr>
          <p:cNvPr id="11" name="Rounded Rectangle 14">
            <a:extLst>
              <a:ext uri="{FF2B5EF4-FFF2-40B4-BE49-F238E27FC236}">
                <a16:creationId xmlns:a16="http://schemas.microsoft.com/office/drawing/2014/main" id="{0353C420-A3A9-3F87-A5C9-F9CFEAFB8CE8}"/>
              </a:ext>
            </a:extLst>
          </p:cNvPr>
          <p:cNvSpPr/>
          <p:nvPr/>
        </p:nvSpPr>
        <p:spPr>
          <a:xfrm>
            <a:off x="5450903" y="2540554"/>
            <a:ext cx="1042543" cy="184756"/>
          </a:xfrm>
          <a:prstGeom prst="roundRect">
            <a:avLst>
              <a:gd name="adj" fmla="val 50000"/>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000" b="1" spc="50">
                <a:solidFill>
                  <a:srgbClr val="FFFFFF"/>
                </a:solidFill>
                <a:latin typeface="Calibri"/>
              </a:rPr>
              <a:t>PRIMARY</a:t>
            </a:r>
          </a:p>
        </p:txBody>
      </p:sp>
      <p:sp>
        <p:nvSpPr>
          <p:cNvPr id="15" name="Rounded Rectangle 14">
            <a:extLst>
              <a:ext uri="{FF2B5EF4-FFF2-40B4-BE49-F238E27FC236}">
                <a16:creationId xmlns:a16="http://schemas.microsoft.com/office/drawing/2014/main" id="{F2D0D2CE-0C21-C50A-A357-1B160D21AF9E}"/>
              </a:ext>
            </a:extLst>
          </p:cNvPr>
          <p:cNvSpPr/>
          <p:nvPr/>
        </p:nvSpPr>
        <p:spPr>
          <a:xfrm>
            <a:off x="5450902" y="3028086"/>
            <a:ext cx="1042543" cy="184756"/>
          </a:xfrm>
          <a:prstGeom prst="roundRect">
            <a:avLst>
              <a:gd name="adj" fmla="val 50000"/>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000" b="1" spc="50">
                <a:solidFill>
                  <a:srgbClr val="FFFFFF"/>
                </a:solidFill>
                <a:latin typeface="Calibri"/>
              </a:rPr>
              <a:t>PRIMARY</a:t>
            </a:r>
          </a:p>
        </p:txBody>
      </p:sp>
      <p:sp>
        <p:nvSpPr>
          <p:cNvPr id="17" name="Rounded Rectangle 16">
            <a:extLst>
              <a:ext uri="{FF2B5EF4-FFF2-40B4-BE49-F238E27FC236}">
                <a16:creationId xmlns:a16="http://schemas.microsoft.com/office/drawing/2014/main" id="{1B80A1D0-CBA5-7DE1-8DD8-6C891452D0DB}"/>
              </a:ext>
            </a:extLst>
          </p:cNvPr>
          <p:cNvSpPr/>
          <p:nvPr/>
        </p:nvSpPr>
        <p:spPr>
          <a:xfrm>
            <a:off x="5472620" y="2050184"/>
            <a:ext cx="1042543" cy="184756"/>
          </a:xfrm>
          <a:prstGeom prst="roundRect">
            <a:avLst>
              <a:gd name="adj" fmla="val 50000"/>
            </a:avLst>
          </a:prstGeom>
          <a:solidFill>
            <a:srgbClr val="93A9D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000" b="1" spc="50">
                <a:solidFill>
                  <a:srgbClr val="3D4F8F"/>
                </a:solidFill>
                <a:latin typeface="Calibri"/>
              </a:rPr>
              <a:t>SECONDARY</a:t>
            </a:r>
          </a:p>
        </p:txBody>
      </p:sp>
      <p:sp>
        <p:nvSpPr>
          <p:cNvPr id="21" name="Rounded Rectangle 16">
            <a:extLst>
              <a:ext uri="{FF2B5EF4-FFF2-40B4-BE49-F238E27FC236}">
                <a16:creationId xmlns:a16="http://schemas.microsoft.com/office/drawing/2014/main" id="{D6DE81F3-31F4-5C6D-06AA-9AE561AE5049}"/>
              </a:ext>
            </a:extLst>
          </p:cNvPr>
          <p:cNvSpPr/>
          <p:nvPr/>
        </p:nvSpPr>
        <p:spPr>
          <a:xfrm>
            <a:off x="7487635" y="2021996"/>
            <a:ext cx="1042543" cy="184756"/>
          </a:xfrm>
          <a:prstGeom prst="roundRect">
            <a:avLst>
              <a:gd name="adj" fmla="val 50000"/>
            </a:avLst>
          </a:prstGeom>
          <a:solidFill>
            <a:srgbClr val="93A9D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000" b="1" spc="50">
                <a:solidFill>
                  <a:srgbClr val="3D4F8F"/>
                </a:solidFill>
                <a:latin typeface="Calibri"/>
              </a:rPr>
              <a:t>SECONDARY</a:t>
            </a:r>
          </a:p>
        </p:txBody>
      </p:sp>
      <p:sp>
        <p:nvSpPr>
          <p:cNvPr id="25" name="Rounded Rectangle 16">
            <a:extLst>
              <a:ext uri="{FF2B5EF4-FFF2-40B4-BE49-F238E27FC236}">
                <a16:creationId xmlns:a16="http://schemas.microsoft.com/office/drawing/2014/main" id="{F7DFF1A7-ABC5-B1F4-0AB9-03A513DD427A}"/>
              </a:ext>
            </a:extLst>
          </p:cNvPr>
          <p:cNvSpPr/>
          <p:nvPr/>
        </p:nvSpPr>
        <p:spPr>
          <a:xfrm>
            <a:off x="9872385" y="2021996"/>
            <a:ext cx="1042543" cy="184756"/>
          </a:xfrm>
          <a:prstGeom prst="roundRect">
            <a:avLst>
              <a:gd name="adj" fmla="val 50000"/>
            </a:avLst>
          </a:prstGeom>
          <a:solidFill>
            <a:srgbClr val="93A9D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000" b="1" spc="50">
                <a:solidFill>
                  <a:srgbClr val="3D4F8F"/>
                </a:solidFill>
                <a:latin typeface="Calibri"/>
              </a:rPr>
              <a:t>SECONDARY</a:t>
            </a:r>
          </a:p>
        </p:txBody>
      </p:sp>
      <p:sp>
        <p:nvSpPr>
          <p:cNvPr id="29" name="Rounded Rectangle 16">
            <a:extLst>
              <a:ext uri="{FF2B5EF4-FFF2-40B4-BE49-F238E27FC236}">
                <a16:creationId xmlns:a16="http://schemas.microsoft.com/office/drawing/2014/main" id="{86DF449A-B113-60BD-79FD-AB7C6F168DD8}"/>
              </a:ext>
            </a:extLst>
          </p:cNvPr>
          <p:cNvSpPr/>
          <p:nvPr/>
        </p:nvSpPr>
        <p:spPr>
          <a:xfrm>
            <a:off x="3029584" y="2528464"/>
            <a:ext cx="1042543" cy="184756"/>
          </a:xfrm>
          <a:prstGeom prst="roundRect">
            <a:avLst>
              <a:gd name="adj" fmla="val 50000"/>
            </a:avLst>
          </a:prstGeom>
          <a:solidFill>
            <a:srgbClr val="93A9D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000" b="1" spc="50">
                <a:solidFill>
                  <a:srgbClr val="3D4F8F"/>
                </a:solidFill>
                <a:latin typeface="Calibri"/>
              </a:rPr>
              <a:t>SECONDARY</a:t>
            </a:r>
          </a:p>
        </p:txBody>
      </p:sp>
      <p:sp>
        <p:nvSpPr>
          <p:cNvPr id="33" name="Rounded Rectangle 16">
            <a:extLst>
              <a:ext uri="{FF2B5EF4-FFF2-40B4-BE49-F238E27FC236}">
                <a16:creationId xmlns:a16="http://schemas.microsoft.com/office/drawing/2014/main" id="{3F1872F8-4EA4-DE00-80A5-772285D69E43}"/>
              </a:ext>
            </a:extLst>
          </p:cNvPr>
          <p:cNvSpPr/>
          <p:nvPr/>
        </p:nvSpPr>
        <p:spPr>
          <a:xfrm>
            <a:off x="7487635" y="2511211"/>
            <a:ext cx="1042543" cy="184756"/>
          </a:xfrm>
          <a:prstGeom prst="roundRect">
            <a:avLst>
              <a:gd name="adj" fmla="val 50000"/>
            </a:avLst>
          </a:prstGeom>
          <a:solidFill>
            <a:srgbClr val="93A9D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000" b="1" spc="50">
                <a:solidFill>
                  <a:srgbClr val="3D4F8F"/>
                </a:solidFill>
                <a:latin typeface="Calibri"/>
              </a:rPr>
              <a:t>SECONDARY</a:t>
            </a:r>
          </a:p>
        </p:txBody>
      </p:sp>
      <p:sp>
        <p:nvSpPr>
          <p:cNvPr id="37" name="Rounded Rectangle 16">
            <a:extLst>
              <a:ext uri="{FF2B5EF4-FFF2-40B4-BE49-F238E27FC236}">
                <a16:creationId xmlns:a16="http://schemas.microsoft.com/office/drawing/2014/main" id="{7133309F-8412-4826-7B62-9D9F8A4BD8C0}"/>
              </a:ext>
            </a:extLst>
          </p:cNvPr>
          <p:cNvSpPr/>
          <p:nvPr/>
        </p:nvSpPr>
        <p:spPr>
          <a:xfrm>
            <a:off x="3029584" y="3043485"/>
            <a:ext cx="1042543" cy="184756"/>
          </a:xfrm>
          <a:prstGeom prst="roundRect">
            <a:avLst>
              <a:gd name="adj" fmla="val 50000"/>
            </a:avLst>
          </a:prstGeom>
          <a:solidFill>
            <a:srgbClr val="93A9D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000" b="1" spc="50">
                <a:solidFill>
                  <a:srgbClr val="3D4F8F"/>
                </a:solidFill>
                <a:latin typeface="Calibri"/>
              </a:rPr>
              <a:t>SECONDARY</a:t>
            </a:r>
          </a:p>
        </p:txBody>
      </p:sp>
      <p:sp>
        <p:nvSpPr>
          <p:cNvPr id="41" name="Rounded Rectangle 16">
            <a:extLst>
              <a:ext uri="{FF2B5EF4-FFF2-40B4-BE49-F238E27FC236}">
                <a16:creationId xmlns:a16="http://schemas.microsoft.com/office/drawing/2014/main" id="{4C19FB3D-AF81-FC4D-2BC4-4F1D14B04211}"/>
              </a:ext>
            </a:extLst>
          </p:cNvPr>
          <p:cNvSpPr/>
          <p:nvPr/>
        </p:nvSpPr>
        <p:spPr>
          <a:xfrm>
            <a:off x="3029583" y="3545624"/>
            <a:ext cx="1042543" cy="184756"/>
          </a:xfrm>
          <a:prstGeom prst="roundRect">
            <a:avLst>
              <a:gd name="adj" fmla="val 50000"/>
            </a:avLst>
          </a:prstGeom>
          <a:solidFill>
            <a:srgbClr val="93A9D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000" b="1" spc="50">
                <a:solidFill>
                  <a:srgbClr val="3D4F8F"/>
                </a:solidFill>
                <a:latin typeface="Calibri"/>
              </a:rPr>
              <a:t>SECONDARY</a:t>
            </a:r>
          </a:p>
        </p:txBody>
      </p:sp>
      <p:sp>
        <p:nvSpPr>
          <p:cNvPr id="45" name="Rounded Rectangle 16">
            <a:extLst>
              <a:ext uri="{FF2B5EF4-FFF2-40B4-BE49-F238E27FC236}">
                <a16:creationId xmlns:a16="http://schemas.microsoft.com/office/drawing/2014/main" id="{31BDE41B-2291-FBCD-2E45-5A2B8972107E}"/>
              </a:ext>
            </a:extLst>
          </p:cNvPr>
          <p:cNvSpPr/>
          <p:nvPr/>
        </p:nvSpPr>
        <p:spPr>
          <a:xfrm>
            <a:off x="5450901" y="3515274"/>
            <a:ext cx="1042543" cy="184756"/>
          </a:xfrm>
          <a:prstGeom prst="roundRect">
            <a:avLst>
              <a:gd name="adj" fmla="val 50000"/>
            </a:avLst>
          </a:prstGeom>
          <a:solidFill>
            <a:srgbClr val="93A9D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000" b="1" spc="50">
                <a:solidFill>
                  <a:srgbClr val="3D4F8F"/>
                </a:solidFill>
                <a:latin typeface="Calibri"/>
              </a:rPr>
              <a:t>SECONDARY</a:t>
            </a:r>
          </a:p>
        </p:txBody>
      </p:sp>
      <p:sp>
        <p:nvSpPr>
          <p:cNvPr id="47" name="Rounded Rectangle 16">
            <a:extLst>
              <a:ext uri="{FF2B5EF4-FFF2-40B4-BE49-F238E27FC236}">
                <a16:creationId xmlns:a16="http://schemas.microsoft.com/office/drawing/2014/main" id="{DCF2C4E2-CBFA-86E0-C6BB-6FF9B738342D}"/>
              </a:ext>
            </a:extLst>
          </p:cNvPr>
          <p:cNvSpPr/>
          <p:nvPr/>
        </p:nvSpPr>
        <p:spPr>
          <a:xfrm>
            <a:off x="7464235" y="3515274"/>
            <a:ext cx="1042543" cy="184756"/>
          </a:xfrm>
          <a:prstGeom prst="roundRect">
            <a:avLst>
              <a:gd name="adj" fmla="val 50000"/>
            </a:avLst>
          </a:prstGeom>
          <a:solidFill>
            <a:srgbClr val="93A9D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000" b="1" spc="50">
                <a:solidFill>
                  <a:srgbClr val="3D4F8F"/>
                </a:solidFill>
                <a:latin typeface="Calibri"/>
              </a:rPr>
              <a:t>SECONDARY</a:t>
            </a:r>
          </a:p>
        </p:txBody>
      </p:sp>
      <p:sp>
        <p:nvSpPr>
          <p:cNvPr id="52" name="Rounded Rectangle 16">
            <a:extLst>
              <a:ext uri="{FF2B5EF4-FFF2-40B4-BE49-F238E27FC236}">
                <a16:creationId xmlns:a16="http://schemas.microsoft.com/office/drawing/2014/main" id="{812AAE3B-9BFE-2D11-26C5-987338715576}"/>
              </a:ext>
            </a:extLst>
          </p:cNvPr>
          <p:cNvSpPr/>
          <p:nvPr/>
        </p:nvSpPr>
        <p:spPr>
          <a:xfrm>
            <a:off x="9883015" y="3482547"/>
            <a:ext cx="1042543" cy="184756"/>
          </a:xfrm>
          <a:prstGeom prst="roundRect">
            <a:avLst>
              <a:gd name="adj" fmla="val 50000"/>
            </a:avLst>
          </a:prstGeom>
          <a:solidFill>
            <a:srgbClr val="93A9D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000" b="1" spc="50">
                <a:solidFill>
                  <a:srgbClr val="3D4F8F"/>
                </a:solidFill>
                <a:latin typeface="Calibri"/>
              </a:rPr>
              <a:t>SECONDARY</a:t>
            </a:r>
          </a:p>
        </p:txBody>
      </p:sp>
      <p:sp>
        <p:nvSpPr>
          <p:cNvPr id="54" name="Rounded Rectangle 16">
            <a:extLst>
              <a:ext uri="{FF2B5EF4-FFF2-40B4-BE49-F238E27FC236}">
                <a16:creationId xmlns:a16="http://schemas.microsoft.com/office/drawing/2014/main" id="{B1138986-C8D5-490B-3192-AB79645747A8}"/>
              </a:ext>
            </a:extLst>
          </p:cNvPr>
          <p:cNvSpPr/>
          <p:nvPr/>
        </p:nvSpPr>
        <p:spPr>
          <a:xfrm>
            <a:off x="9883015" y="4032812"/>
            <a:ext cx="1042543" cy="184756"/>
          </a:xfrm>
          <a:prstGeom prst="roundRect">
            <a:avLst>
              <a:gd name="adj" fmla="val 50000"/>
            </a:avLst>
          </a:prstGeom>
          <a:solidFill>
            <a:srgbClr val="93A9D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000" b="1" spc="50">
                <a:solidFill>
                  <a:srgbClr val="3D4F8F"/>
                </a:solidFill>
                <a:latin typeface="Calibri"/>
              </a:rPr>
              <a:t>SECONDARY</a:t>
            </a:r>
          </a:p>
        </p:txBody>
      </p:sp>
      <p:sp>
        <p:nvSpPr>
          <p:cNvPr id="56" name="Rounded Rectangle 16">
            <a:extLst>
              <a:ext uri="{FF2B5EF4-FFF2-40B4-BE49-F238E27FC236}">
                <a16:creationId xmlns:a16="http://schemas.microsoft.com/office/drawing/2014/main" id="{AF71A899-61D3-3C4E-4C0C-1A6DCE87A1A9}"/>
              </a:ext>
            </a:extLst>
          </p:cNvPr>
          <p:cNvSpPr/>
          <p:nvPr/>
        </p:nvSpPr>
        <p:spPr>
          <a:xfrm>
            <a:off x="7464234" y="4032812"/>
            <a:ext cx="1042543" cy="184756"/>
          </a:xfrm>
          <a:prstGeom prst="roundRect">
            <a:avLst>
              <a:gd name="adj" fmla="val 50000"/>
            </a:avLst>
          </a:prstGeom>
          <a:solidFill>
            <a:srgbClr val="93A9D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000" b="1" spc="50">
                <a:solidFill>
                  <a:srgbClr val="3D4F8F"/>
                </a:solidFill>
                <a:latin typeface="Calibri"/>
              </a:rPr>
              <a:t>SECONDARY</a:t>
            </a:r>
          </a:p>
        </p:txBody>
      </p:sp>
      <p:sp>
        <p:nvSpPr>
          <p:cNvPr id="58" name="Rounded Rectangle 16">
            <a:extLst>
              <a:ext uri="{FF2B5EF4-FFF2-40B4-BE49-F238E27FC236}">
                <a16:creationId xmlns:a16="http://schemas.microsoft.com/office/drawing/2014/main" id="{283CB4A7-4916-B422-CF17-943B4757573D}"/>
              </a:ext>
            </a:extLst>
          </p:cNvPr>
          <p:cNvSpPr/>
          <p:nvPr/>
        </p:nvSpPr>
        <p:spPr>
          <a:xfrm>
            <a:off x="5388510" y="4048478"/>
            <a:ext cx="1042543" cy="184756"/>
          </a:xfrm>
          <a:prstGeom prst="roundRect">
            <a:avLst>
              <a:gd name="adj" fmla="val 50000"/>
            </a:avLst>
          </a:prstGeom>
          <a:solidFill>
            <a:srgbClr val="93A9D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000" b="1" spc="50">
                <a:solidFill>
                  <a:srgbClr val="3D4F8F"/>
                </a:solidFill>
                <a:latin typeface="Calibri"/>
              </a:rPr>
              <a:t>SECONDARY</a:t>
            </a:r>
          </a:p>
        </p:txBody>
      </p:sp>
      <p:sp>
        <p:nvSpPr>
          <p:cNvPr id="60" name="Rounded Rectangle 23">
            <a:extLst>
              <a:ext uri="{FF2B5EF4-FFF2-40B4-BE49-F238E27FC236}">
                <a16:creationId xmlns:a16="http://schemas.microsoft.com/office/drawing/2014/main" id="{621DDAE5-7B98-EEC6-95EC-0B503A67CF67}"/>
              </a:ext>
            </a:extLst>
          </p:cNvPr>
          <p:cNvSpPr/>
          <p:nvPr/>
        </p:nvSpPr>
        <p:spPr>
          <a:xfrm>
            <a:off x="9829014" y="3097799"/>
            <a:ext cx="1214455" cy="184756"/>
          </a:xfrm>
          <a:prstGeom prst="roundRect">
            <a:avLst>
              <a:gd name="adj" fmla="val 50000"/>
            </a:avLst>
          </a:prstGeom>
          <a:solidFill>
            <a:srgbClr val="EAD2B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000" b="1" spc="50">
                <a:solidFill>
                  <a:srgbClr val="8C5A2E"/>
                </a:solidFill>
                <a:latin typeface="Calibri"/>
              </a:rPr>
              <a:t>LIMITED</a:t>
            </a:r>
          </a:p>
        </p:txBody>
      </p:sp>
      <p:sp>
        <p:nvSpPr>
          <p:cNvPr id="62" name="Rounded Rectangle 23">
            <a:extLst>
              <a:ext uri="{FF2B5EF4-FFF2-40B4-BE49-F238E27FC236}">
                <a16:creationId xmlns:a16="http://schemas.microsoft.com/office/drawing/2014/main" id="{92A5FB4D-F355-ADDF-DB90-476135D42143}"/>
              </a:ext>
            </a:extLst>
          </p:cNvPr>
          <p:cNvSpPr/>
          <p:nvPr/>
        </p:nvSpPr>
        <p:spPr>
          <a:xfrm>
            <a:off x="7444191" y="3038409"/>
            <a:ext cx="1214455" cy="184756"/>
          </a:xfrm>
          <a:prstGeom prst="roundRect">
            <a:avLst>
              <a:gd name="adj" fmla="val 50000"/>
            </a:avLst>
          </a:prstGeom>
          <a:solidFill>
            <a:srgbClr val="EAD2B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000" b="1" spc="50">
                <a:solidFill>
                  <a:srgbClr val="8C5A2E"/>
                </a:solidFill>
                <a:latin typeface="Calibri"/>
              </a:rPr>
              <a:t>LIMITED</a:t>
            </a:r>
          </a:p>
        </p:txBody>
      </p:sp>
    </p:spTree>
    <p:extLst>
      <p:ext uri="{BB962C8B-B14F-4D97-AF65-F5344CB8AC3E}">
        <p14:creationId xmlns:p14="http://schemas.microsoft.com/office/powerpoint/2010/main" val="75190757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B2726-4C2E-3578-5FF9-33F4C0D23992}"/>
            </a:ext>
          </a:extLst>
        </p:cNvPr>
        <p:cNvGrpSpPr/>
        <p:nvPr/>
      </p:nvGrpSpPr>
      <p:grpSpPr>
        <a:xfrm>
          <a:off x="0" y="0"/>
          <a:ext cx="0" cy="0"/>
          <a:chOff x="0" y="0"/>
          <a:chExt cx="0" cy="0"/>
        </a:xfrm>
      </p:grpSpPr>
      <p:sp>
        <p:nvSpPr>
          <p:cNvPr id="48" name="Title 47">
            <a:extLst>
              <a:ext uri="{FF2B5EF4-FFF2-40B4-BE49-F238E27FC236}">
                <a16:creationId xmlns:a16="http://schemas.microsoft.com/office/drawing/2014/main" id="{8A044C9A-A9E9-61A6-07B1-DA849EA4FE61}"/>
              </a:ext>
            </a:extLst>
          </p:cNvPr>
          <p:cNvSpPr>
            <a:spLocks noGrp="1"/>
          </p:cNvSpPr>
          <p:nvPr>
            <p:ph type="title"/>
          </p:nvPr>
        </p:nvSpPr>
        <p:spPr>
          <a:xfrm>
            <a:off x="378135" y="506431"/>
            <a:ext cx="11560436" cy="364766"/>
          </a:xfrm>
        </p:spPr>
        <p:txBody>
          <a:bodyPr anchor="ctr"/>
          <a:lstStyle/>
          <a:p>
            <a:r>
              <a:rPr lang="en-US">
                <a:latin typeface="Open Sans Light" panose="020B0306030504020204" pitchFamily="34" charset="0"/>
                <a:ea typeface="Open Sans Light" panose="020B0306030504020204" pitchFamily="34" charset="0"/>
                <a:cs typeface="Open Sans Light" panose="020B0306030504020204" pitchFamily="34" charset="0"/>
              </a:rPr>
              <a:t>Key Care Navigation Players</a:t>
            </a:r>
          </a:p>
        </p:txBody>
      </p:sp>
      <p:sp>
        <p:nvSpPr>
          <p:cNvPr id="49" name="Text Placeholder 48">
            <a:extLst>
              <a:ext uri="{FF2B5EF4-FFF2-40B4-BE49-F238E27FC236}">
                <a16:creationId xmlns:a16="http://schemas.microsoft.com/office/drawing/2014/main" id="{82CDA3AE-AD82-F2BF-B228-AE5A7A411B40}"/>
              </a:ext>
            </a:extLst>
          </p:cNvPr>
          <p:cNvSpPr>
            <a:spLocks noGrp="1"/>
          </p:cNvSpPr>
          <p:nvPr>
            <p:ph type="body" sz="quarter" idx="15"/>
          </p:nvPr>
        </p:nvSpPr>
        <p:spPr/>
        <p:txBody>
          <a:bodyPr/>
          <a:lstStyle/>
          <a:p>
            <a:r>
              <a:rPr lang="en-US">
                <a:latin typeface="Open Sans Light" panose="020B0306030504020204" pitchFamily="34" charset="0"/>
                <a:ea typeface="Open Sans Light" panose="020B0306030504020204" pitchFamily="34" charset="0"/>
                <a:cs typeface="Open Sans Light" panose="020B0306030504020204" pitchFamily="34" charset="0"/>
              </a:rPr>
              <a:t>5. Competitive Landscape &amp; Capability Map</a:t>
            </a:r>
          </a:p>
        </p:txBody>
      </p:sp>
      <p:cxnSp>
        <p:nvCxnSpPr>
          <p:cNvPr id="51" name="Straight Connector 50">
            <a:extLst>
              <a:ext uri="{FF2B5EF4-FFF2-40B4-BE49-F238E27FC236}">
                <a16:creationId xmlns:a16="http://schemas.microsoft.com/office/drawing/2014/main" id="{DE78810E-3E75-B73F-AA29-CEB5F235256D}"/>
              </a:ext>
            </a:extLst>
          </p:cNvPr>
          <p:cNvCxnSpPr>
            <a:cxnSpLocks/>
          </p:cNvCxnSpPr>
          <p:nvPr/>
        </p:nvCxnSpPr>
        <p:spPr>
          <a:xfrm>
            <a:off x="384490" y="421894"/>
            <a:ext cx="1137684" cy="0"/>
          </a:xfrm>
          <a:prstGeom prst="line">
            <a:avLst/>
          </a:prstGeom>
          <a:ln w="60325">
            <a:solidFill>
              <a:schemeClr val="accent4">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92" name="TextBox 91">
            <a:extLst>
              <a:ext uri="{FF2B5EF4-FFF2-40B4-BE49-F238E27FC236}">
                <a16:creationId xmlns:a16="http://schemas.microsoft.com/office/drawing/2014/main" id="{C1C0A4E8-308D-C05E-3139-C27626F42E3D}"/>
              </a:ext>
            </a:extLst>
          </p:cNvPr>
          <p:cNvSpPr txBox="1"/>
          <p:nvPr/>
        </p:nvSpPr>
        <p:spPr>
          <a:xfrm>
            <a:off x="395950" y="6491499"/>
            <a:ext cx="11027664" cy="182880"/>
          </a:xfrm>
          <a:prstGeom prst="rect">
            <a:avLst/>
          </a:prstGeom>
          <a:noFill/>
        </p:spPr>
        <p:txBody>
          <a:bodyPr wrap="square" lIns="0" tIns="0" rIns="0" bIns="0" anchor="ctr">
            <a:noAutofit/>
          </a:bodyPr>
          <a:lstStyle/>
          <a:p>
            <a:pPr>
              <a:lnSpc>
                <a:spcPct val="120000"/>
              </a:lnSpc>
            </a:pPr>
            <a:r>
              <a:rPr lang="en-US" sz="800" b="1">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Sources: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hlinkClick r:id="rId2"/>
              </a:rPr>
              <a:t>Precedence Research, Healthcare Navigation Platform Market</a:t>
            </a:r>
            <a:r>
              <a:rPr lang="en-US" sz="800">
                <a:solidFill>
                  <a:srgbClr val="4D3A24"/>
                </a:solidFill>
                <a:latin typeface="Open Sans Light" panose="020B0306030504020204" pitchFamily="34" charset="0"/>
                <a:ea typeface="Open Sans Light" panose="020B0306030504020204" pitchFamily="34" charset="0"/>
                <a:cs typeface="Open Sans Light" panose="020B0306030504020204" pitchFamily="34" charset="0"/>
              </a:rPr>
              <a:t>. Company revenue and growth from SEC filings (Accolade 10-K/8-K) and company press releases (Quantum Health, </a:t>
            </a:r>
            <a:r>
              <a:rPr lang="en-US" sz="800" err="1">
                <a:solidFill>
                  <a:srgbClr val="4D3A24"/>
                </a:solidFill>
                <a:latin typeface="Open Sans Light" panose="020B0306030504020204" pitchFamily="34" charset="0"/>
                <a:ea typeface="Open Sans Light" panose="020B0306030504020204" pitchFamily="34" charset="0"/>
                <a:cs typeface="Open Sans Light" panose="020B0306030504020204" pitchFamily="34" charset="0"/>
              </a:rPr>
              <a:t>Transcarent</a:t>
            </a:r>
            <a:r>
              <a:rPr lang="en-US" sz="800">
                <a:solidFill>
                  <a:srgbClr val="4D3A24"/>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800" err="1">
                <a:solidFill>
                  <a:srgbClr val="4D3A24"/>
                </a:solidFill>
                <a:latin typeface="Open Sans Light" panose="020B0306030504020204" pitchFamily="34" charset="0"/>
                <a:ea typeface="Open Sans Light" panose="020B0306030504020204" pitchFamily="34" charset="0"/>
                <a:cs typeface="Open Sans Light" panose="020B0306030504020204" pitchFamily="34" charset="0"/>
              </a:rPr>
              <a:t>Rightway</a:t>
            </a:r>
            <a:r>
              <a:rPr lang="en-US" sz="800">
                <a:solidFill>
                  <a:srgbClr val="4D3A24"/>
                </a:solidFill>
                <a:latin typeface="Open Sans Light" panose="020B0306030504020204" pitchFamily="34" charset="0"/>
                <a:ea typeface="Open Sans Light" panose="020B0306030504020204" pitchFamily="34" charset="0"/>
                <a:cs typeface="Open Sans Light" panose="020B0306030504020204" pitchFamily="34" charset="0"/>
              </a:rPr>
              <a:t>, Personify Health, </a:t>
            </a:r>
            <a:r>
              <a:rPr lang="en-US" sz="800" err="1">
                <a:solidFill>
                  <a:srgbClr val="4D3A24"/>
                </a:solidFill>
                <a:latin typeface="Open Sans Light" panose="020B0306030504020204" pitchFamily="34" charset="0"/>
                <a:ea typeface="Open Sans Light" panose="020B0306030504020204" pitchFamily="34" charset="0"/>
                <a:cs typeface="Open Sans Light" panose="020B0306030504020204" pitchFamily="34" charset="0"/>
              </a:rPr>
              <a:t>Curai</a:t>
            </a:r>
            <a:r>
              <a:rPr lang="en-US" sz="800">
                <a:solidFill>
                  <a:srgbClr val="4D3A24"/>
                </a:solidFill>
                <a:latin typeface="Open Sans Light" panose="020B0306030504020204" pitchFamily="34" charset="0"/>
                <a:ea typeface="Open Sans Light" panose="020B0306030504020204" pitchFamily="34" charset="0"/>
                <a:cs typeface="Open Sans Light" panose="020B0306030504020204" pitchFamily="34" charset="0"/>
              </a:rPr>
              <a:t> Health); where revenue is not company-disclosed, it is shown as “Private; not publicly disclosed” rather than estimated; * Rate not publicly disclosed</a:t>
            </a:r>
            <a:br>
              <a:rPr lang="en-US" sz="800">
                <a:solidFill>
                  <a:srgbClr val="4D3A24"/>
                </a:solidFill>
                <a:latin typeface="Open Sans Light" panose="020B0306030504020204" pitchFamily="34" charset="0"/>
                <a:ea typeface="Open Sans Light" panose="020B0306030504020204" pitchFamily="34" charset="0"/>
                <a:cs typeface="Open Sans Light" panose="020B0306030504020204" pitchFamily="34" charset="0"/>
              </a:rPr>
            </a:br>
            <a:endParaRPr lang="en-US" sz="800">
              <a:solidFill>
                <a:srgbClr val="4D3A24"/>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31" name="TextBox 130">
            <a:extLst>
              <a:ext uri="{FF2B5EF4-FFF2-40B4-BE49-F238E27FC236}">
                <a16:creationId xmlns:a16="http://schemas.microsoft.com/office/drawing/2014/main" id="{425C1A16-D6B8-7BAE-D713-C9F8FC8EF68E}"/>
              </a:ext>
            </a:extLst>
          </p:cNvPr>
          <p:cNvSpPr txBox="1"/>
          <p:nvPr/>
        </p:nvSpPr>
        <p:spPr>
          <a:xfrm>
            <a:off x="395950" y="6260360"/>
            <a:ext cx="7745428" cy="120991"/>
          </a:xfrm>
          <a:prstGeom prst="rect">
            <a:avLst/>
          </a:prstGeom>
          <a:noFill/>
        </p:spPr>
        <p:txBody>
          <a:bodyPr wrap="square" lIns="0" tIns="0" rIns="0" bIns="0" anchor="ctr">
            <a:noAutofit/>
          </a:bodyPr>
          <a:lstStyle/>
          <a:p>
            <a:pPr algn="l">
              <a:spcBef>
                <a:spcPts val="0"/>
              </a:spcBef>
              <a:spcAft>
                <a:spcPts val="0"/>
              </a:spcAft>
            </a:pPr>
            <a:r>
              <a:rPr sz="800" b="1" i="0">
                <a:solidFill>
                  <a:srgbClr val="5C3717"/>
                </a:solidFill>
                <a:latin typeface="Calibri"/>
              </a:rPr>
              <a:t>BROADER ARCHETYPES NOT PROFILED IN DETAIL:  </a:t>
            </a:r>
            <a:r>
              <a:rPr sz="800" b="0" i="0">
                <a:solidFill>
                  <a:srgbClr val="4D3A24"/>
                </a:solidFill>
                <a:latin typeface="Calibri"/>
              </a:rPr>
              <a:t>Garner Health: steering layer · Carrum / Lantern: specialty networks / COEs · Carriers and TPAs: plan-integrated navigation</a:t>
            </a:r>
          </a:p>
        </p:txBody>
      </p:sp>
      <p:graphicFrame>
        <p:nvGraphicFramePr>
          <p:cNvPr id="133" name="Table 132">
            <a:extLst>
              <a:ext uri="{FF2B5EF4-FFF2-40B4-BE49-F238E27FC236}">
                <a16:creationId xmlns:a16="http://schemas.microsoft.com/office/drawing/2014/main" id="{5D594BC0-93DA-8E68-9F4D-CB3138E6170B}"/>
              </a:ext>
            </a:extLst>
          </p:cNvPr>
          <p:cNvGraphicFramePr>
            <a:graphicFrameLocks noGrp="1"/>
          </p:cNvGraphicFramePr>
          <p:nvPr/>
        </p:nvGraphicFramePr>
        <p:xfrm>
          <a:off x="384490" y="857786"/>
          <a:ext cx="11441748" cy="5396357"/>
        </p:xfrm>
        <a:graphic>
          <a:graphicData uri="http://schemas.openxmlformats.org/drawingml/2006/table">
            <a:tbl>
              <a:tblPr firstRow="1" bandRow="1">
                <a:tableStyleId>{5C22544A-7EE6-4342-B048-85BDC9FD1C3A}</a:tableStyleId>
              </a:tblPr>
              <a:tblGrid>
                <a:gridCol w="1906958">
                  <a:extLst>
                    <a:ext uri="{9D8B030D-6E8A-4147-A177-3AD203B41FA5}">
                      <a16:colId xmlns:a16="http://schemas.microsoft.com/office/drawing/2014/main" val="360187248"/>
                    </a:ext>
                  </a:extLst>
                </a:gridCol>
                <a:gridCol w="1906958">
                  <a:extLst>
                    <a:ext uri="{9D8B030D-6E8A-4147-A177-3AD203B41FA5}">
                      <a16:colId xmlns:a16="http://schemas.microsoft.com/office/drawing/2014/main" val="3552031493"/>
                    </a:ext>
                  </a:extLst>
                </a:gridCol>
                <a:gridCol w="1478494">
                  <a:extLst>
                    <a:ext uri="{9D8B030D-6E8A-4147-A177-3AD203B41FA5}">
                      <a16:colId xmlns:a16="http://schemas.microsoft.com/office/drawing/2014/main" val="4266170562"/>
                    </a:ext>
                  </a:extLst>
                </a:gridCol>
                <a:gridCol w="1733550">
                  <a:extLst>
                    <a:ext uri="{9D8B030D-6E8A-4147-A177-3AD203B41FA5}">
                      <a16:colId xmlns:a16="http://schemas.microsoft.com/office/drawing/2014/main" val="3942211041"/>
                    </a:ext>
                  </a:extLst>
                </a:gridCol>
                <a:gridCol w="1514475">
                  <a:extLst>
                    <a:ext uri="{9D8B030D-6E8A-4147-A177-3AD203B41FA5}">
                      <a16:colId xmlns:a16="http://schemas.microsoft.com/office/drawing/2014/main" val="3003679552"/>
                    </a:ext>
                  </a:extLst>
                </a:gridCol>
                <a:gridCol w="2901313">
                  <a:extLst>
                    <a:ext uri="{9D8B030D-6E8A-4147-A177-3AD203B41FA5}">
                      <a16:colId xmlns:a16="http://schemas.microsoft.com/office/drawing/2014/main" val="3722207841"/>
                    </a:ext>
                  </a:extLst>
                </a:gridCol>
              </a:tblGrid>
              <a:tr h="439243">
                <a:tc>
                  <a:txBody>
                    <a:bodyPr/>
                    <a:lstStyle/>
                    <a:p>
                      <a:pPr algn="l">
                        <a:lnSpc>
                          <a:spcPct val="100000"/>
                        </a:lnSpc>
                        <a:spcBef>
                          <a:spcPts val="0"/>
                        </a:spcBef>
                        <a:spcAft>
                          <a:spcPts val="200"/>
                        </a:spcAft>
                      </a:pPr>
                      <a:r>
                        <a:rPr sz="1200" b="1" i="0" spc="30">
                          <a:solidFill>
                            <a:srgbClr val="FFFFFF"/>
                          </a:solidFill>
                          <a:latin typeface="Calibri"/>
                        </a:rPr>
                        <a:t>COMPANY</a:t>
                      </a:r>
                    </a:p>
                  </a:txBody>
                  <a:tcPr>
                    <a:solidFill>
                      <a:srgbClr val="3D4F8F"/>
                    </a:solidFill>
                  </a:tcPr>
                </a:tc>
                <a:tc>
                  <a:txBody>
                    <a:bodyPr/>
                    <a:lstStyle/>
                    <a:p>
                      <a:pPr algn="l">
                        <a:lnSpc>
                          <a:spcPct val="100000"/>
                        </a:lnSpc>
                        <a:spcBef>
                          <a:spcPts val="0"/>
                        </a:spcBef>
                        <a:spcAft>
                          <a:spcPts val="200"/>
                        </a:spcAft>
                      </a:pPr>
                      <a:r>
                        <a:rPr sz="1200" b="1" i="0" spc="30">
                          <a:solidFill>
                            <a:srgbClr val="FFFFFF"/>
                          </a:solidFill>
                          <a:latin typeface="Calibri"/>
                        </a:rPr>
                        <a:t>SCALE (2025 REVENUE &amp; GROWTH)</a:t>
                      </a:r>
                    </a:p>
                  </a:txBody>
                  <a:tcPr>
                    <a:solidFill>
                      <a:srgbClr val="3D4F8F"/>
                    </a:solidFill>
                  </a:tcPr>
                </a:tc>
                <a:tc>
                  <a:txBody>
                    <a:bodyPr/>
                    <a:lstStyle/>
                    <a:p>
                      <a:pPr algn="l">
                        <a:lnSpc>
                          <a:spcPct val="100000"/>
                        </a:lnSpc>
                        <a:spcBef>
                          <a:spcPts val="0"/>
                        </a:spcBef>
                        <a:spcAft>
                          <a:spcPts val="200"/>
                        </a:spcAft>
                      </a:pPr>
                      <a:r>
                        <a:rPr sz="1200" b="1" i="0" spc="30">
                          <a:solidFill>
                            <a:srgbClr val="FFFFFF"/>
                          </a:solidFill>
                          <a:latin typeface="Calibri"/>
                        </a:rPr>
                        <a:t>CUSTOMER PROFILE</a:t>
                      </a:r>
                    </a:p>
                  </a:txBody>
                  <a:tcPr>
                    <a:solidFill>
                      <a:srgbClr val="3D4F8F"/>
                    </a:solidFill>
                  </a:tcPr>
                </a:tc>
                <a:tc>
                  <a:txBody>
                    <a:bodyPr/>
                    <a:lstStyle/>
                    <a:p>
                      <a:pPr algn="l">
                        <a:lnSpc>
                          <a:spcPct val="100000"/>
                        </a:lnSpc>
                        <a:spcBef>
                          <a:spcPts val="0"/>
                        </a:spcBef>
                        <a:spcAft>
                          <a:spcPts val="200"/>
                        </a:spcAft>
                      </a:pPr>
                      <a:r>
                        <a:rPr sz="1200" b="1" i="0" spc="30">
                          <a:solidFill>
                            <a:srgbClr val="FFFFFF"/>
                          </a:solidFill>
                          <a:latin typeface="Calibri"/>
                        </a:rPr>
                        <a:t>VALUE PROPOSITION</a:t>
                      </a:r>
                    </a:p>
                  </a:txBody>
                  <a:tcPr>
                    <a:solidFill>
                      <a:srgbClr val="3D4F8F"/>
                    </a:solidFill>
                  </a:tcPr>
                </a:tc>
                <a:tc>
                  <a:txBody>
                    <a:bodyPr/>
                    <a:lstStyle/>
                    <a:p>
                      <a:pPr algn="l">
                        <a:lnSpc>
                          <a:spcPct val="100000"/>
                        </a:lnSpc>
                        <a:spcBef>
                          <a:spcPts val="0"/>
                        </a:spcBef>
                        <a:spcAft>
                          <a:spcPts val="200"/>
                        </a:spcAft>
                      </a:pPr>
                      <a:r>
                        <a:rPr sz="1200" b="1" i="0" spc="30">
                          <a:solidFill>
                            <a:srgbClr val="FFFFFF"/>
                          </a:solidFill>
                          <a:latin typeface="Calibri"/>
                        </a:rPr>
                        <a:t>PRICING MODEL</a:t>
                      </a:r>
                      <a:r>
                        <a:rPr lang="en-US" sz="1200" b="1" i="0" spc="30">
                          <a:solidFill>
                            <a:srgbClr val="FFFFFF"/>
                          </a:solidFill>
                          <a:latin typeface="Calibri"/>
                        </a:rPr>
                        <a:t>*</a:t>
                      </a:r>
                      <a:endParaRPr sz="1200" b="1" i="0" spc="30">
                        <a:solidFill>
                          <a:srgbClr val="FFFFFF"/>
                        </a:solidFill>
                        <a:latin typeface="Calibri"/>
                      </a:endParaRPr>
                    </a:p>
                  </a:txBody>
                  <a:tcPr>
                    <a:solidFill>
                      <a:srgbClr val="3D4F8F"/>
                    </a:solidFill>
                  </a:tcPr>
                </a:tc>
                <a:tc>
                  <a:txBody>
                    <a:bodyPr/>
                    <a:lstStyle/>
                    <a:p>
                      <a:pPr algn="l">
                        <a:lnSpc>
                          <a:spcPct val="100000"/>
                        </a:lnSpc>
                        <a:spcBef>
                          <a:spcPts val="0"/>
                        </a:spcBef>
                        <a:spcAft>
                          <a:spcPts val="200"/>
                        </a:spcAft>
                      </a:pPr>
                      <a:r>
                        <a:rPr sz="1200" b="1" i="0" spc="30">
                          <a:solidFill>
                            <a:srgbClr val="FFFFFF"/>
                          </a:solidFill>
                          <a:latin typeface="Calibri"/>
                        </a:rPr>
                        <a:t>KEY CAPABILITIES</a:t>
                      </a:r>
                    </a:p>
                  </a:txBody>
                  <a:tcPr>
                    <a:solidFill>
                      <a:srgbClr val="3D4F8F"/>
                    </a:solidFill>
                  </a:tcPr>
                </a:tc>
                <a:extLst>
                  <a:ext uri="{0D108BD9-81ED-4DB2-BD59-A6C34878D82A}">
                    <a16:rowId xmlns:a16="http://schemas.microsoft.com/office/drawing/2014/main" val="2232952734"/>
                  </a:ext>
                </a:extLst>
              </a:tr>
              <a:tr h="933026">
                <a:tc>
                  <a:txBody>
                    <a:bodyPr/>
                    <a:lstStyle/>
                    <a:p>
                      <a:pPr algn="l">
                        <a:lnSpc>
                          <a:spcPct val="115000"/>
                        </a:lnSpc>
                        <a:spcBef>
                          <a:spcPts val="0"/>
                        </a:spcBef>
                        <a:spcAft>
                          <a:spcPts val="200"/>
                        </a:spcAft>
                      </a:pPr>
                      <a:r>
                        <a:rPr sz="1200" b="1" i="0">
                          <a:solidFill>
                            <a:srgbClr val="231505"/>
                          </a:solidFill>
                          <a:latin typeface="Calibri"/>
                        </a:rPr>
                        <a:t>Quantum Health</a:t>
                      </a:r>
                    </a:p>
                    <a:p>
                      <a:pPr algn="l">
                        <a:lnSpc>
                          <a:spcPct val="115000"/>
                        </a:lnSpc>
                        <a:spcBef>
                          <a:spcPts val="0"/>
                        </a:spcBef>
                        <a:spcAft>
                          <a:spcPts val="200"/>
                        </a:spcAft>
                      </a:pPr>
                      <a:r>
                        <a:rPr sz="1200" b="0" i="0">
                          <a:solidFill>
                            <a:schemeClr val="tx1">
                              <a:lumMod val="50000"/>
                              <a:lumOff val="50000"/>
                            </a:schemeClr>
                          </a:solidFill>
                          <a:latin typeface="Calibri"/>
                        </a:rPr>
                        <a:t>IPO candidate, 2025–26</a:t>
                      </a:r>
                    </a:p>
                    <a:p>
                      <a:pPr algn="l">
                        <a:lnSpc>
                          <a:spcPct val="115000"/>
                        </a:lnSpc>
                        <a:spcBef>
                          <a:spcPts val="0"/>
                        </a:spcBef>
                        <a:spcAft>
                          <a:spcPts val="200"/>
                        </a:spcAft>
                      </a:pPr>
                      <a:r>
                        <a:rPr sz="1200" b="0" i="0">
                          <a:solidFill>
                            <a:srgbClr val="3D4F8F"/>
                          </a:solidFill>
                          <a:latin typeface="Calibri"/>
                        </a:rPr>
                        <a:t>Independent navigation and care coordination</a:t>
                      </a:r>
                    </a:p>
                  </a:txBody>
                  <a:tcPr>
                    <a:solidFill>
                      <a:srgbClr val="FFFDF8"/>
                    </a:solidFill>
                  </a:tcPr>
                </a:tc>
                <a:tc>
                  <a:txBody>
                    <a:bodyPr/>
                    <a:lstStyle/>
                    <a:p>
                      <a:pPr algn="l">
                        <a:lnSpc>
                          <a:spcPct val="115000"/>
                        </a:lnSpc>
                        <a:spcBef>
                          <a:spcPts val="0"/>
                        </a:spcBef>
                        <a:spcAft>
                          <a:spcPts val="200"/>
                        </a:spcAft>
                      </a:pPr>
                      <a:r>
                        <a:rPr sz="1200" b="0" i="0">
                          <a:solidFill>
                            <a:srgbClr val="4D3A24"/>
                          </a:solidFill>
                          <a:latin typeface="Calibri"/>
                        </a:rPr>
                        <a:t>Private; not publicly disclosed.</a:t>
                      </a:r>
                    </a:p>
                  </a:txBody>
                  <a:tcPr>
                    <a:solidFill>
                      <a:srgbClr val="FFFDF8"/>
                    </a:solidFill>
                  </a:tcPr>
                </a:tc>
                <a:tc>
                  <a:txBody>
                    <a:bodyPr/>
                    <a:lstStyle/>
                    <a:p>
                      <a:pPr algn="l">
                        <a:lnSpc>
                          <a:spcPct val="115000"/>
                        </a:lnSpc>
                        <a:spcBef>
                          <a:spcPts val="0"/>
                        </a:spcBef>
                        <a:spcAft>
                          <a:spcPts val="200"/>
                        </a:spcAft>
                      </a:pPr>
                      <a:r>
                        <a:rPr sz="1200" b="0" i="0">
                          <a:solidFill>
                            <a:srgbClr val="4D3A24"/>
                          </a:solidFill>
                          <a:latin typeface="Calibri"/>
                        </a:rPr>
                        <a:t>500+ employer clients, 20M+ members, large self-insured employers</a:t>
                      </a:r>
                    </a:p>
                  </a:txBody>
                  <a:tcPr>
                    <a:solidFill>
                      <a:srgbClr val="FFFDF8"/>
                    </a:solidFill>
                  </a:tcPr>
                </a:tc>
                <a:tc>
                  <a:txBody>
                    <a:bodyPr/>
                    <a:lstStyle/>
                    <a:p>
                      <a:pPr algn="l">
                        <a:lnSpc>
                          <a:spcPct val="115000"/>
                        </a:lnSpc>
                        <a:spcBef>
                          <a:spcPts val="0"/>
                        </a:spcBef>
                        <a:spcAft>
                          <a:spcPts val="200"/>
                        </a:spcAft>
                      </a:pPr>
                      <a:r>
                        <a:rPr sz="1200" b="0" i="0">
                          <a:solidFill>
                            <a:srgbClr val="4D3A24"/>
                          </a:solidFill>
                          <a:latin typeface="Calibri"/>
                        </a:rPr>
                        <a:t>High-touch human “Healthcare Warrior” coordinators layered with AI</a:t>
                      </a:r>
                    </a:p>
                  </a:txBody>
                  <a:tcPr>
                    <a:solidFill>
                      <a:srgbClr val="FFFDF8"/>
                    </a:solidFill>
                  </a:tcPr>
                </a:tc>
                <a:tc>
                  <a:txBody>
                    <a:bodyPr/>
                    <a:lstStyle/>
                    <a:p>
                      <a:pPr algn="l">
                        <a:lnSpc>
                          <a:spcPct val="115000"/>
                        </a:lnSpc>
                        <a:spcBef>
                          <a:spcPts val="0"/>
                        </a:spcBef>
                        <a:spcAft>
                          <a:spcPts val="200"/>
                        </a:spcAft>
                      </a:pPr>
                      <a:r>
                        <a:rPr sz="1200" b="0" i="0">
                          <a:solidFill>
                            <a:srgbClr val="4D3A24"/>
                          </a:solidFill>
                          <a:latin typeface="Calibri"/>
                        </a:rPr>
                        <a:t>PEPM / PMPM access fee </a:t>
                      </a:r>
                    </a:p>
                  </a:txBody>
                  <a:tcPr>
                    <a:solidFill>
                      <a:srgbClr val="FFFDF8"/>
                    </a:solidFill>
                  </a:tcPr>
                </a:tc>
                <a:tc>
                  <a:txBody>
                    <a:bodyPr/>
                    <a:lstStyle/>
                    <a:p>
                      <a:pPr algn="l">
                        <a:lnSpc>
                          <a:spcPct val="115000"/>
                        </a:lnSpc>
                        <a:spcBef>
                          <a:spcPts val="0"/>
                        </a:spcBef>
                        <a:spcAft>
                          <a:spcPts val="200"/>
                        </a:spcAft>
                      </a:pPr>
                      <a:r>
                        <a:rPr sz="1200" b="0" i="0">
                          <a:solidFill>
                            <a:srgbClr val="4D3A24"/>
                          </a:solidFill>
                          <a:latin typeface="Calibri"/>
                        </a:rPr>
                        <a:t>Human-first model + Gen AI copilot; acquired </a:t>
                      </a:r>
                      <a:r>
                        <a:rPr sz="1200" b="0" i="0" err="1">
                          <a:solidFill>
                            <a:srgbClr val="4D3A24"/>
                          </a:solidFill>
                          <a:latin typeface="Calibri"/>
                        </a:rPr>
                        <a:t>Embold</a:t>
                      </a:r>
                      <a:r>
                        <a:rPr sz="1200" b="0" i="0">
                          <a:solidFill>
                            <a:srgbClr val="4D3A24"/>
                          </a:solidFill>
                          <a:latin typeface="Calibri"/>
                        </a:rPr>
                        <a:t> (provider quality data) and </a:t>
                      </a:r>
                      <a:r>
                        <a:rPr sz="1200" b="0" i="0" err="1">
                          <a:solidFill>
                            <a:srgbClr val="4D3A24"/>
                          </a:solidFill>
                          <a:latin typeface="Calibri"/>
                        </a:rPr>
                        <a:t>CirrusMD</a:t>
                      </a:r>
                      <a:r>
                        <a:rPr sz="1200" b="0" i="0">
                          <a:solidFill>
                            <a:srgbClr val="4D3A24"/>
                          </a:solidFill>
                          <a:latin typeface="Calibri"/>
                        </a:rPr>
                        <a:t> (virtual care) </a:t>
                      </a:r>
                    </a:p>
                  </a:txBody>
                  <a:tcPr>
                    <a:solidFill>
                      <a:srgbClr val="FFFDF8"/>
                    </a:solidFill>
                  </a:tcPr>
                </a:tc>
                <a:extLst>
                  <a:ext uri="{0D108BD9-81ED-4DB2-BD59-A6C34878D82A}">
                    <a16:rowId xmlns:a16="http://schemas.microsoft.com/office/drawing/2014/main" val="3798862639"/>
                  </a:ext>
                </a:extLst>
              </a:tr>
              <a:tr h="1086273">
                <a:tc>
                  <a:txBody>
                    <a:bodyPr/>
                    <a:lstStyle/>
                    <a:p>
                      <a:pPr algn="l">
                        <a:lnSpc>
                          <a:spcPct val="115000"/>
                        </a:lnSpc>
                        <a:spcBef>
                          <a:spcPts val="0"/>
                        </a:spcBef>
                        <a:spcAft>
                          <a:spcPts val="200"/>
                        </a:spcAft>
                      </a:pPr>
                      <a:r>
                        <a:rPr sz="1200" b="1" i="0" err="1">
                          <a:solidFill>
                            <a:srgbClr val="231505"/>
                          </a:solidFill>
                          <a:latin typeface="Calibri"/>
                        </a:rPr>
                        <a:t>Transcarent</a:t>
                      </a:r>
                      <a:endParaRPr sz="1200" b="1" i="0">
                        <a:solidFill>
                          <a:srgbClr val="231505"/>
                        </a:solidFill>
                        <a:latin typeface="Calibri"/>
                      </a:endParaRPr>
                    </a:p>
                    <a:p>
                      <a:pPr algn="l">
                        <a:lnSpc>
                          <a:spcPct val="115000"/>
                        </a:lnSpc>
                        <a:spcBef>
                          <a:spcPts val="0"/>
                        </a:spcBef>
                        <a:spcAft>
                          <a:spcPts val="200"/>
                        </a:spcAft>
                      </a:pPr>
                      <a:r>
                        <a:rPr sz="1200" b="0" i="0">
                          <a:solidFill>
                            <a:schemeClr val="tx1">
                              <a:lumMod val="50000"/>
                              <a:lumOff val="50000"/>
                            </a:schemeClr>
                          </a:solidFill>
                          <a:latin typeface="Calibri"/>
                        </a:rPr>
                        <a:t>(Including Accolade)</a:t>
                      </a:r>
                    </a:p>
                    <a:p>
                      <a:pPr algn="l">
                        <a:lnSpc>
                          <a:spcPct val="115000"/>
                        </a:lnSpc>
                        <a:spcBef>
                          <a:spcPts val="0"/>
                        </a:spcBef>
                        <a:spcAft>
                          <a:spcPts val="200"/>
                        </a:spcAft>
                      </a:pPr>
                      <a:r>
                        <a:rPr sz="1200" b="0" i="0">
                          <a:solidFill>
                            <a:srgbClr val="3D4F8F"/>
                          </a:solidFill>
                          <a:latin typeface="Calibri"/>
                        </a:rPr>
                        <a:t>Care navigation front door</a:t>
                      </a:r>
                    </a:p>
                  </a:txBody>
                  <a:tcPr>
                    <a:solidFill>
                      <a:srgbClr val="F2ECDF"/>
                    </a:solidFill>
                  </a:tcPr>
                </a:tc>
                <a:tc>
                  <a:txBody>
                    <a:bodyPr/>
                    <a:lstStyle/>
                    <a:p>
                      <a:pPr algn="l">
                        <a:lnSpc>
                          <a:spcPct val="115000"/>
                        </a:lnSpc>
                        <a:spcBef>
                          <a:spcPts val="0"/>
                        </a:spcBef>
                        <a:spcAft>
                          <a:spcPts val="200"/>
                        </a:spcAft>
                      </a:pPr>
                      <a:r>
                        <a:rPr sz="1200" b="0" i="0">
                          <a:solidFill>
                            <a:srgbClr val="4D3A24"/>
                          </a:solidFill>
                          <a:latin typeface="Calibri"/>
                        </a:rPr>
                        <a:t>Private; standalone Transcarent revenue not publicly disclosed. Legacy Accolade: $414.3M FY2024 (SEC), +34.1% YoY</a:t>
                      </a:r>
                    </a:p>
                  </a:txBody>
                  <a:tcPr>
                    <a:solidFill>
                      <a:srgbClr val="F2ECDF"/>
                    </a:solidFill>
                  </a:tcPr>
                </a:tc>
                <a:tc>
                  <a:txBody>
                    <a:bodyPr/>
                    <a:lstStyle/>
                    <a:p>
                      <a:pPr algn="l">
                        <a:lnSpc>
                          <a:spcPct val="115000"/>
                        </a:lnSpc>
                        <a:spcBef>
                          <a:spcPts val="0"/>
                        </a:spcBef>
                        <a:spcAft>
                          <a:spcPts val="200"/>
                        </a:spcAft>
                      </a:pPr>
                      <a:r>
                        <a:rPr sz="1200" b="0" i="0">
                          <a:solidFill>
                            <a:srgbClr val="4D3A24"/>
                          </a:solidFill>
                          <a:latin typeface="Calibri"/>
                        </a:rPr>
                        <a:t>Large self-insured employers</a:t>
                      </a:r>
                    </a:p>
                  </a:txBody>
                  <a:tcPr>
                    <a:solidFill>
                      <a:srgbClr val="F2ECDF"/>
                    </a:solidFill>
                  </a:tcPr>
                </a:tc>
                <a:tc>
                  <a:txBody>
                    <a:bodyPr/>
                    <a:lstStyle/>
                    <a:p>
                      <a:pPr algn="l">
                        <a:lnSpc>
                          <a:spcPct val="115000"/>
                        </a:lnSpc>
                        <a:spcBef>
                          <a:spcPts val="0"/>
                        </a:spcBef>
                        <a:spcAft>
                          <a:spcPts val="200"/>
                        </a:spcAft>
                      </a:pPr>
                      <a:r>
                        <a:rPr sz="1200" b="0" i="0">
                          <a:solidFill>
                            <a:srgbClr val="4D3A24"/>
                          </a:solidFill>
                          <a:latin typeface="Calibri"/>
                        </a:rPr>
                        <a:t>Full-stack “one app” for benefits, care, and pharmacy</a:t>
                      </a:r>
                    </a:p>
                  </a:txBody>
                  <a:tcPr>
                    <a:solidFill>
                      <a:srgbClr val="F2ECDF"/>
                    </a:solidFill>
                  </a:tcPr>
                </a:tc>
                <a:tc>
                  <a:txBody>
                    <a:bodyPr/>
                    <a:lstStyle/>
                    <a:p>
                      <a:pPr algn="l">
                        <a:lnSpc>
                          <a:spcPct val="115000"/>
                        </a:lnSpc>
                        <a:spcBef>
                          <a:spcPts val="0"/>
                        </a:spcBef>
                        <a:spcAft>
                          <a:spcPts val="200"/>
                        </a:spcAft>
                      </a:pPr>
                      <a:r>
                        <a:rPr sz="1200" b="0" i="0">
                          <a:solidFill>
                            <a:srgbClr val="4D3A24"/>
                          </a:solidFill>
                          <a:latin typeface="Calibri"/>
                        </a:rPr>
                        <a:t>PEPM access fee + usage</a:t>
                      </a:r>
                    </a:p>
                  </a:txBody>
                  <a:tcPr>
                    <a:solidFill>
                      <a:srgbClr val="F2ECDF"/>
                    </a:solidFill>
                  </a:tcPr>
                </a:tc>
                <a:tc>
                  <a:txBody>
                    <a:bodyPr/>
                    <a:lstStyle/>
                    <a:p>
                      <a:pPr algn="l">
                        <a:lnSpc>
                          <a:spcPct val="115000"/>
                        </a:lnSpc>
                        <a:spcBef>
                          <a:spcPts val="0"/>
                        </a:spcBef>
                        <a:spcAft>
                          <a:spcPts val="200"/>
                        </a:spcAft>
                      </a:pPr>
                      <a:r>
                        <a:rPr sz="1200" b="0" i="0">
                          <a:solidFill>
                            <a:srgbClr val="4D3A24"/>
                          </a:solidFill>
                          <a:latin typeface="Calibri"/>
                        </a:rPr>
                        <a:t>Gen AI-native </a:t>
                      </a:r>
                      <a:r>
                        <a:rPr sz="1200" b="0" i="0" err="1">
                          <a:solidFill>
                            <a:srgbClr val="4D3A24"/>
                          </a:solidFill>
                          <a:latin typeface="Calibri"/>
                        </a:rPr>
                        <a:t>WayFinding</a:t>
                      </a:r>
                      <a:r>
                        <a:rPr sz="1200" b="0" i="0">
                          <a:solidFill>
                            <a:srgbClr val="4D3A24"/>
                          </a:solidFill>
                          <a:latin typeface="Calibri"/>
                        </a:rPr>
                        <a:t> platform; physician-led navigation; pharmacy carve-out</a:t>
                      </a:r>
                    </a:p>
                  </a:txBody>
                  <a:tcPr>
                    <a:solidFill>
                      <a:srgbClr val="F2ECDF"/>
                    </a:solidFill>
                  </a:tcPr>
                </a:tc>
                <a:extLst>
                  <a:ext uri="{0D108BD9-81ED-4DB2-BD59-A6C34878D82A}">
                    <a16:rowId xmlns:a16="http://schemas.microsoft.com/office/drawing/2014/main" val="3182363082"/>
                  </a:ext>
                </a:extLst>
              </a:tr>
              <a:tr h="706571">
                <a:tc>
                  <a:txBody>
                    <a:bodyPr/>
                    <a:lstStyle/>
                    <a:p>
                      <a:pPr algn="l">
                        <a:lnSpc>
                          <a:spcPct val="115000"/>
                        </a:lnSpc>
                        <a:spcBef>
                          <a:spcPts val="0"/>
                        </a:spcBef>
                        <a:spcAft>
                          <a:spcPts val="200"/>
                        </a:spcAft>
                      </a:pPr>
                      <a:r>
                        <a:rPr sz="1200" b="1" i="0">
                          <a:solidFill>
                            <a:srgbClr val="231505"/>
                          </a:solidFill>
                          <a:latin typeface="Calibri"/>
                        </a:rPr>
                        <a:t>Included Health</a:t>
                      </a:r>
                    </a:p>
                    <a:p>
                      <a:pPr algn="l">
                        <a:lnSpc>
                          <a:spcPct val="115000"/>
                        </a:lnSpc>
                        <a:spcBef>
                          <a:spcPts val="0"/>
                        </a:spcBef>
                        <a:spcAft>
                          <a:spcPts val="200"/>
                        </a:spcAft>
                      </a:pPr>
                      <a:r>
                        <a:rPr sz="1200" b="0" i="0">
                          <a:solidFill>
                            <a:srgbClr val="3D4F8F"/>
                          </a:solidFill>
                          <a:latin typeface="Calibri"/>
                        </a:rPr>
                        <a:t>Navigation plus virtual clinical care</a:t>
                      </a:r>
                    </a:p>
                  </a:txBody>
                  <a:tcPr>
                    <a:solidFill>
                      <a:srgbClr val="FFFDF8"/>
                    </a:solidFill>
                  </a:tcPr>
                </a:tc>
                <a:tc>
                  <a:txBody>
                    <a:bodyPr/>
                    <a:lstStyle/>
                    <a:p>
                      <a:pPr algn="l">
                        <a:lnSpc>
                          <a:spcPct val="115000"/>
                        </a:lnSpc>
                        <a:spcBef>
                          <a:spcPts val="0"/>
                        </a:spcBef>
                        <a:spcAft>
                          <a:spcPts val="200"/>
                        </a:spcAft>
                      </a:pPr>
                      <a:r>
                        <a:rPr sz="1200" b="0" i="0">
                          <a:solidFill>
                            <a:srgbClr val="4D3A24"/>
                          </a:solidFill>
                          <a:latin typeface="Calibri"/>
                        </a:rPr>
                        <a:t>Private; not publicly disclosed.</a:t>
                      </a:r>
                    </a:p>
                  </a:txBody>
                  <a:tcPr>
                    <a:solidFill>
                      <a:srgbClr val="FFFDF8"/>
                    </a:solidFill>
                  </a:tcPr>
                </a:tc>
                <a:tc>
                  <a:txBody>
                    <a:bodyPr/>
                    <a:lstStyle/>
                    <a:p>
                      <a:pPr algn="l">
                        <a:lnSpc>
                          <a:spcPct val="115000"/>
                        </a:lnSpc>
                        <a:spcBef>
                          <a:spcPts val="0"/>
                        </a:spcBef>
                        <a:spcAft>
                          <a:spcPts val="200"/>
                        </a:spcAft>
                      </a:pPr>
                      <a:r>
                        <a:rPr sz="1200" b="0" i="0">
                          <a:solidFill>
                            <a:srgbClr val="4D3A24"/>
                          </a:solidFill>
                          <a:latin typeface="Calibri"/>
                        </a:rPr>
                        <a:t>Employers, health plans, unions, public sector</a:t>
                      </a:r>
                    </a:p>
                  </a:txBody>
                  <a:tcPr>
                    <a:solidFill>
                      <a:srgbClr val="FFFDF8"/>
                    </a:solidFill>
                  </a:tcPr>
                </a:tc>
                <a:tc>
                  <a:txBody>
                    <a:bodyPr/>
                    <a:lstStyle/>
                    <a:p>
                      <a:pPr algn="l">
                        <a:lnSpc>
                          <a:spcPct val="115000"/>
                        </a:lnSpc>
                        <a:spcBef>
                          <a:spcPts val="0"/>
                        </a:spcBef>
                        <a:spcAft>
                          <a:spcPts val="200"/>
                        </a:spcAft>
                      </a:pPr>
                      <a:r>
                        <a:rPr sz="1200" b="0" i="0">
                          <a:solidFill>
                            <a:srgbClr val="4D3A24"/>
                          </a:solidFill>
                          <a:latin typeface="Calibri"/>
                        </a:rPr>
                        <a:t>Navigation bundled with virtual primary, specialty, and behavioral care</a:t>
                      </a:r>
                    </a:p>
                  </a:txBody>
                  <a:tcPr>
                    <a:solidFill>
                      <a:srgbClr val="FFFDF8"/>
                    </a:solidFill>
                  </a:tcPr>
                </a:tc>
                <a:tc>
                  <a:txBody>
                    <a:bodyPr/>
                    <a:lstStyle/>
                    <a:p>
                      <a:pPr algn="l">
                        <a:lnSpc>
                          <a:spcPct val="115000"/>
                        </a:lnSpc>
                        <a:spcBef>
                          <a:spcPts val="0"/>
                        </a:spcBef>
                        <a:spcAft>
                          <a:spcPts val="200"/>
                        </a:spcAft>
                      </a:pPr>
                      <a:r>
                        <a:rPr sz="1200" b="0" i="0">
                          <a:solidFill>
                            <a:srgbClr val="4D3A24"/>
                          </a:solidFill>
                          <a:latin typeface="Calibri"/>
                        </a:rPr>
                        <a:t>PEPM / PMPM + visit fees </a:t>
                      </a:r>
                    </a:p>
                  </a:txBody>
                  <a:tcPr>
                    <a:solidFill>
                      <a:srgbClr val="FFFDF8"/>
                    </a:solidFill>
                  </a:tcPr>
                </a:tc>
                <a:tc>
                  <a:txBody>
                    <a:bodyPr/>
                    <a:lstStyle/>
                    <a:p>
                      <a:pPr algn="l">
                        <a:lnSpc>
                          <a:spcPct val="115000"/>
                        </a:lnSpc>
                        <a:spcBef>
                          <a:spcPts val="0"/>
                        </a:spcBef>
                        <a:spcAft>
                          <a:spcPts val="200"/>
                        </a:spcAft>
                      </a:pPr>
                      <a:r>
                        <a:rPr sz="1200" b="0" i="0">
                          <a:solidFill>
                            <a:srgbClr val="4D3A24"/>
                          </a:solidFill>
                          <a:latin typeface="Calibri"/>
                        </a:rPr>
                        <a:t>Broadest care-delivery breadth; AI clinician-in-the-loop model launched Dec 2025</a:t>
                      </a:r>
                    </a:p>
                  </a:txBody>
                  <a:tcPr>
                    <a:solidFill>
                      <a:srgbClr val="FFFDF8"/>
                    </a:solidFill>
                  </a:tcPr>
                </a:tc>
                <a:extLst>
                  <a:ext uri="{0D108BD9-81ED-4DB2-BD59-A6C34878D82A}">
                    <a16:rowId xmlns:a16="http://schemas.microsoft.com/office/drawing/2014/main" val="3525738376"/>
                  </a:ext>
                </a:extLst>
              </a:tr>
              <a:tr h="884221">
                <a:tc>
                  <a:txBody>
                    <a:bodyPr/>
                    <a:lstStyle/>
                    <a:p>
                      <a:pPr algn="l">
                        <a:lnSpc>
                          <a:spcPct val="115000"/>
                        </a:lnSpc>
                        <a:spcBef>
                          <a:spcPts val="0"/>
                        </a:spcBef>
                        <a:spcAft>
                          <a:spcPts val="200"/>
                        </a:spcAft>
                      </a:pPr>
                      <a:r>
                        <a:rPr sz="1200" b="1" i="0" err="1">
                          <a:solidFill>
                            <a:srgbClr val="231505"/>
                          </a:solidFill>
                          <a:latin typeface="Calibri"/>
                        </a:rPr>
                        <a:t>Rightway</a:t>
                      </a:r>
                      <a:endParaRPr sz="1200" b="1" i="0">
                        <a:solidFill>
                          <a:srgbClr val="231505"/>
                        </a:solidFill>
                        <a:latin typeface="Calibri"/>
                      </a:endParaRPr>
                    </a:p>
                    <a:p>
                      <a:pPr algn="l">
                        <a:lnSpc>
                          <a:spcPct val="115000"/>
                        </a:lnSpc>
                        <a:spcBef>
                          <a:spcPts val="0"/>
                        </a:spcBef>
                        <a:spcAft>
                          <a:spcPts val="200"/>
                        </a:spcAft>
                      </a:pPr>
                      <a:r>
                        <a:rPr sz="1200" b="0" i="0">
                          <a:solidFill>
                            <a:srgbClr val="3D4F8F"/>
                          </a:solidFill>
                          <a:latin typeface="Calibri"/>
                        </a:rPr>
                        <a:t>Navigation plus PBM</a:t>
                      </a:r>
                    </a:p>
                  </a:txBody>
                  <a:tcPr>
                    <a:solidFill>
                      <a:srgbClr val="F2ECDF"/>
                    </a:solidFill>
                  </a:tcPr>
                </a:tc>
                <a:tc>
                  <a:txBody>
                    <a:bodyPr/>
                    <a:lstStyle/>
                    <a:p>
                      <a:pPr algn="l">
                        <a:lnSpc>
                          <a:spcPct val="115000"/>
                        </a:lnSpc>
                        <a:spcBef>
                          <a:spcPts val="0"/>
                        </a:spcBef>
                        <a:spcAft>
                          <a:spcPts val="200"/>
                        </a:spcAft>
                      </a:pPr>
                      <a:r>
                        <a:rPr sz="1200" b="0" i="0">
                          <a:solidFill>
                            <a:srgbClr val="4D3A24"/>
                          </a:solidFill>
                          <a:latin typeface="Calibri"/>
                        </a:rPr>
                        <a:t>Private; revenue not publicly disclosed. Raised $155M (Sep 2026); #42 Deloitte Fast 500 (2025).</a:t>
                      </a:r>
                    </a:p>
                  </a:txBody>
                  <a:tcPr>
                    <a:solidFill>
                      <a:srgbClr val="F2ECDF"/>
                    </a:solidFill>
                  </a:tcPr>
                </a:tc>
                <a:tc>
                  <a:txBody>
                    <a:bodyPr/>
                    <a:lstStyle/>
                    <a:p>
                      <a:pPr algn="l">
                        <a:lnSpc>
                          <a:spcPct val="115000"/>
                        </a:lnSpc>
                        <a:spcBef>
                          <a:spcPts val="0"/>
                        </a:spcBef>
                        <a:spcAft>
                          <a:spcPts val="200"/>
                        </a:spcAft>
                      </a:pPr>
                      <a:r>
                        <a:rPr sz="1200" b="0" i="0">
                          <a:solidFill>
                            <a:srgbClr val="4D3A24"/>
                          </a:solidFill>
                          <a:latin typeface="Calibri"/>
                        </a:rPr>
                        <a:t>Mid-to-large self-insured employers</a:t>
                      </a:r>
                    </a:p>
                  </a:txBody>
                  <a:tcPr>
                    <a:solidFill>
                      <a:srgbClr val="F2ECDF"/>
                    </a:solidFill>
                  </a:tcPr>
                </a:tc>
                <a:tc>
                  <a:txBody>
                    <a:bodyPr/>
                    <a:lstStyle/>
                    <a:p>
                      <a:pPr algn="l">
                        <a:lnSpc>
                          <a:spcPct val="115000"/>
                        </a:lnSpc>
                        <a:spcBef>
                          <a:spcPts val="0"/>
                        </a:spcBef>
                        <a:spcAft>
                          <a:spcPts val="200"/>
                        </a:spcAft>
                      </a:pPr>
                      <a:r>
                        <a:rPr sz="1200" b="0" i="0">
                          <a:solidFill>
                            <a:srgbClr val="4D3A24"/>
                          </a:solidFill>
                          <a:latin typeface="Calibri"/>
                        </a:rPr>
                        <a:t>Care navigation bundled with a rebuilt, transparent PBM</a:t>
                      </a:r>
                    </a:p>
                  </a:txBody>
                  <a:tcPr>
                    <a:solidFill>
                      <a:srgbClr val="F2ECDF"/>
                    </a:solidFill>
                  </a:tcPr>
                </a:tc>
                <a:tc>
                  <a:txBody>
                    <a:bodyPr/>
                    <a:lstStyle/>
                    <a:p>
                      <a:pPr algn="l">
                        <a:lnSpc>
                          <a:spcPct val="115000"/>
                        </a:lnSpc>
                        <a:spcBef>
                          <a:spcPts val="0"/>
                        </a:spcBef>
                        <a:spcAft>
                          <a:spcPts val="200"/>
                        </a:spcAft>
                      </a:pPr>
                      <a:r>
                        <a:rPr sz="1200" b="0" i="0">
                          <a:solidFill>
                            <a:srgbClr val="4D3A24"/>
                          </a:solidFill>
                          <a:latin typeface="Calibri"/>
                        </a:rPr>
                        <a:t>PEPM + PBM spread/rebate</a:t>
                      </a:r>
                    </a:p>
                  </a:txBody>
                  <a:tcPr>
                    <a:solidFill>
                      <a:srgbClr val="F2ECDF"/>
                    </a:solidFill>
                  </a:tcPr>
                </a:tc>
                <a:tc>
                  <a:txBody>
                    <a:bodyPr/>
                    <a:lstStyle/>
                    <a:p>
                      <a:pPr algn="l">
                        <a:lnSpc>
                          <a:spcPct val="115000"/>
                        </a:lnSpc>
                        <a:spcBef>
                          <a:spcPts val="0"/>
                        </a:spcBef>
                        <a:spcAft>
                          <a:spcPts val="200"/>
                        </a:spcAft>
                      </a:pPr>
                      <a:r>
                        <a:rPr sz="1200" b="0" i="0">
                          <a:solidFill>
                            <a:srgbClr val="4D3A24"/>
                          </a:solidFill>
                          <a:latin typeface="Calibri"/>
                        </a:rPr>
                        <a:t>AI-driven virtual urgent care triage via </a:t>
                      </a:r>
                      <a:r>
                        <a:rPr sz="1200" b="0" i="0" err="1">
                          <a:solidFill>
                            <a:srgbClr val="4D3A24"/>
                          </a:solidFill>
                          <a:latin typeface="Calibri"/>
                        </a:rPr>
                        <a:t>Curai</a:t>
                      </a:r>
                      <a:r>
                        <a:rPr sz="1200" b="0" i="0">
                          <a:solidFill>
                            <a:srgbClr val="4D3A24"/>
                          </a:solidFill>
                          <a:latin typeface="Calibri"/>
                        </a:rPr>
                        <a:t> AI partnership; integrated pharmacy benefit</a:t>
                      </a:r>
                    </a:p>
                  </a:txBody>
                  <a:tcPr>
                    <a:solidFill>
                      <a:srgbClr val="F2ECDF"/>
                    </a:solidFill>
                  </a:tcPr>
                </a:tc>
                <a:extLst>
                  <a:ext uri="{0D108BD9-81ED-4DB2-BD59-A6C34878D82A}">
                    <a16:rowId xmlns:a16="http://schemas.microsoft.com/office/drawing/2014/main" val="2943715495"/>
                  </a:ext>
                </a:extLst>
              </a:tr>
              <a:tr h="1135077">
                <a:tc>
                  <a:txBody>
                    <a:bodyPr/>
                    <a:lstStyle/>
                    <a:p>
                      <a:pPr algn="l">
                        <a:lnSpc>
                          <a:spcPct val="115000"/>
                        </a:lnSpc>
                        <a:spcBef>
                          <a:spcPts val="0"/>
                        </a:spcBef>
                        <a:spcAft>
                          <a:spcPts val="200"/>
                        </a:spcAft>
                      </a:pPr>
                      <a:r>
                        <a:rPr sz="1200" b="1" i="0">
                          <a:solidFill>
                            <a:srgbClr val="231505"/>
                          </a:solidFill>
                          <a:latin typeface="Calibri"/>
                        </a:rPr>
                        <a:t>Personify Health</a:t>
                      </a:r>
                    </a:p>
                    <a:p>
                      <a:pPr algn="l">
                        <a:lnSpc>
                          <a:spcPct val="115000"/>
                        </a:lnSpc>
                        <a:spcBef>
                          <a:spcPts val="0"/>
                        </a:spcBef>
                        <a:spcAft>
                          <a:spcPts val="200"/>
                        </a:spcAft>
                      </a:pPr>
                      <a:r>
                        <a:rPr sz="1200" b="0" i="0">
                          <a:solidFill>
                            <a:schemeClr val="tx1">
                              <a:lumMod val="50000"/>
                              <a:lumOff val="50000"/>
                            </a:schemeClr>
                          </a:solidFill>
                          <a:latin typeface="Calibri"/>
                        </a:rPr>
                        <a:t>(Virgin Pulse + HealthComp)</a:t>
                      </a:r>
                    </a:p>
                    <a:p>
                      <a:pPr algn="l">
                        <a:lnSpc>
                          <a:spcPct val="115000"/>
                        </a:lnSpc>
                        <a:spcBef>
                          <a:spcPts val="0"/>
                        </a:spcBef>
                        <a:spcAft>
                          <a:spcPts val="200"/>
                        </a:spcAft>
                      </a:pPr>
                      <a:r>
                        <a:rPr sz="1200" b="0" i="0">
                          <a:solidFill>
                            <a:srgbClr val="3D4F8F"/>
                          </a:solidFill>
                          <a:latin typeface="Calibri"/>
                        </a:rPr>
                        <a:t>Wellbeing, navigation and plan administration</a:t>
                      </a:r>
                    </a:p>
                  </a:txBody>
                  <a:tcPr>
                    <a:solidFill>
                      <a:srgbClr val="FFFDF8"/>
                    </a:solidFill>
                  </a:tcPr>
                </a:tc>
                <a:tc>
                  <a:txBody>
                    <a:bodyPr/>
                    <a:lstStyle/>
                    <a:p>
                      <a:pPr algn="l">
                        <a:lnSpc>
                          <a:spcPct val="115000"/>
                        </a:lnSpc>
                        <a:spcBef>
                          <a:spcPts val="0"/>
                        </a:spcBef>
                        <a:spcAft>
                          <a:spcPts val="200"/>
                        </a:spcAft>
                      </a:pPr>
                      <a:r>
                        <a:rPr sz="1200" b="0" i="0">
                          <a:solidFill>
                            <a:srgbClr val="4D3A24"/>
                          </a:solidFill>
                          <a:latin typeface="Calibri"/>
                        </a:rPr>
                        <a:t>Private; not publicly disclosed post-merger.</a:t>
                      </a:r>
                    </a:p>
                  </a:txBody>
                  <a:tcPr>
                    <a:solidFill>
                      <a:srgbClr val="FFFDF8"/>
                    </a:solidFill>
                  </a:tcPr>
                </a:tc>
                <a:tc>
                  <a:txBody>
                    <a:bodyPr/>
                    <a:lstStyle/>
                    <a:p>
                      <a:pPr algn="l">
                        <a:lnSpc>
                          <a:spcPct val="115000"/>
                        </a:lnSpc>
                        <a:spcBef>
                          <a:spcPts val="0"/>
                        </a:spcBef>
                        <a:spcAft>
                          <a:spcPts val="200"/>
                        </a:spcAft>
                      </a:pPr>
                      <a:r>
                        <a:rPr sz="1200" b="0" i="0">
                          <a:solidFill>
                            <a:srgbClr val="4D3A24"/>
                          </a:solidFill>
                          <a:latin typeface="Calibri"/>
                        </a:rPr>
                        <a:t>Large employers, health plans wanting wellbeing, navigation + TPA together</a:t>
                      </a:r>
                    </a:p>
                  </a:txBody>
                  <a:tcPr>
                    <a:solidFill>
                      <a:srgbClr val="FFFDF8"/>
                    </a:solidFill>
                  </a:tcPr>
                </a:tc>
                <a:tc>
                  <a:txBody>
                    <a:bodyPr/>
                    <a:lstStyle/>
                    <a:p>
                      <a:pPr algn="l">
                        <a:lnSpc>
                          <a:spcPct val="115000"/>
                        </a:lnSpc>
                        <a:spcBef>
                          <a:spcPts val="0"/>
                        </a:spcBef>
                        <a:spcAft>
                          <a:spcPts val="200"/>
                        </a:spcAft>
                      </a:pPr>
                      <a:r>
                        <a:rPr sz="1200" b="0" i="0">
                          <a:solidFill>
                            <a:srgbClr val="4D3A24"/>
                          </a:solidFill>
                          <a:latin typeface="Calibri"/>
                        </a:rPr>
                        <a:t>Combines wellbeing, navigation, and health plan administration in one platform</a:t>
                      </a:r>
                    </a:p>
                  </a:txBody>
                  <a:tcPr>
                    <a:solidFill>
                      <a:srgbClr val="FFFDF8"/>
                    </a:solidFill>
                  </a:tcPr>
                </a:tc>
                <a:tc>
                  <a:txBody>
                    <a:bodyPr/>
                    <a:lstStyle/>
                    <a:p>
                      <a:pPr algn="l">
                        <a:lnSpc>
                          <a:spcPct val="115000"/>
                        </a:lnSpc>
                        <a:spcBef>
                          <a:spcPts val="0"/>
                        </a:spcBef>
                        <a:spcAft>
                          <a:spcPts val="200"/>
                        </a:spcAft>
                      </a:pPr>
                      <a:r>
                        <a:rPr sz="1200" b="0" i="0">
                          <a:solidFill>
                            <a:srgbClr val="4D3A24"/>
                          </a:solidFill>
                          <a:latin typeface="Calibri"/>
                        </a:rPr>
                        <a:t>PEPM, bundled across modules</a:t>
                      </a:r>
                    </a:p>
                  </a:txBody>
                  <a:tcPr>
                    <a:solidFill>
                      <a:srgbClr val="FFFDF8"/>
                    </a:solidFill>
                  </a:tcPr>
                </a:tc>
                <a:tc>
                  <a:txBody>
                    <a:bodyPr/>
                    <a:lstStyle/>
                    <a:p>
                      <a:pPr algn="l">
                        <a:lnSpc>
                          <a:spcPct val="115000"/>
                        </a:lnSpc>
                        <a:spcBef>
                          <a:spcPts val="0"/>
                        </a:spcBef>
                        <a:spcAft>
                          <a:spcPts val="200"/>
                        </a:spcAft>
                      </a:pPr>
                      <a:r>
                        <a:rPr sz="1200" b="0" i="0" err="1">
                          <a:solidFill>
                            <a:srgbClr val="4D3A24"/>
                          </a:solidFill>
                          <a:latin typeface="Calibri"/>
                        </a:rPr>
                        <a:t>ParcyIQ</a:t>
                      </a:r>
                      <a:r>
                        <a:rPr sz="1200" b="0" i="0">
                          <a:solidFill>
                            <a:srgbClr val="4D3A24"/>
                          </a:solidFill>
                          <a:latin typeface="Calibri"/>
                        </a:rPr>
                        <a:t> AI engine; broadest module breadth (TPA + wellbeing + navigation)</a:t>
                      </a:r>
                    </a:p>
                  </a:txBody>
                  <a:tcPr>
                    <a:solidFill>
                      <a:srgbClr val="FFFDF8"/>
                    </a:solidFill>
                  </a:tcPr>
                </a:tc>
                <a:extLst>
                  <a:ext uri="{0D108BD9-81ED-4DB2-BD59-A6C34878D82A}">
                    <a16:rowId xmlns:a16="http://schemas.microsoft.com/office/drawing/2014/main" val="869908482"/>
                  </a:ext>
                </a:extLst>
              </a:tr>
            </a:tbl>
          </a:graphicData>
        </a:graphic>
      </p:graphicFrame>
      <p:sp>
        <p:nvSpPr>
          <p:cNvPr id="13" name="Rounded Rectangle 27">
            <a:extLst>
              <a:ext uri="{FF2B5EF4-FFF2-40B4-BE49-F238E27FC236}">
                <a16:creationId xmlns:a16="http://schemas.microsoft.com/office/drawing/2014/main" id="{4BF50F0B-84E7-6CB8-6A42-A7C7ABF41412}"/>
              </a:ext>
            </a:extLst>
          </p:cNvPr>
          <p:cNvSpPr/>
          <p:nvPr/>
        </p:nvSpPr>
        <p:spPr>
          <a:xfrm>
            <a:off x="9098799" y="2029472"/>
            <a:ext cx="491947" cy="164592"/>
          </a:xfrm>
          <a:prstGeom prst="roundRect">
            <a:avLst>
              <a:gd name="adj" fmla="val 50000"/>
            </a:avLst>
          </a:prstGeom>
          <a:solidFill>
            <a:srgbClr val="C9CFE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0">
                <a:solidFill>
                  <a:srgbClr val="3D4F8F"/>
                </a:solidFill>
                <a:latin typeface="Calibri"/>
              </a:rPr>
              <a:t>Gen AI</a:t>
            </a:r>
          </a:p>
        </p:txBody>
      </p:sp>
      <p:sp>
        <p:nvSpPr>
          <p:cNvPr id="15" name="Rounded Rectangle 28">
            <a:extLst>
              <a:ext uri="{FF2B5EF4-FFF2-40B4-BE49-F238E27FC236}">
                <a16:creationId xmlns:a16="http://schemas.microsoft.com/office/drawing/2014/main" id="{A8C3C073-2292-60E2-40BC-6D160FA98A4D}"/>
              </a:ext>
            </a:extLst>
          </p:cNvPr>
          <p:cNvSpPr/>
          <p:nvPr/>
        </p:nvSpPr>
        <p:spPr>
          <a:xfrm>
            <a:off x="9734515" y="2029472"/>
            <a:ext cx="772712" cy="164592"/>
          </a:xfrm>
          <a:prstGeom prst="roundRect">
            <a:avLst>
              <a:gd name="adj" fmla="val 50000"/>
            </a:avLst>
          </a:prstGeom>
          <a:solidFill>
            <a:srgbClr val="C9CFE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0">
                <a:solidFill>
                  <a:srgbClr val="3D4F8F"/>
                </a:solidFill>
                <a:latin typeface="Calibri"/>
              </a:rPr>
              <a:t>Virtual care</a:t>
            </a:r>
          </a:p>
        </p:txBody>
      </p:sp>
      <p:sp>
        <p:nvSpPr>
          <p:cNvPr id="17" name="Rounded Rectangle 29">
            <a:extLst>
              <a:ext uri="{FF2B5EF4-FFF2-40B4-BE49-F238E27FC236}">
                <a16:creationId xmlns:a16="http://schemas.microsoft.com/office/drawing/2014/main" id="{8F4668C4-C0D1-0071-C822-0DCC0870B101}"/>
              </a:ext>
            </a:extLst>
          </p:cNvPr>
          <p:cNvSpPr/>
          <p:nvPr/>
        </p:nvSpPr>
        <p:spPr>
          <a:xfrm>
            <a:off x="10613333" y="2029472"/>
            <a:ext cx="1133238" cy="164592"/>
          </a:xfrm>
          <a:prstGeom prst="roundRect">
            <a:avLst>
              <a:gd name="adj" fmla="val 50000"/>
            </a:avLst>
          </a:prstGeom>
          <a:solidFill>
            <a:srgbClr val="C9CFE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0">
                <a:solidFill>
                  <a:srgbClr val="3D4F8F"/>
                </a:solidFill>
                <a:latin typeface="Calibri"/>
              </a:rPr>
              <a:t>Employer-direct</a:t>
            </a:r>
          </a:p>
        </p:txBody>
      </p:sp>
      <p:sp>
        <p:nvSpPr>
          <p:cNvPr id="19" name="Rounded Rectangle 40">
            <a:extLst>
              <a:ext uri="{FF2B5EF4-FFF2-40B4-BE49-F238E27FC236}">
                <a16:creationId xmlns:a16="http://schemas.microsoft.com/office/drawing/2014/main" id="{5101F053-DFD2-3509-832D-BBBFE1CE5E0A}"/>
              </a:ext>
            </a:extLst>
          </p:cNvPr>
          <p:cNvSpPr/>
          <p:nvPr/>
        </p:nvSpPr>
        <p:spPr>
          <a:xfrm>
            <a:off x="9032242" y="2991338"/>
            <a:ext cx="491947" cy="164592"/>
          </a:xfrm>
          <a:prstGeom prst="roundRect">
            <a:avLst>
              <a:gd name="adj" fmla="val 50000"/>
            </a:avLst>
          </a:prstGeom>
          <a:solidFill>
            <a:srgbClr val="C9CFE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0">
                <a:solidFill>
                  <a:srgbClr val="3D4F8F"/>
                </a:solidFill>
                <a:latin typeface="Calibri"/>
              </a:rPr>
              <a:t>Gen AI</a:t>
            </a:r>
          </a:p>
        </p:txBody>
      </p:sp>
      <p:sp>
        <p:nvSpPr>
          <p:cNvPr id="21" name="Rounded Rectangle 41">
            <a:extLst>
              <a:ext uri="{FF2B5EF4-FFF2-40B4-BE49-F238E27FC236}">
                <a16:creationId xmlns:a16="http://schemas.microsoft.com/office/drawing/2014/main" id="{80EFA18C-1565-0791-B24D-6B7224A42A0E}"/>
              </a:ext>
            </a:extLst>
          </p:cNvPr>
          <p:cNvSpPr/>
          <p:nvPr/>
        </p:nvSpPr>
        <p:spPr>
          <a:xfrm>
            <a:off x="9597340" y="2991338"/>
            <a:ext cx="548640" cy="164592"/>
          </a:xfrm>
          <a:prstGeom prst="roundRect">
            <a:avLst>
              <a:gd name="adj" fmla="val 50000"/>
            </a:avLst>
          </a:prstGeom>
          <a:solidFill>
            <a:srgbClr val="C9CFE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0">
                <a:solidFill>
                  <a:srgbClr val="3D4F8F"/>
                </a:solidFill>
                <a:latin typeface="Calibri"/>
              </a:rPr>
              <a:t>PBM</a:t>
            </a:r>
          </a:p>
        </p:txBody>
      </p:sp>
      <p:sp>
        <p:nvSpPr>
          <p:cNvPr id="23" name="Rounded Rectangle 42">
            <a:extLst>
              <a:ext uri="{FF2B5EF4-FFF2-40B4-BE49-F238E27FC236}">
                <a16:creationId xmlns:a16="http://schemas.microsoft.com/office/drawing/2014/main" id="{2895F7FE-334D-0839-DA6A-3669A544A84D}"/>
              </a:ext>
            </a:extLst>
          </p:cNvPr>
          <p:cNvSpPr/>
          <p:nvPr/>
        </p:nvSpPr>
        <p:spPr>
          <a:xfrm>
            <a:off x="10347427" y="2991338"/>
            <a:ext cx="1371600" cy="164592"/>
          </a:xfrm>
          <a:prstGeom prst="roundRect">
            <a:avLst>
              <a:gd name="adj" fmla="val 50000"/>
            </a:avLst>
          </a:prstGeom>
          <a:solidFill>
            <a:srgbClr val="C9CFE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0">
                <a:solidFill>
                  <a:srgbClr val="3D4F8F"/>
                </a:solidFill>
                <a:latin typeface="Calibri"/>
              </a:rPr>
              <a:t>Outcomes pricing</a:t>
            </a:r>
          </a:p>
        </p:txBody>
      </p:sp>
      <p:sp>
        <p:nvSpPr>
          <p:cNvPr id="25" name="Rounded Rectangle 52">
            <a:extLst>
              <a:ext uri="{FF2B5EF4-FFF2-40B4-BE49-F238E27FC236}">
                <a16:creationId xmlns:a16="http://schemas.microsoft.com/office/drawing/2014/main" id="{6D1E1198-27E2-5068-6C13-CE24495EC7D1}"/>
              </a:ext>
            </a:extLst>
          </p:cNvPr>
          <p:cNvSpPr/>
          <p:nvPr/>
        </p:nvSpPr>
        <p:spPr>
          <a:xfrm>
            <a:off x="9114989" y="3903886"/>
            <a:ext cx="822960" cy="182880"/>
          </a:xfrm>
          <a:prstGeom prst="roundRect">
            <a:avLst>
              <a:gd name="adj" fmla="val 50000"/>
            </a:avLst>
          </a:prstGeom>
          <a:solidFill>
            <a:srgbClr val="C9CFE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0">
                <a:solidFill>
                  <a:srgbClr val="3D4F8F"/>
                </a:solidFill>
                <a:latin typeface="Calibri"/>
              </a:rPr>
              <a:t>Virtual care</a:t>
            </a:r>
          </a:p>
        </p:txBody>
      </p:sp>
      <p:sp>
        <p:nvSpPr>
          <p:cNvPr id="27" name="Rounded Rectangle 53">
            <a:extLst>
              <a:ext uri="{FF2B5EF4-FFF2-40B4-BE49-F238E27FC236}">
                <a16:creationId xmlns:a16="http://schemas.microsoft.com/office/drawing/2014/main" id="{29C97C3E-0C97-1C98-BECE-2547EDD176D3}"/>
              </a:ext>
            </a:extLst>
          </p:cNvPr>
          <p:cNvSpPr/>
          <p:nvPr/>
        </p:nvSpPr>
        <p:spPr>
          <a:xfrm>
            <a:off x="10042915" y="3913030"/>
            <a:ext cx="491947" cy="164592"/>
          </a:xfrm>
          <a:prstGeom prst="roundRect">
            <a:avLst>
              <a:gd name="adj" fmla="val 50000"/>
            </a:avLst>
          </a:prstGeom>
          <a:solidFill>
            <a:srgbClr val="C9CFE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0">
                <a:solidFill>
                  <a:srgbClr val="3D4F8F"/>
                </a:solidFill>
                <a:latin typeface="Calibri"/>
              </a:rPr>
              <a:t>Gen AI</a:t>
            </a:r>
          </a:p>
        </p:txBody>
      </p:sp>
      <p:sp>
        <p:nvSpPr>
          <p:cNvPr id="29" name="Rounded Rectangle 54">
            <a:extLst>
              <a:ext uri="{FF2B5EF4-FFF2-40B4-BE49-F238E27FC236}">
                <a16:creationId xmlns:a16="http://schemas.microsoft.com/office/drawing/2014/main" id="{41D5FFA8-443B-085C-BC21-EE24364916B4}"/>
              </a:ext>
            </a:extLst>
          </p:cNvPr>
          <p:cNvSpPr/>
          <p:nvPr/>
        </p:nvSpPr>
        <p:spPr>
          <a:xfrm>
            <a:off x="10651835" y="3913030"/>
            <a:ext cx="914400" cy="164592"/>
          </a:xfrm>
          <a:prstGeom prst="roundRect">
            <a:avLst>
              <a:gd name="adj" fmla="val 50000"/>
            </a:avLst>
          </a:prstGeom>
          <a:solidFill>
            <a:srgbClr val="C9CFE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0">
                <a:solidFill>
                  <a:srgbClr val="3D4F8F"/>
                </a:solidFill>
                <a:latin typeface="Calibri"/>
              </a:rPr>
              <a:t>Behavioral</a:t>
            </a:r>
          </a:p>
        </p:txBody>
      </p:sp>
      <p:sp>
        <p:nvSpPr>
          <p:cNvPr id="31" name="Rounded Rectangle 64">
            <a:extLst>
              <a:ext uri="{FF2B5EF4-FFF2-40B4-BE49-F238E27FC236}">
                <a16:creationId xmlns:a16="http://schemas.microsoft.com/office/drawing/2014/main" id="{E0A57B42-6D3A-E707-8066-F7F05ED36D36}"/>
              </a:ext>
            </a:extLst>
          </p:cNvPr>
          <p:cNvSpPr/>
          <p:nvPr/>
        </p:nvSpPr>
        <p:spPr>
          <a:xfrm>
            <a:off x="9114989" y="4708894"/>
            <a:ext cx="491947" cy="164592"/>
          </a:xfrm>
          <a:prstGeom prst="roundRect">
            <a:avLst>
              <a:gd name="adj" fmla="val 50000"/>
            </a:avLst>
          </a:prstGeom>
          <a:solidFill>
            <a:srgbClr val="C9CFE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0">
                <a:solidFill>
                  <a:srgbClr val="3D4F8F"/>
                </a:solidFill>
                <a:latin typeface="Calibri"/>
              </a:rPr>
              <a:t>Gen AI</a:t>
            </a:r>
          </a:p>
        </p:txBody>
      </p:sp>
      <p:sp>
        <p:nvSpPr>
          <p:cNvPr id="33" name="Rounded Rectangle 65">
            <a:extLst>
              <a:ext uri="{FF2B5EF4-FFF2-40B4-BE49-F238E27FC236}">
                <a16:creationId xmlns:a16="http://schemas.microsoft.com/office/drawing/2014/main" id="{AD8E35E6-7E6E-5EB4-7131-21530FA0B1CD}"/>
              </a:ext>
            </a:extLst>
          </p:cNvPr>
          <p:cNvSpPr/>
          <p:nvPr/>
        </p:nvSpPr>
        <p:spPr>
          <a:xfrm>
            <a:off x="9739910" y="4708894"/>
            <a:ext cx="457200" cy="164592"/>
          </a:xfrm>
          <a:prstGeom prst="roundRect">
            <a:avLst>
              <a:gd name="adj" fmla="val 50000"/>
            </a:avLst>
          </a:prstGeom>
          <a:solidFill>
            <a:srgbClr val="C9CFE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0">
                <a:solidFill>
                  <a:srgbClr val="3D4F8F"/>
                </a:solidFill>
                <a:latin typeface="Calibri"/>
              </a:rPr>
              <a:t>PBM</a:t>
            </a:r>
          </a:p>
        </p:txBody>
      </p:sp>
      <p:sp>
        <p:nvSpPr>
          <p:cNvPr id="35" name="Rounded Rectangle 76">
            <a:extLst>
              <a:ext uri="{FF2B5EF4-FFF2-40B4-BE49-F238E27FC236}">
                <a16:creationId xmlns:a16="http://schemas.microsoft.com/office/drawing/2014/main" id="{B2F44197-F941-EB82-7D5D-C828E4220D05}"/>
              </a:ext>
            </a:extLst>
          </p:cNvPr>
          <p:cNvSpPr/>
          <p:nvPr/>
        </p:nvSpPr>
        <p:spPr>
          <a:xfrm>
            <a:off x="9128320" y="5683574"/>
            <a:ext cx="491947" cy="164592"/>
          </a:xfrm>
          <a:prstGeom prst="roundRect">
            <a:avLst>
              <a:gd name="adj" fmla="val 50000"/>
            </a:avLst>
          </a:prstGeom>
          <a:solidFill>
            <a:srgbClr val="C9CFE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0">
                <a:solidFill>
                  <a:srgbClr val="3D4F8F"/>
                </a:solidFill>
                <a:latin typeface="Calibri"/>
              </a:rPr>
              <a:t>Gen AI</a:t>
            </a:r>
          </a:p>
        </p:txBody>
      </p:sp>
      <p:sp>
        <p:nvSpPr>
          <p:cNvPr id="37" name="Rounded Rectangle 77">
            <a:extLst>
              <a:ext uri="{FF2B5EF4-FFF2-40B4-BE49-F238E27FC236}">
                <a16:creationId xmlns:a16="http://schemas.microsoft.com/office/drawing/2014/main" id="{F17B6B1E-342D-0CEF-6117-647ECEAE8DF5}"/>
              </a:ext>
            </a:extLst>
          </p:cNvPr>
          <p:cNvSpPr/>
          <p:nvPr/>
        </p:nvSpPr>
        <p:spPr>
          <a:xfrm>
            <a:off x="9693418" y="5683574"/>
            <a:ext cx="457200" cy="164592"/>
          </a:xfrm>
          <a:prstGeom prst="roundRect">
            <a:avLst>
              <a:gd name="adj" fmla="val 50000"/>
            </a:avLst>
          </a:prstGeom>
          <a:solidFill>
            <a:srgbClr val="C9CFE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0">
                <a:solidFill>
                  <a:srgbClr val="3D4F8F"/>
                </a:solidFill>
                <a:latin typeface="Calibri"/>
              </a:rPr>
              <a:t>TPA</a:t>
            </a:r>
          </a:p>
        </p:txBody>
      </p:sp>
    </p:spTree>
    <p:extLst>
      <p:ext uri="{BB962C8B-B14F-4D97-AF65-F5344CB8AC3E}">
        <p14:creationId xmlns:p14="http://schemas.microsoft.com/office/powerpoint/2010/main" val="248033510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75AA9-2ACF-3A39-FDA1-2C4B19206166}"/>
            </a:ext>
          </a:extLst>
        </p:cNvPr>
        <p:cNvGrpSpPr/>
        <p:nvPr/>
      </p:nvGrpSpPr>
      <p:grpSpPr>
        <a:xfrm>
          <a:off x="0" y="0"/>
          <a:ext cx="0" cy="0"/>
          <a:chOff x="0" y="0"/>
          <a:chExt cx="0" cy="0"/>
        </a:xfrm>
      </p:grpSpPr>
      <p:sp>
        <p:nvSpPr>
          <p:cNvPr id="48" name="Title 47">
            <a:extLst>
              <a:ext uri="{FF2B5EF4-FFF2-40B4-BE49-F238E27FC236}">
                <a16:creationId xmlns:a16="http://schemas.microsoft.com/office/drawing/2014/main" id="{040243FF-8F9E-86E6-3243-093C030519A0}"/>
              </a:ext>
            </a:extLst>
          </p:cNvPr>
          <p:cNvSpPr>
            <a:spLocks noGrp="1"/>
          </p:cNvSpPr>
          <p:nvPr>
            <p:ph type="title"/>
          </p:nvPr>
        </p:nvSpPr>
        <p:spPr>
          <a:xfrm>
            <a:off x="378135" y="506431"/>
            <a:ext cx="11560436" cy="364766"/>
          </a:xfrm>
        </p:spPr>
        <p:txBody>
          <a:bodyPr anchor="ctr"/>
          <a:lstStyle/>
          <a:p>
            <a:r>
              <a:rPr lang="en-US">
                <a:latin typeface="Open Sans Light" panose="020B0306030504020204" pitchFamily="34" charset="0"/>
                <a:ea typeface="Open Sans Light" panose="020B0306030504020204" pitchFamily="34" charset="0"/>
                <a:cs typeface="Open Sans Light" panose="020B0306030504020204" pitchFamily="34" charset="0"/>
              </a:rPr>
              <a:t>Competitors Are Converging Toward a Fuller Care Experience</a:t>
            </a:r>
          </a:p>
        </p:txBody>
      </p:sp>
      <p:sp>
        <p:nvSpPr>
          <p:cNvPr id="49" name="Text Placeholder 48">
            <a:extLst>
              <a:ext uri="{FF2B5EF4-FFF2-40B4-BE49-F238E27FC236}">
                <a16:creationId xmlns:a16="http://schemas.microsoft.com/office/drawing/2014/main" id="{60D740EB-918E-3364-DD5D-528BBDF42891}"/>
              </a:ext>
            </a:extLst>
          </p:cNvPr>
          <p:cNvSpPr>
            <a:spLocks noGrp="1"/>
          </p:cNvSpPr>
          <p:nvPr>
            <p:ph type="body" sz="quarter" idx="15"/>
          </p:nvPr>
        </p:nvSpPr>
        <p:spPr/>
        <p:txBody>
          <a:bodyPr/>
          <a:lstStyle/>
          <a:p>
            <a:r>
              <a:rPr lang="en-US">
                <a:latin typeface="Open Sans Light" panose="020B0306030504020204" pitchFamily="34" charset="0"/>
                <a:ea typeface="Open Sans Light" panose="020B0306030504020204" pitchFamily="34" charset="0"/>
                <a:cs typeface="Open Sans Light" panose="020B0306030504020204" pitchFamily="34" charset="0"/>
              </a:rPr>
              <a:t>5. Competitive Landscape &amp; Capability Map</a:t>
            </a:r>
          </a:p>
        </p:txBody>
      </p:sp>
      <p:cxnSp>
        <p:nvCxnSpPr>
          <p:cNvPr id="51" name="Straight Connector 50">
            <a:extLst>
              <a:ext uri="{FF2B5EF4-FFF2-40B4-BE49-F238E27FC236}">
                <a16:creationId xmlns:a16="http://schemas.microsoft.com/office/drawing/2014/main" id="{E5529AFF-420F-5105-D8F0-DFE9A011EED1}"/>
              </a:ext>
            </a:extLst>
          </p:cNvPr>
          <p:cNvCxnSpPr>
            <a:cxnSpLocks/>
          </p:cNvCxnSpPr>
          <p:nvPr/>
        </p:nvCxnSpPr>
        <p:spPr>
          <a:xfrm>
            <a:off x="384490" y="421894"/>
            <a:ext cx="1137684" cy="0"/>
          </a:xfrm>
          <a:prstGeom prst="line">
            <a:avLst/>
          </a:prstGeom>
          <a:ln w="60325">
            <a:solidFill>
              <a:schemeClr val="accent4">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92" name="TextBox 91">
            <a:extLst>
              <a:ext uri="{FF2B5EF4-FFF2-40B4-BE49-F238E27FC236}">
                <a16:creationId xmlns:a16="http://schemas.microsoft.com/office/drawing/2014/main" id="{16CBF219-97CB-606B-D6FF-DDA6E65EB445}"/>
              </a:ext>
            </a:extLst>
          </p:cNvPr>
          <p:cNvSpPr txBox="1"/>
          <p:nvPr/>
        </p:nvSpPr>
        <p:spPr>
          <a:xfrm>
            <a:off x="386080" y="6444759"/>
            <a:ext cx="11027664" cy="182880"/>
          </a:xfrm>
          <a:prstGeom prst="rect">
            <a:avLst/>
          </a:prstGeom>
          <a:noFill/>
        </p:spPr>
        <p:txBody>
          <a:bodyPr wrap="square" lIns="0" tIns="0" rIns="0" bIns="0" anchor="ctr">
            <a:noAutofit/>
          </a:bodyPr>
          <a:lstStyle/>
          <a:p>
            <a:pPr>
              <a:lnSpc>
                <a:spcPct val="120000"/>
              </a:lnSpc>
            </a:pPr>
            <a:r>
              <a:rPr lang="en-US" sz="800" b="1">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Sources: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[7] </a:t>
            </a:r>
            <a:r>
              <a:rPr lang="en-US" sz="800" u="sng" err="1">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Transcarent</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 Completes Merger with Accolade</a:t>
            </a:r>
            <a:r>
              <a:rPr lang="en-US" sz="800">
                <a:solidFill>
                  <a:srgbClr val="4D3A24"/>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[8] Quantum Health, appoints Dayne Williams CEO</a:t>
            </a:r>
            <a:r>
              <a:rPr lang="en-US" sz="800">
                <a:solidFill>
                  <a:srgbClr val="4D3A24"/>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[9] Quantum Health, employer navigation</a:t>
            </a:r>
            <a:r>
              <a:rPr lang="en-US" sz="800">
                <a:solidFill>
                  <a:srgbClr val="4D3A24"/>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[10] Included Health, product overview</a:t>
            </a:r>
            <a:r>
              <a:rPr lang="en-US" sz="800">
                <a:solidFill>
                  <a:srgbClr val="4D3A24"/>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[11] </a:t>
            </a:r>
            <a:r>
              <a:rPr lang="en-US" sz="800" u="sng" err="1">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Rightway</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 2025 rebrand announcement</a:t>
            </a:r>
            <a:r>
              <a:rPr lang="en-US" sz="800">
                <a:solidFill>
                  <a:srgbClr val="4D3A24"/>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[12] Personify, Q4 2025 Innovation and Impact Report</a:t>
            </a:r>
            <a:r>
              <a:rPr lang="en-US" sz="800">
                <a:solidFill>
                  <a:srgbClr val="4D3A24"/>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[13] Health Advocate, health advocacy and navigation</a:t>
            </a:r>
            <a:r>
              <a:rPr lang="en-US" sz="800">
                <a:solidFill>
                  <a:srgbClr val="4D3A24"/>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[14] Garner Health, Series D financing announcement</a:t>
            </a:r>
            <a:r>
              <a:rPr lang="en-US" sz="800">
                <a:solidFill>
                  <a:srgbClr val="4D3A24"/>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[15] Garner Health, product overview</a:t>
            </a:r>
          </a:p>
        </p:txBody>
      </p:sp>
      <p:sp>
        <p:nvSpPr>
          <p:cNvPr id="7" name="Rectangle 6">
            <a:extLst>
              <a:ext uri="{FF2B5EF4-FFF2-40B4-BE49-F238E27FC236}">
                <a16:creationId xmlns:a16="http://schemas.microsoft.com/office/drawing/2014/main" id="{A018097F-93AA-AA52-D67C-A9B48170725F}"/>
              </a:ext>
            </a:extLst>
          </p:cNvPr>
          <p:cNvSpPr/>
          <p:nvPr/>
        </p:nvSpPr>
        <p:spPr>
          <a:xfrm>
            <a:off x="270186" y="1026892"/>
            <a:ext cx="11219688" cy="720336"/>
          </a:xfrm>
          <a:prstGeom prst="rect">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9" name="TextBox 8">
            <a:extLst>
              <a:ext uri="{FF2B5EF4-FFF2-40B4-BE49-F238E27FC236}">
                <a16:creationId xmlns:a16="http://schemas.microsoft.com/office/drawing/2014/main" id="{5D14BDC0-1AA5-1CBC-1CB4-F5FF71470431}"/>
              </a:ext>
            </a:extLst>
          </p:cNvPr>
          <p:cNvSpPr txBox="1"/>
          <p:nvPr/>
        </p:nvSpPr>
        <p:spPr>
          <a:xfrm>
            <a:off x="379914" y="1210489"/>
            <a:ext cx="2286000" cy="421538"/>
          </a:xfrm>
          <a:prstGeom prst="rect">
            <a:avLst/>
          </a:prstGeom>
          <a:noFill/>
        </p:spPr>
        <p:txBody>
          <a:bodyPr wrap="square" lIns="0" tIns="0" rIns="0" bIns="0" anchor="ctr">
            <a:noAutofit/>
          </a:bodyPr>
          <a:lstStyle/>
          <a:p>
            <a:pPr algn="l">
              <a:spcBef>
                <a:spcPts val="0"/>
              </a:spcBef>
              <a:spcAft>
                <a:spcPts val="0"/>
              </a:spcAft>
            </a:pPr>
            <a:r>
              <a:rPr lang="en-US" sz="1200" b="1" i="0" spc="30">
                <a:solidFill>
                  <a:srgbClr val="FFFFFF"/>
                </a:solidFill>
                <a:latin typeface="Calibri"/>
              </a:rPr>
              <a:t>CAPABILITY</a:t>
            </a:r>
          </a:p>
        </p:txBody>
      </p:sp>
      <p:sp>
        <p:nvSpPr>
          <p:cNvPr id="11" name="TextBox 10">
            <a:extLst>
              <a:ext uri="{FF2B5EF4-FFF2-40B4-BE49-F238E27FC236}">
                <a16:creationId xmlns:a16="http://schemas.microsoft.com/office/drawing/2014/main" id="{11F64837-9BD4-176E-D2D8-AB9625805063}"/>
              </a:ext>
            </a:extLst>
          </p:cNvPr>
          <p:cNvSpPr txBox="1"/>
          <p:nvPr/>
        </p:nvSpPr>
        <p:spPr>
          <a:xfrm>
            <a:off x="2830506" y="1101813"/>
            <a:ext cx="1085523" cy="201168"/>
          </a:xfrm>
          <a:prstGeom prst="rect">
            <a:avLst/>
          </a:prstGeom>
          <a:noFill/>
        </p:spPr>
        <p:txBody>
          <a:bodyPr wrap="square" lIns="0" tIns="0" rIns="0" bIns="0" anchor="ctr">
            <a:noAutofit/>
          </a:bodyPr>
          <a:lstStyle/>
          <a:p>
            <a:pPr algn="l">
              <a:spcBef>
                <a:spcPts val="0"/>
              </a:spcBef>
              <a:spcAft>
                <a:spcPts val="0"/>
              </a:spcAft>
            </a:pPr>
            <a:r>
              <a:rPr lang="en-US" sz="1300" b="1" i="0" spc="20">
                <a:solidFill>
                  <a:srgbClr val="FFFFFF"/>
                </a:solidFill>
                <a:latin typeface="Calibri"/>
              </a:rPr>
              <a:t>TRANSCARENT</a:t>
            </a:r>
          </a:p>
        </p:txBody>
      </p:sp>
      <p:sp>
        <p:nvSpPr>
          <p:cNvPr id="13" name="TextBox 12">
            <a:extLst>
              <a:ext uri="{FF2B5EF4-FFF2-40B4-BE49-F238E27FC236}">
                <a16:creationId xmlns:a16="http://schemas.microsoft.com/office/drawing/2014/main" id="{C982ABBF-EE65-D517-D791-FE3B1AA59E0E}"/>
              </a:ext>
            </a:extLst>
          </p:cNvPr>
          <p:cNvSpPr txBox="1"/>
          <p:nvPr/>
        </p:nvSpPr>
        <p:spPr>
          <a:xfrm>
            <a:off x="2830506" y="1448233"/>
            <a:ext cx="1085523" cy="164592"/>
          </a:xfrm>
          <a:prstGeom prst="rect">
            <a:avLst/>
          </a:prstGeom>
          <a:noFill/>
        </p:spPr>
        <p:txBody>
          <a:bodyPr wrap="square" lIns="0" tIns="0" rIns="0" bIns="0" anchor="ctr">
            <a:noAutofit/>
          </a:bodyPr>
          <a:lstStyle/>
          <a:p>
            <a:pPr algn="l">
              <a:spcBef>
                <a:spcPts val="0"/>
              </a:spcBef>
              <a:spcAft>
                <a:spcPts val="0"/>
              </a:spcAft>
            </a:pPr>
            <a:r>
              <a:rPr lang="en-US" sz="1200" b="0" i="0">
                <a:solidFill>
                  <a:srgbClr val="C9D0E6"/>
                </a:solidFill>
                <a:latin typeface="Calibri"/>
              </a:rPr>
              <a:t>(Accolade FY24: $414.3M)</a:t>
            </a:r>
          </a:p>
        </p:txBody>
      </p:sp>
      <p:sp>
        <p:nvSpPr>
          <p:cNvPr id="15" name="TextBox 14">
            <a:extLst>
              <a:ext uri="{FF2B5EF4-FFF2-40B4-BE49-F238E27FC236}">
                <a16:creationId xmlns:a16="http://schemas.microsoft.com/office/drawing/2014/main" id="{31DA636B-AB1D-0912-0689-C69FF341CC6A}"/>
              </a:ext>
            </a:extLst>
          </p:cNvPr>
          <p:cNvSpPr txBox="1"/>
          <p:nvPr/>
        </p:nvSpPr>
        <p:spPr>
          <a:xfrm>
            <a:off x="4080621" y="1101813"/>
            <a:ext cx="1085523" cy="201168"/>
          </a:xfrm>
          <a:prstGeom prst="rect">
            <a:avLst/>
          </a:prstGeom>
          <a:noFill/>
        </p:spPr>
        <p:txBody>
          <a:bodyPr wrap="square" lIns="0" tIns="0" rIns="0" bIns="0" anchor="ctr">
            <a:noAutofit/>
          </a:bodyPr>
          <a:lstStyle/>
          <a:p>
            <a:pPr algn="l">
              <a:spcBef>
                <a:spcPts val="0"/>
              </a:spcBef>
              <a:spcAft>
                <a:spcPts val="0"/>
              </a:spcAft>
            </a:pPr>
            <a:r>
              <a:rPr lang="en-US" sz="1300" b="1" i="0" spc="20">
                <a:solidFill>
                  <a:srgbClr val="FFFFFF"/>
                </a:solidFill>
                <a:latin typeface="Calibri"/>
              </a:rPr>
              <a:t>QUANTUM</a:t>
            </a:r>
          </a:p>
        </p:txBody>
      </p:sp>
      <p:sp>
        <p:nvSpPr>
          <p:cNvPr id="17" name="TextBox 16">
            <a:extLst>
              <a:ext uri="{FF2B5EF4-FFF2-40B4-BE49-F238E27FC236}">
                <a16:creationId xmlns:a16="http://schemas.microsoft.com/office/drawing/2014/main" id="{AC41E2CF-502A-0FED-26DA-87F158D42F9C}"/>
              </a:ext>
            </a:extLst>
          </p:cNvPr>
          <p:cNvSpPr txBox="1"/>
          <p:nvPr/>
        </p:nvSpPr>
        <p:spPr>
          <a:xfrm>
            <a:off x="4080621" y="1448233"/>
            <a:ext cx="1085523" cy="164592"/>
          </a:xfrm>
          <a:prstGeom prst="rect">
            <a:avLst/>
          </a:prstGeom>
          <a:noFill/>
        </p:spPr>
        <p:txBody>
          <a:bodyPr wrap="square" lIns="0" tIns="0" rIns="0" bIns="0" anchor="ctr">
            <a:noAutofit/>
          </a:bodyPr>
          <a:lstStyle/>
          <a:p>
            <a:pPr algn="l">
              <a:spcBef>
                <a:spcPts val="0"/>
              </a:spcBef>
              <a:spcAft>
                <a:spcPts val="0"/>
              </a:spcAft>
            </a:pPr>
            <a:r>
              <a:rPr lang="en-US" sz="1200" b="0" i="0">
                <a:solidFill>
                  <a:srgbClr val="C9D0E6"/>
                </a:solidFill>
                <a:latin typeface="Calibri"/>
              </a:rPr>
              <a:t>(550+ employer clients)</a:t>
            </a:r>
          </a:p>
        </p:txBody>
      </p:sp>
      <p:sp>
        <p:nvSpPr>
          <p:cNvPr id="19" name="TextBox 18">
            <a:extLst>
              <a:ext uri="{FF2B5EF4-FFF2-40B4-BE49-F238E27FC236}">
                <a16:creationId xmlns:a16="http://schemas.microsoft.com/office/drawing/2014/main" id="{B6827331-D266-E350-BAC0-56E55D6037ED}"/>
              </a:ext>
            </a:extLst>
          </p:cNvPr>
          <p:cNvSpPr txBox="1"/>
          <p:nvPr/>
        </p:nvSpPr>
        <p:spPr>
          <a:xfrm>
            <a:off x="5330737" y="1101813"/>
            <a:ext cx="1085523" cy="201168"/>
          </a:xfrm>
          <a:prstGeom prst="rect">
            <a:avLst/>
          </a:prstGeom>
          <a:noFill/>
        </p:spPr>
        <p:txBody>
          <a:bodyPr wrap="square" lIns="0" tIns="0" rIns="0" bIns="0" anchor="ctr">
            <a:noAutofit/>
          </a:bodyPr>
          <a:lstStyle/>
          <a:p>
            <a:pPr algn="l">
              <a:spcBef>
                <a:spcPts val="0"/>
              </a:spcBef>
              <a:spcAft>
                <a:spcPts val="0"/>
              </a:spcAft>
            </a:pPr>
            <a:r>
              <a:rPr lang="en-US" sz="1300" b="1" i="0" spc="20">
                <a:solidFill>
                  <a:srgbClr val="FFFFFF"/>
                </a:solidFill>
                <a:latin typeface="Calibri"/>
              </a:rPr>
              <a:t>INCLUDED</a:t>
            </a:r>
          </a:p>
        </p:txBody>
      </p:sp>
      <p:sp>
        <p:nvSpPr>
          <p:cNvPr id="21" name="TextBox 20">
            <a:extLst>
              <a:ext uri="{FF2B5EF4-FFF2-40B4-BE49-F238E27FC236}">
                <a16:creationId xmlns:a16="http://schemas.microsoft.com/office/drawing/2014/main" id="{784D3F01-7502-AA50-F1D1-923103943D3E}"/>
              </a:ext>
            </a:extLst>
          </p:cNvPr>
          <p:cNvSpPr txBox="1"/>
          <p:nvPr/>
        </p:nvSpPr>
        <p:spPr>
          <a:xfrm>
            <a:off x="5330737" y="1448233"/>
            <a:ext cx="1085523" cy="164592"/>
          </a:xfrm>
          <a:prstGeom prst="rect">
            <a:avLst/>
          </a:prstGeom>
          <a:noFill/>
        </p:spPr>
        <p:txBody>
          <a:bodyPr wrap="square" lIns="0" tIns="0" rIns="0" bIns="0" anchor="ctr">
            <a:noAutofit/>
          </a:bodyPr>
          <a:lstStyle/>
          <a:p>
            <a:pPr algn="l">
              <a:spcBef>
                <a:spcPts val="0"/>
              </a:spcBef>
              <a:spcAft>
                <a:spcPts val="0"/>
              </a:spcAft>
            </a:pPr>
            <a:r>
              <a:rPr lang="en-US" sz="1200" b="0" i="0">
                <a:solidFill>
                  <a:srgbClr val="C9D0E6"/>
                </a:solidFill>
                <a:latin typeface="Calibri"/>
              </a:rPr>
              <a:t>(revenue not disclosed)</a:t>
            </a:r>
          </a:p>
        </p:txBody>
      </p:sp>
      <p:sp>
        <p:nvSpPr>
          <p:cNvPr id="23" name="TextBox 22">
            <a:extLst>
              <a:ext uri="{FF2B5EF4-FFF2-40B4-BE49-F238E27FC236}">
                <a16:creationId xmlns:a16="http://schemas.microsoft.com/office/drawing/2014/main" id="{5BE4983C-264F-BB20-0F5D-71A6E798FB12}"/>
              </a:ext>
            </a:extLst>
          </p:cNvPr>
          <p:cNvSpPr txBox="1"/>
          <p:nvPr/>
        </p:nvSpPr>
        <p:spPr>
          <a:xfrm>
            <a:off x="6580852" y="1101813"/>
            <a:ext cx="1085523" cy="201168"/>
          </a:xfrm>
          <a:prstGeom prst="rect">
            <a:avLst/>
          </a:prstGeom>
          <a:noFill/>
        </p:spPr>
        <p:txBody>
          <a:bodyPr wrap="square" lIns="0" tIns="0" rIns="0" bIns="0" anchor="ctr">
            <a:noAutofit/>
          </a:bodyPr>
          <a:lstStyle/>
          <a:p>
            <a:pPr algn="l">
              <a:spcBef>
                <a:spcPts val="0"/>
              </a:spcBef>
              <a:spcAft>
                <a:spcPts val="0"/>
              </a:spcAft>
            </a:pPr>
            <a:r>
              <a:rPr lang="en-US" sz="1300" b="1" i="0" spc="20">
                <a:solidFill>
                  <a:srgbClr val="FFFFFF"/>
                </a:solidFill>
                <a:latin typeface="Calibri"/>
              </a:rPr>
              <a:t>RIGHTWAY</a:t>
            </a:r>
          </a:p>
        </p:txBody>
      </p:sp>
      <p:sp>
        <p:nvSpPr>
          <p:cNvPr id="25" name="TextBox 24">
            <a:extLst>
              <a:ext uri="{FF2B5EF4-FFF2-40B4-BE49-F238E27FC236}">
                <a16:creationId xmlns:a16="http://schemas.microsoft.com/office/drawing/2014/main" id="{2DF214BC-B776-F4C9-BF3A-FE04372E8709}"/>
              </a:ext>
            </a:extLst>
          </p:cNvPr>
          <p:cNvSpPr txBox="1"/>
          <p:nvPr/>
        </p:nvSpPr>
        <p:spPr>
          <a:xfrm>
            <a:off x="6580852" y="1448233"/>
            <a:ext cx="1085523" cy="164592"/>
          </a:xfrm>
          <a:prstGeom prst="rect">
            <a:avLst/>
          </a:prstGeom>
          <a:noFill/>
        </p:spPr>
        <p:txBody>
          <a:bodyPr wrap="square" lIns="0" tIns="0" rIns="0" bIns="0" anchor="ctr">
            <a:noAutofit/>
          </a:bodyPr>
          <a:lstStyle/>
          <a:p>
            <a:pPr algn="l">
              <a:spcBef>
                <a:spcPts val="0"/>
              </a:spcBef>
              <a:spcAft>
                <a:spcPts val="0"/>
              </a:spcAft>
            </a:pPr>
            <a:r>
              <a:rPr lang="en-US" sz="1200" b="0" i="0">
                <a:solidFill>
                  <a:srgbClr val="C9D0E6"/>
                </a:solidFill>
                <a:latin typeface="Calibri"/>
              </a:rPr>
              <a:t>(113% net retention, 2025)</a:t>
            </a:r>
          </a:p>
        </p:txBody>
      </p:sp>
      <p:sp>
        <p:nvSpPr>
          <p:cNvPr id="27" name="TextBox 26">
            <a:extLst>
              <a:ext uri="{FF2B5EF4-FFF2-40B4-BE49-F238E27FC236}">
                <a16:creationId xmlns:a16="http://schemas.microsoft.com/office/drawing/2014/main" id="{B7A190A3-A1C2-CB43-2CE5-D2CC0BAA741D}"/>
              </a:ext>
            </a:extLst>
          </p:cNvPr>
          <p:cNvSpPr txBox="1"/>
          <p:nvPr/>
        </p:nvSpPr>
        <p:spPr>
          <a:xfrm>
            <a:off x="7830968" y="1101813"/>
            <a:ext cx="1085523" cy="201168"/>
          </a:xfrm>
          <a:prstGeom prst="rect">
            <a:avLst/>
          </a:prstGeom>
          <a:noFill/>
        </p:spPr>
        <p:txBody>
          <a:bodyPr wrap="square" lIns="0" tIns="0" rIns="0" bIns="0" anchor="ctr">
            <a:noAutofit/>
          </a:bodyPr>
          <a:lstStyle/>
          <a:p>
            <a:pPr algn="l">
              <a:spcBef>
                <a:spcPts val="0"/>
              </a:spcBef>
              <a:spcAft>
                <a:spcPts val="0"/>
              </a:spcAft>
            </a:pPr>
            <a:r>
              <a:rPr lang="en-US" sz="1300" b="1" i="0" spc="20">
                <a:solidFill>
                  <a:srgbClr val="FFFFFF"/>
                </a:solidFill>
                <a:latin typeface="Calibri"/>
              </a:rPr>
              <a:t>PERSONIFY</a:t>
            </a:r>
          </a:p>
        </p:txBody>
      </p:sp>
      <p:sp>
        <p:nvSpPr>
          <p:cNvPr id="29" name="TextBox 28">
            <a:extLst>
              <a:ext uri="{FF2B5EF4-FFF2-40B4-BE49-F238E27FC236}">
                <a16:creationId xmlns:a16="http://schemas.microsoft.com/office/drawing/2014/main" id="{390B2C8F-9109-BD39-DF94-272F4B8EE735}"/>
              </a:ext>
            </a:extLst>
          </p:cNvPr>
          <p:cNvSpPr txBox="1"/>
          <p:nvPr/>
        </p:nvSpPr>
        <p:spPr>
          <a:xfrm>
            <a:off x="7830968" y="1448233"/>
            <a:ext cx="1085523" cy="164592"/>
          </a:xfrm>
          <a:prstGeom prst="rect">
            <a:avLst/>
          </a:prstGeom>
          <a:noFill/>
        </p:spPr>
        <p:txBody>
          <a:bodyPr wrap="square" lIns="0" tIns="0" rIns="0" bIns="0" anchor="ctr">
            <a:noAutofit/>
          </a:bodyPr>
          <a:lstStyle/>
          <a:p>
            <a:pPr algn="l">
              <a:spcBef>
                <a:spcPts val="0"/>
              </a:spcBef>
              <a:spcAft>
                <a:spcPts val="0"/>
              </a:spcAft>
            </a:pPr>
            <a:r>
              <a:rPr lang="en-US" sz="1200" b="0" i="0">
                <a:solidFill>
                  <a:srgbClr val="C9D0E6"/>
                </a:solidFill>
                <a:latin typeface="Calibri"/>
              </a:rPr>
              <a:t>(revenue not disclosed)</a:t>
            </a:r>
          </a:p>
        </p:txBody>
      </p:sp>
      <p:sp>
        <p:nvSpPr>
          <p:cNvPr id="31" name="TextBox 30">
            <a:extLst>
              <a:ext uri="{FF2B5EF4-FFF2-40B4-BE49-F238E27FC236}">
                <a16:creationId xmlns:a16="http://schemas.microsoft.com/office/drawing/2014/main" id="{D1CDBDB2-3A65-2347-5ECF-E63255DDB1CB}"/>
              </a:ext>
            </a:extLst>
          </p:cNvPr>
          <p:cNvSpPr txBox="1"/>
          <p:nvPr/>
        </p:nvSpPr>
        <p:spPr>
          <a:xfrm>
            <a:off x="9081083" y="1101813"/>
            <a:ext cx="1085523" cy="201168"/>
          </a:xfrm>
          <a:prstGeom prst="rect">
            <a:avLst/>
          </a:prstGeom>
          <a:noFill/>
        </p:spPr>
        <p:txBody>
          <a:bodyPr wrap="square" lIns="0" tIns="0" rIns="0" bIns="0" anchor="ctr">
            <a:noAutofit/>
          </a:bodyPr>
          <a:lstStyle/>
          <a:p>
            <a:pPr algn="l">
              <a:spcBef>
                <a:spcPts val="0"/>
              </a:spcBef>
              <a:spcAft>
                <a:spcPts val="0"/>
              </a:spcAft>
            </a:pPr>
            <a:r>
              <a:rPr lang="en-US" sz="1300" b="1" i="0" spc="20">
                <a:solidFill>
                  <a:srgbClr val="FFFFFF"/>
                </a:solidFill>
                <a:latin typeface="Calibri"/>
              </a:rPr>
              <a:t>HEALTH ADV.</a:t>
            </a:r>
          </a:p>
        </p:txBody>
      </p:sp>
      <p:sp>
        <p:nvSpPr>
          <p:cNvPr id="33" name="TextBox 32">
            <a:extLst>
              <a:ext uri="{FF2B5EF4-FFF2-40B4-BE49-F238E27FC236}">
                <a16:creationId xmlns:a16="http://schemas.microsoft.com/office/drawing/2014/main" id="{9BE67F22-A570-1A77-1E0F-2B5E13990CDD}"/>
              </a:ext>
            </a:extLst>
          </p:cNvPr>
          <p:cNvSpPr txBox="1"/>
          <p:nvPr/>
        </p:nvSpPr>
        <p:spPr>
          <a:xfrm>
            <a:off x="9081083" y="1448233"/>
            <a:ext cx="1085523" cy="164592"/>
          </a:xfrm>
          <a:prstGeom prst="rect">
            <a:avLst/>
          </a:prstGeom>
          <a:noFill/>
        </p:spPr>
        <p:txBody>
          <a:bodyPr wrap="square" lIns="0" tIns="0" rIns="0" bIns="0" anchor="ctr">
            <a:noAutofit/>
          </a:bodyPr>
          <a:lstStyle/>
          <a:p>
            <a:pPr algn="l">
              <a:spcBef>
                <a:spcPts val="0"/>
              </a:spcBef>
              <a:spcAft>
                <a:spcPts val="0"/>
              </a:spcAft>
            </a:pPr>
            <a:r>
              <a:rPr lang="en-US" sz="1200" b="0" i="0">
                <a:solidFill>
                  <a:srgbClr val="C9D0E6"/>
                </a:solidFill>
                <a:latin typeface="Calibri"/>
              </a:rPr>
              <a:t>(12,500+ orgs)</a:t>
            </a:r>
          </a:p>
        </p:txBody>
      </p:sp>
      <p:sp>
        <p:nvSpPr>
          <p:cNvPr id="35" name="TextBox 34">
            <a:extLst>
              <a:ext uri="{FF2B5EF4-FFF2-40B4-BE49-F238E27FC236}">
                <a16:creationId xmlns:a16="http://schemas.microsoft.com/office/drawing/2014/main" id="{6CF0FD3B-BAFC-EB21-D0C4-9797605A1AEB}"/>
              </a:ext>
            </a:extLst>
          </p:cNvPr>
          <p:cNvSpPr txBox="1"/>
          <p:nvPr/>
        </p:nvSpPr>
        <p:spPr>
          <a:xfrm>
            <a:off x="10331199" y="1101813"/>
            <a:ext cx="1085523" cy="201168"/>
          </a:xfrm>
          <a:prstGeom prst="rect">
            <a:avLst/>
          </a:prstGeom>
          <a:noFill/>
        </p:spPr>
        <p:txBody>
          <a:bodyPr wrap="square" lIns="0" tIns="0" rIns="0" bIns="0" anchor="ctr">
            <a:noAutofit/>
          </a:bodyPr>
          <a:lstStyle/>
          <a:p>
            <a:pPr algn="l">
              <a:spcBef>
                <a:spcPts val="0"/>
              </a:spcBef>
              <a:spcAft>
                <a:spcPts val="0"/>
              </a:spcAft>
            </a:pPr>
            <a:r>
              <a:rPr lang="en-US" sz="1300" b="1" i="0" spc="20">
                <a:solidFill>
                  <a:srgbClr val="FFFFFF"/>
                </a:solidFill>
                <a:latin typeface="Calibri"/>
              </a:rPr>
              <a:t>GARNER</a:t>
            </a:r>
          </a:p>
        </p:txBody>
      </p:sp>
      <p:sp>
        <p:nvSpPr>
          <p:cNvPr id="37" name="TextBox 36">
            <a:extLst>
              <a:ext uri="{FF2B5EF4-FFF2-40B4-BE49-F238E27FC236}">
                <a16:creationId xmlns:a16="http://schemas.microsoft.com/office/drawing/2014/main" id="{3D685C0A-A828-17A3-E7F3-4C5FE9A92D0E}"/>
              </a:ext>
            </a:extLst>
          </p:cNvPr>
          <p:cNvSpPr txBox="1"/>
          <p:nvPr/>
        </p:nvSpPr>
        <p:spPr>
          <a:xfrm>
            <a:off x="10331199" y="1448233"/>
            <a:ext cx="1085523" cy="164592"/>
          </a:xfrm>
          <a:prstGeom prst="rect">
            <a:avLst/>
          </a:prstGeom>
          <a:noFill/>
        </p:spPr>
        <p:txBody>
          <a:bodyPr wrap="square" lIns="0" tIns="0" rIns="0" bIns="0" anchor="ctr">
            <a:noAutofit/>
          </a:bodyPr>
          <a:lstStyle/>
          <a:p>
            <a:pPr algn="l">
              <a:spcBef>
                <a:spcPts val="0"/>
              </a:spcBef>
              <a:spcAft>
                <a:spcPts val="0"/>
              </a:spcAft>
            </a:pPr>
            <a:r>
              <a:rPr lang="en-US" sz="1200" b="0" i="0">
                <a:solidFill>
                  <a:srgbClr val="C9D0E6"/>
                </a:solidFill>
                <a:latin typeface="Calibri"/>
              </a:rPr>
              <a:t>(130%+ YoY growth)</a:t>
            </a:r>
          </a:p>
        </p:txBody>
      </p:sp>
      <p:sp>
        <p:nvSpPr>
          <p:cNvPr id="39" name="Rectangle 38">
            <a:extLst>
              <a:ext uri="{FF2B5EF4-FFF2-40B4-BE49-F238E27FC236}">
                <a16:creationId xmlns:a16="http://schemas.microsoft.com/office/drawing/2014/main" id="{9E32D6F4-769E-8ECF-0FDC-4743DBA372F8}"/>
              </a:ext>
            </a:extLst>
          </p:cNvPr>
          <p:cNvSpPr/>
          <p:nvPr/>
        </p:nvSpPr>
        <p:spPr>
          <a:xfrm>
            <a:off x="270186" y="1747227"/>
            <a:ext cx="2468880" cy="439826"/>
          </a:xfrm>
          <a:prstGeom prst="rect">
            <a:avLst/>
          </a:prstGeom>
          <a:solidFill>
            <a:srgbClr val="F8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41" name="TextBox 40">
            <a:extLst>
              <a:ext uri="{FF2B5EF4-FFF2-40B4-BE49-F238E27FC236}">
                <a16:creationId xmlns:a16="http://schemas.microsoft.com/office/drawing/2014/main" id="{8C86B85F-82DF-258D-E175-CAEC4140F55D}"/>
              </a:ext>
            </a:extLst>
          </p:cNvPr>
          <p:cNvSpPr txBox="1"/>
          <p:nvPr/>
        </p:nvSpPr>
        <p:spPr>
          <a:xfrm>
            <a:off x="398202" y="1747227"/>
            <a:ext cx="2249424" cy="439826"/>
          </a:xfrm>
          <a:prstGeom prst="rect">
            <a:avLst/>
          </a:prstGeom>
          <a:noFill/>
        </p:spPr>
        <p:txBody>
          <a:bodyPr wrap="square" lIns="0" tIns="0" rIns="0" bIns="0" anchor="ctr">
            <a:noAutofit/>
          </a:bodyPr>
          <a:lstStyle/>
          <a:p>
            <a:pPr algn="l">
              <a:lnSpc>
                <a:spcPct val="115000"/>
              </a:lnSpc>
              <a:spcBef>
                <a:spcPts val="0"/>
              </a:spcBef>
              <a:spcAft>
                <a:spcPts val="0"/>
              </a:spcAft>
            </a:pPr>
            <a:r>
              <a:rPr lang="en-US" sz="1400" b="1" i="0">
                <a:solidFill>
                  <a:srgbClr val="231505"/>
                </a:solidFill>
                <a:latin typeface="Calibri"/>
              </a:rPr>
              <a:t>Continuous health signals</a:t>
            </a:r>
          </a:p>
        </p:txBody>
      </p:sp>
      <p:sp>
        <p:nvSpPr>
          <p:cNvPr id="43" name="Rectangle 42">
            <a:extLst>
              <a:ext uri="{FF2B5EF4-FFF2-40B4-BE49-F238E27FC236}">
                <a16:creationId xmlns:a16="http://schemas.microsoft.com/office/drawing/2014/main" id="{35763063-AF6C-1622-0833-CA11D4582A58}"/>
              </a:ext>
            </a:extLst>
          </p:cNvPr>
          <p:cNvSpPr/>
          <p:nvPr/>
        </p:nvSpPr>
        <p:spPr>
          <a:xfrm>
            <a:off x="2739066" y="1747227"/>
            <a:ext cx="1250115" cy="439826"/>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45" name="TextBox 44">
            <a:extLst>
              <a:ext uri="{FF2B5EF4-FFF2-40B4-BE49-F238E27FC236}">
                <a16:creationId xmlns:a16="http://schemas.microsoft.com/office/drawing/2014/main" id="{CF5E37AF-5DE9-7A35-F2FB-3A7EAF076103}"/>
              </a:ext>
            </a:extLst>
          </p:cNvPr>
          <p:cNvSpPr txBox="1"/>
          <p:nvPr/>
        </p:nvSpPr>
        <p:spPr>
          <a:xfrm>
            <a:off x="2739066" y="1747227"/>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8A7658"/>
                </a:solidFill>
                <a:latin typeface="Calibri"/>
              </a:rPr>
              <a:t>–</a:t>
            </a:r>
          </a:p>
        </p:txBody>
      </p:sp>
      <p:sp>
        <p:nvSpPr>
          <p:cNvPr id="46" name="Rectangle 45">
            <a:extLst>
              <a:ext uri="{FF2B5EF4-FFF2-40B4-BE49-F238E27FC236}">
                <a16:creationId xmlns:a16="http://schemas.microsoft.com/office/drawing/2014/main" id="{439E2573-C173-60BE-0BDC-BA01ECA6C636}"/>
              </a:ext>
            </a:extLst>
          </p:cNvPr>
          <p:cNvSpPr/>
          <p:nvPr/>
        </p:nvSpPr>
        <p:spPr>
          <a:xfrm>
            <a:off x="3989181" y="1747227"/>
            <a:ext cx="1250115" cy="439826"/>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47" name="TextBox 46">
            <a:extLst>
              <a:ext uri="{FF2B5EF4-FFF2-40B4-BE49-F238E27FC236}">
                <a16:creationId xmlns:a16="http://schemas.microsoft.com/office/drawing/2014/main" id="{F9263E3F-344D-4418-6149-B821B3D7C32C}"/>
              </a:ext>
            </a:extLst>
          </p:cNvPr>
          <p:cNvSpPr txBox="1"/>
          <p:nvPr/>
        </p:nvSpPr>
        <p:spPr>
          <a:xfrm>
            <a:off x="3989181" y="1747227"/>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8A7658"/>
                </a:solidFill>
                <a:latin typeface="Calibri"/>
              </a:rPr>
              <a:t>–</a:t>
            </a:r>
          </a:p>
        </p:txBody>
      </p:sp>
      <p:sp>
        <p:nvSpPr>
          <p:cNvPr id="50" name="Rectangle 49">
            <a:extLst>
              <a:ext uri="{FF2B5EF4-FFF2-40B4-BE49-F238E27FC236}">
                <a16:creationId xmlns:a16="http://schemas.microsoft.com/office/drawing/2014/main" id="{28A7B7B8-AFB5-0BA4-0B2B-5D883B954F3A}"/>
              </a:ext>
            </a:extLst>
          </p:cNvPr>
          <p:cNvSpPr/>
          <p:nvPr/>
        </p:nvSpPr>
        <p:spPr>
          <a:xfrm>
            <a:off x="5239297" y="1747227"/>
            <a:ext cx="1250115" cy="439826"/>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52" name="TextBox 51">
            <a:extLst>
              <a:ext uri="{FF2B5EF4-FFF2-40B4-BE49-F238E27FC236}">
                <a16:creationId xmlns:a16="http://schemas.microsoft.com/office/drawing/2014/main" id="{52950EF7-0CDC-4CC6-EE83-1F71F4B351E9}"/>
              </a:ext>
            </a:extLst>
          </p:cNvPr>
          <p:cNvSpPr txBox="1"/>
          <p:nvPr/>
        </p:nvSpPr>
        <p:spPr>
          <a:xfrm>
            <a:off x="5239297" y="1747227"/>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8A7658"/>
                </a:solidFill>
                <a:latin typeface="Calibri"/>
              </a:rPr>
              <a:t>–</a:t>
            </a:r>
          </a:p>
        </p:txBody>
      </p:sp>
      <p:sp>
        <p:nvSpPr>
          <p:cNvPr id="53" name="Rectangle 52">
            <a:extLst>
              <a:ext uri="{FF2B5EF4-FFF2-40B4-BE49-F238E27FC236}">
                <a16:creationId xmlns:a16="http://schemas.microsoft.com/office/drawing/2014/main" id="{6775AB0D-BF78-EDFC-4AD3-BC7AE84DC78C}"/>
              </a:ext>
            </a:extLst>
          </p:cNvPr>
          <p:cNvSpPr/>
          <p:nvPr/>
        </p:nvSpPr>
        <p:spPr>
          <a:xfrm>
            <a:off x="6489412" y="1747227"/>
            <a:ext cx="1250115" cy="439826"/>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54" name="TextBox 53">
            <a:extLst>
              <a:ext uri="{FF2B5EF4-FFF2-40B4-BE49-F238E27FC236}">
                <a16:creationId xmlns:a16="http://schemas.microsoft.com/office/drawing/2014/main" id="{640C53A0-9A2C-F04E-BB75-6CB306F83F80}"/>
              </a:ext>
            </a:extLst>
          </p:cNvPr>
          <p:cNvSpPr txBox="1"/>
          <p:nvPr/>
        </p:nvSpPr>
        <p:spPr>
          <a:xfrm>
            <a:off x="6489412" y="1747227"/>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8A7658"/>
                </a:solidFill>
                <a:latin typeface="Calibri"/>
              </a:rPr>
              <a:t>–</a:t>
            </a:r>
          </a:p>
        </p:txBody>
      </p:sp>
      <p:sp>
        <p:nvSpPr>
          <p:cNvPr id="55" name="Rectangle 54">
            <a:extLst>
              <a:ext uri="{FF2B5EF4-FFF2-40B4-BE49-F238E27FC236}">
                <a16:creationId xmlns:a16="http://schemas.microsoft.com/office/drawing/2014/main" id="{A8FD7FC2-5E4E-32F4-DA64-8FEBD3F2EF7F}"/>
              </a:ext>
            </a:extLst>
          </p:cNvPr>
          <p:cNvSpPr/>
          <p:nvPr/>
        </p:nvSpPr>
        <p:spPr>
          <a:xfrm>
            <a:off x="7739528" y="1747227"/>
            <a:ext cx="1250115" cy="439826"/>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56" name="TextBox 55">
            <a:extLst>
              <a:ext uri="{FF2B5EF4-FFF2-40B4-BE49-F238E27FC236}">
                <a16:creationId xmlns:a16="http://schemas.microsoft.com/office/drawing/2014/main" id="{BD93D895-6B85-2523-332E-0C63917D6A3B}"/>
              </a:ext>
            </a:extLst>
          </p:cNvPr>
          <p:cNvSpPr txBox="1"/>
          <p:nvPr/>
        </p:nvSpPr>
        <p:spPr>
          <a:xfrm>
            <a:off x="7739528" y="1747227"/>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8A7658"/>
                </a:solidFill>
                <a:latin typeface="Calibri"/>
              </a:rPr>
              <a:t>–</a:t>
            </a:r>
          </a:p>
        </p:txBody>
      </p:sp>
      <p:sp>
        <p:nvSpPr>
          <p:cNvPr id="57" name="Rectangle 56">
            <a:extLst>
              <a:ext uri="{FF2B5EF4-FFF2-40B4-BE49-F238E27FC236}">
                <a16:creationId xmlns:a16="http://schemas.microsoft.com/office/drawing/2014/main" id="{AC98BE67-0F8C-8537-05F5-77ECF6C2420B}"/>
              </a:ext>
            </a:extLst>
          </p:cNvPr>
          <p:cNvSpPr/>
          <p:nvPr/>
        </p:nvSpPr>
        <p:spPr>
          <a:xfrm>
            <a:off x="8989643" y="1747227"/>
            <a:ext cx="1250115" cy="439826"/>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58" name="TextBox 57">
            <a:extLst>
              <a:ext uri="{FF2B5EF4-FFF2-40B4-BE49-F238E27FC236}">
                <a16:creationId xmlns:a16="http://schemas.microsoft.com/office/drawing/2014/main" id="{71A0E847-CDFC-4282-1FAA-39E94C882DC3}"/>
              </a:ext>
            </a:extLst>
          </p:cNvPr>
          <p:cNvSpPr txBox="1"/>
          <p:nvPr/>
        </p:nvSpPr>
        <p:spPr>
          <a:xfrm>
            <a:off x="8989643" y="1747227"/>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8A7658"/>
                </a:solidFill>
                <a:latin typeface="Calibri"/>
              </a:rPr>
              <a:t>–</a:t>
            </a:r>
          </a:p>
        </p:txBody>
      </p:sp>
      <p:sp>
        <p:nvSpPr>
          <p:cNvPr id="59" name="Rectangle 58">
            <a:extLst>
              <a:ext uri="{FF2B5EF4-FFF2-40B4-BE49-F238E27FC236}">
                <a16:creationId xmlns:a16="http://schemas.microsoft.com/office/drawing/2014/main" id="{FBEDC16D-835F-F6AF-8AF5-186C48E82B71}"/>
              </a:ext>
            </a:extLst>
          </p:cNvPr>
          <p:cNvSpPr/>
          <p:nvPr/>
        </p:nvSpPr>
        <p:spPr>
          <a:xfrm>
            <a:off x="10239759" y="1747227"/>
            <a:ext cx="1250115" cy="439826"/>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60" name="TextBox 59">
            <a:extLst>
              <a:ext uri="{FF2B5EF4-FFF2-40B4-BE49-F238E27FC236}">
                <a16:creationId xmlns:a16="http://schemas.microsoft.com/office/drawing/2014/main" id="{DAB843C3-6B8E-D342-33F4-E202F052A30E}"/>
              </a:ext>
            </a:extLst>
          </p:cNvPr>
          <p:cNvSpPr txBox="1"/>
          <p:nvPr/>
        </p:nvSpPr>
        <p:spPr>
          <a:xfrm>
            <a:off x="10239759" y="1747227"/>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8A7658"/>
                </a:solidFill>
                <a:latin typeface="Calibri"/>
              </a:rPr>
              <a:t>–</a:t>
            </a:r>
          </a:p>
        </p:txBody>
      </p:sp>
      <p:sp>
        <p:nvSpPr>
          <p:cNvPr id="61" name="Rectangle 60">
            <a:extLst>
              <a:ext uri="{FF2B5EF4-FFF2-40B4-BE49-F238E27FC236}">
                <a16:creationId xmlns:a16="http://schemas.microsoft.com/office/drawing/2014/main" id="{803C76A0-AC26-D9A7-BE8C-8F518D422B82}"/>
              </a:ext>
            </a:extLst>
          </p:cNvPr>
          <p:cNvSpPr/>
          <p:nvPr/>
        </p:nvSpPr>
        <p:spPr>
          <a:xfrm>
            <a:off x="270186" y="2187053"/>
            <a:ext cx="2468880" cy="605332"/>
          </a:xfrm>
          <a:prstGeom prst="rect">
            <a:avLst/>
          </a:prstGeom>
          <a:solidFill>
            <a:srgbClr val="F2E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62" name="TextBox 61">
            <a:extLst>
              <a:ext uri="{FF2B5EF4-FFF2-40B4-BE49-F238E27FC236}">
                <a16:creationId xmlns:a16="http://schemas.microsoft.com/office/drawing/2014/main" id="{1EDE0AB6-49B2-25AB-1653-87AA507B282C}"/>
              </a:ext>
            </a:extLst>
          </p:cNvPr>
          <p:cNvSpPr txBox="1"/>
          <p:nvPr/>
        </p:nvSpPr>
        <p:spPr>
          <a:xfrm>
            <a:off x="398202" y="2187053"/>
            <a:ext cx="2249424" cy="605332"/>
          </a:xfrm>
          <a:prstGeom prst="rect">
            <a:avLst/>
          </a:prstGeom>
          <a:noFill/>
        </p:spPr>
        <p:txBody>
          <a:bodyPr wrap="square" lIns="0" tIns="0" rIns="0" bIns="0" anchor="ctr">
            <a:noAutofit/>
          </a:bodyPr>
          <a:lstStyle/>
          <a:p>
            <a:pPr algn="l">
              <a:lnSpc>
                <a:spcPct val="115000"/>
              </a:lnSpc>
              <a:spcBef>
                <a:spcPts val="0"/>
              </a:spcBef>
              <a:spcAft>
                <a:spcPts val="0"/>
              </a:spcAft>
            </a:pPr>
            <a:r>
              <a:rPr lang="en-US" sz="1400" b="1" i="0">
                <a:solidFill>
                  <a:srgbClr val="231505"/>
                </a:solidFill>
                <a:latin typeface="Calibri"/>
              </a:rPr>
              <a:t>Personalized engagement &amp;</a:t>
            </a:r>
          </a:p>
          <a:p>
            <a:pPr algn="l">
              <a:lnSpc>
                <a:spcPct val="115000"/>
              </a:lnSpc>
              <a:spcBef>
                <a:spcPts val="0"/>
              </a:spcBef>
              <a:spcAft>
                <a:spcPts val="0"/>
              </a:spcAft>
            </a:pPr>
            <a:r>
              <a:rPr lang="en-US" sz="1400" b="1" i="0">
                <a:solidFill>
                  <a:srgbClr val="231505"/>
                </a:solidFill>
                <a:latin typeface="Calibri"/>
              </a:rPr>
              <a:t>activation</a:t>
            </a:r>
          </a:p>
        </p:txBody>
      </p:sp>
      <p:sp>
        <p:nvSpPr>
          <p:cNvPr id="75" name="Rectangle 74">
            <a:extLst>
              <a:ext uri="{FF2B5EF4-FFF2-40B4-BE49-F238E27FC236}">
                <a16:creationId xmlns:a16="http://schemas.microsoft.com/office/drawing/2014/main" id="{4E6C9430-B9D7-32D7-A0AD-78282F6F87E8}"/>
              </a:ext>
            </a:extLst>
          </p:cNvPr>
          <p:cNvSpPr/>
          <p:nvPr/>
        </p:nvSpPr>
        <p:spPr>
          <a:xfrm>
            <a:off x="2739066" y="2187053"/>
            <a:ext cx="1250115" cy="605332"/>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76" name="TextBox 75">
            <a:extLst>
              <a:ext uri="{FF2B5EF4-FFF2-40B4-BE49-F238E27FC236}">
                <a16:creationId xmlns:a16="http://schemas.microsoft.com/office/drawing/2014/main" id="{3DBECD2C-0142-B5D3-AA14-F0A015E47182}"/>
              </a:ext>
            </a:extLst>
          </p:cNvPr>
          <p:cNvSpPr txBox="1"/>
          <p:nvPr/>
        </p:nvSpPr>
        <p:spPr>
          <a:xfrm>
            <a:off x="2739066" y="2187053"/>
            <a:ext cx="1250115" cy="605332"/>
          </a:xfrm>
          <a:prstGeom prst="rect">
            <a:avLst/>
          </a:prstGeom>
          <a:noFill/>
        </p:spPr>
        <p:txBody>
          <a:bodyPr wrap="square" lIns="0" tIns="0" rIns="0" bIns="0" anchor="ctr">
            <a:noAutofit/>
          </a:bodyPr>
          <a:lstStyle/>
          <a:p>
            <a:pPr algn="ctr">
              <a:spcBef>
                <a:spcPts val="0"/>
              </a:spcBef>
              <a:spcAft>
                <a:spcPts val="0"/>
              </a:spcAft>
            </a:pPr>
            <a:r>
              <a:rPr lang="en-US" b="1" i="0">
                <a:solidFill>
                  <a:srgbClr val="8A7658"/>
                </a:solidFill>
                <a:latin typeface="Calibri"/>
              </a:rPr>
              <a:t>–</a:t>
            </a:r>
          </a:p>
        </p:txBody>
      </p:sp>
      <p:sp>
        <p:nvSpPr>
          <p:cNvPr id="77" name="Rectangle 76">
            <a:extLst>
              <a:ext uri="{FF2B5EF4-FFF2-40B4-BE49-F238E27FC236}">
                <a16:creationId xmlns:a16="http://schemas.microsoft.com/office/drawing/2014/main" id="{62C20693-A009-DBC6-3CBC-3E0373DEA7B3}"/>
              </a:ext>
            </a:extLst>
          </p:cNvPr>
          <p:cNvSpPr/>
          <p:nvPr/>
        </p:nvSpPr>
        <p:spPr>
          <a:xfrm>
            <a:off x="3989181" y="2187053"/>
            <a:ext cx="1250115" cy="605332"/>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78" name="TextBox 77">
            <a:extLst>
              <a:ext uri="{FF2B5EF4-FFF2-40B4-BE49-F238E27FC236}">
                <a16:creationId xmlns:a16="http://schemas.microsoft.com/office/drawing/2014/main" id="{07B85FF5-760A-2848-6A65-0761287B9FC6}"/>
              </a:ext>
            </a:extLst>
          </p:cNvPr>
          <p:cNvSpPr txBox="1"/>
          <p:nvPr/>
        </p:nvSpPr>
        <p:spPr>
          <a:xfrm>
            <a:off x="3989181" y="2187053"/>
            <a:ext cx="1250115" cy="605332"/>
          </a:xfrm>
          <a:prstGeom prst="rect">
            <a:avLst/>
          </a:prstGeom>
          <a:noFill/>
        </p:spPr>
        <p:txBody>
          <a:bodyPr wrap="square" lIns="0" tIns="0" rIns="0" bIns="0" anchor="ctr">
            <a:noAutofit/>
          </a:bodyPr>
          <a:lstStyle/>
          <a:p>
            <a:pPr algn="ctr">
              <a:spcBef>
                <a:spcPts val="0"/>
              </a:spcBef>
              <a:spcAft>
                <a:spcPts val="0"/>
              </a:spcAft>
            </a:pPr>
            <a:r>
              <a:rPr lang="en-US" b="1" i="0">
                <a:solidFill>
                  <a:srgbClr val="8A7658"/>
                </a:solidFill>
                <a:latin typeface="Calibri"/>
              </a:rPr>
              <a:t>–</a:t>
            </a:r>
          </a:p>
        </p:txBody>
      </p:sp>
      <p:sp>
        <p:nvSpPr>
          <p:cNvPr id="79" name="Rectangle 78">
            <a:extLst>
              <a:ext uri="{FF2B5EF4-FFF2-40B4-BE49-F238E27FC236}">
                <a16:creationId xmlns:a16="http://schemas.microsoft.com/office/drawing/2014/main" id="{B3D90004-7C84-B53F-340B-DEDD2FA7F8F3}"/>
              </a:ext>
            </a:extLst>
          </p:cNvPr>
          <p:cNvSpPr/>
          <p:nvPr/>
        </p:nvSpPr>
        <p:spPr>
          <a:xfrm>
            <a:off x="5239297" y="2187053"/>
            <a:ext cx="1250115" cy="605332"/>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80" name="TextBox 79">
            <a:extLst>
              <a:ext uri="{FF2B5EF4-FFF2-40B4-BE49-F238E27FC236}">
                <a16:creationId xmlns:a16="http://schemas.microsoft.com/office/drawing/2014/main" id="{3DF346D2-B0FE-9A6E-E574-67B82496BCE2}"/>
              </a:ext>
            </a:extLst>
          </p:cNvPr>
          <p:cNvSpPr txBox="1"/>
          <p:nvPr/>
        </p:nvSpPr>
        <p:spPr>
          <a:xfrm>
            <a:off x="5239297" y="2187053"/>
            <a:ext cx="1250115" cy="605332"/>
          </a:xfrm>
          <a:prstGeom prst="rect">
            <a:avLst/>
          </a:prstGeom>
          <a:noFill/>
        </p:spPr>
        <p:txBody>
          <a:bodyPr wrap="square" lIns="0" tIns="0" rIns="0" bIns="0" anchor="ctr">
            <a:noAutofit/>
          </a:bodyPr>
          <a:lstStyle/>
          <a:p>
            <a:pPr algn="ctr">
              <a:spcBef>
                <a:spcPts val="0"/>
              </a:spcBef>
              <a:spcAft>
                <a:spcPts val="0"/>
              </a:spcAft>
            </a:pPr>
            <a:r>
              <a:rPr lang="en-US" b="1" i="0">
                <a:solidFill>
                  <a:srgbClr val="8A7658"/>
                </a:solidFill>
                <a:latin typeface="Calibri"/>
              </a:rPr>
              <a:t>–</a:t>
            </a:r>
          </a:p>
        </p:txBody>
      </p:sp>
      <p:sp>
        <p:nvSpPr>
          <p:cNvPr id="81" name="Rectangle 80">
            <a:extLst>
              <a:ext uri="{FF2B5EF4-FFF2-40B4-BE49-F238E27FC236}">
                <a16:creationId xmlns:a16="http://schemas.microsoft.com/office/drawing/2014/main" id="{9EDD95CA-9683-0513-9B75-A38F1D7BDE96}"/>
              </a:ext>
            </a:extLst>
          </p:cNvPr>
          <p:cNvSpPr/>
          <p:nvPr/>
        </p:nvSpPr>
        <p:spPr>
          <a:xfrm>
            <a:off x="6489412" y="2187053"/>
            <a:ext cx="1250115" cy="605332"/>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82" name="TextBox 81">
            <a:extLst>
              <a:ext uri="{FF2B5EF4-FFF2-40B4-BE49-F238E27FC236}">
                <a16:creationId xmlns:a16="http://schemas.microsoft.com/office/drawing/2014/main" id="{FB8131AF-7DBE-71AD-AB0B-082472EEB0F7}"/>
              </a:ext>
            </a:extLst>
          </p:cNvPr>
          <p:cNvSpPr txBox="1"/>
          <p:nvPr/>
        </p:nvSpPr>
        <p:spPr>
          <a:xfrm>
            <a:off x="6489412" y="2187053"/>
            <a:ext cx="1250115" cy="605332"/>
          </a:xfrm>
          <a:prstGeom prst="rect">
            <a:avLst/>
          </a:prstGeom>
          <a:noFill/>
        </p:spPr>
        <p:txBody>
          <a:bodyPr wrap="square" lIns="0" tIns="0" rIns="0" bIns="0" anchor="ctr">
            <a:noAutofit/>
          </a:bodyPr>
          <a:lstStyle/>
          <a:p>
            <a:pPr algn="ctr">
              <a:spcBef>
                <a:spcPts val="0"/>
              </a:spcBef>
              <a:spcAft>
                <a:spcPts val="0"/>
              </a:spcAft>
            </a:pPr>
            <a:r>
              <a:rPr lang="en-US" b="1" i="0">
                <a:solidFill>
                  <a:srgbClr val="8A7658"/>
                </a:solidFill>
                <a:latin typeface="Calibri"/>
              </a:rPr>
              <a:t>–</a:t>
            </a:r>
          </a:p>
        </p:txBody>
      </p:sp>
      <p:sp>
        <p:nvSpPr>
          <p:cNvPr id="83" name="Rectangle 82">
            <a:extLst>
              <a:ext uri="{FF2B5EF4-FFF2-40B4-BE49-F238E27FC236}">
                <a16:creationId xmlns:a16="http://schemas.microsoft.com/office/drawing/2014/main" id="{AA2CB5EF-345B-95B6-83D3-B43FDAD1D0ED}"/>
              </a:ext>
            </a:extLst>
          </p:cNvPr>
          <p:cNvSpPr/>
          <p:nvPr/>
        </p:nvSpPr>
        <p:spPr>
          <a:xfrm>
            <a:off x="7739528" y="2187053"/>
            <a:ext cx="1250115" cy="605332"/>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84" name="TextBox 83">
            <a:extLst>
              <a:ext uri="{FF2B5EF4-FFF2-40B4-BE49-F238E27FC236}">
                <a16:creationId xmlns:a16="http://schemas.microsoft.com/office/drawing/2014/main" id="{2DE85B48-A71A-9BB5-B3BB-D0D8B7AFE853}"/>
              </a:ext>
            </a:extLst>
          </p:cNvPr>
          <p:cNvSpPr txBox="1"/>
          <p:nvPr/>
        </p:nvSpPr>
        <p:spPr>
          <a:xfrm>
            <a:off x="7739528" y="2187053"/>
            <a:ext cx="1250115" cy="605332"/>
          </a:xfrm>
          <a:prstGeom prst="rect">
            <a:avLst/>
          </a:prstGeom>
          <a:noFill/>
        </p:spPr>
        <p:txBody>
          <a:bodyPr wrap="square" lIns="0" tIns="0" rIns="0" bIns="0" anchor="ctr">
            <a:noAutofit/>
          </a:bodyPr>
          <a:lstStyle/>
          <a:p>
            <a:pPr algn="ctr">
              <a:spcBef>
                <a:spcPts val="0"/>
              </a:spcBef>
              <a:spcAft>
                <a:spcPts val="0"/>
              </a:spcAft>
            </a:pPr>
            <a:r>
              <a:rPr lang="en-US" b="1" i="0">
                <a:solidFill>
                  <a:srgbClr val="8A7658"/>
                </a:solidFill>
                <a:latin typeface="Calibri"/>
              </a:rPr>
              <a:t>–</a:t>
            </a:r>
          </a:p>
        </p:txBody>
      </p:sp>
      <p:sp>
        <p:nvSpPr>
          <p:cNvPr id="85" name="Rectangle 84">
            <a:extLst>
              <a:ext uri="{FF2B5EF4-FFF2-40B4-BE49-F238E27FC236}">
                <a16:creationId xmlns:a16="http://schemas.microsoft.com/office/drawing/2014/main" id="{B0DF32BF-D6C9-CD6F-8167-369B08F7EA0C}"/>
              </a:ext>
            </a:extLst>
          </p:cNvPr>
          <p:cNvSpPr/>
          <p:nvPr/>
        </p:nvSpPr>
        <p:spPr>
          <a:xfrm>
            <a:off x="8989643" y="2187053"/>
            <a:ext cx="1250115" cy="605332"/>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86" name="TextBox 85">
            <a:extLst>
              <a:ext uri="{FF2B5EF4-FFF2-40B4-BE49-F238E27FC236}">
                <a16:creationId xmlns:a16="http://schemas.microsoft.com/office/drawing/2014/main" id="{FBE6B220-2FE6-A135-0EB3-66358741889A}"/>
              </a:ext>
            </a:extLst>
          </p:cNvPr>
          <p:cNvSpPr txBox="1"/>
          <p:nvPr/>
        </p:nvSpPr>
        <p:spPr>
          <a:xfrm>
            <a:off x="8989643" y="2187053"/>
            <a:ext cx="1250115" cy="605332"/>
          </a:xfrm>
          <a:prstGeom prst="rect">
            <a:avLst/>
          </a:prstGeom>
          <a:noFill/>
        </p:spPr>
        <p:txBody>
          <a:bodyPr wrap="square" lIns="0" tIns="0" rIns="0" bIns="0" anchor="ctr">
            <a:noAutofit/>
          </a:bodyPr>
          <a:lstStyle/>
          <a:p>
            <a:pPr algn="ctr">
              <a:spcBef>
                <a:spcPts val="0"/>
              </a:spcBef>
              <a:spcAft>
                <a:spcPts val="0"/>
              </a:spcAft>
            </a:pPr>
            <a:r>
              <a:rPr lang="en-US" b="1" i="0">
                <a:solidFill>
                  <a:srgbClr val="8A7658"/>
                </a:solidFill>
                <a:latin typeface="Calibri"/>
              </a:rPr>
              <a:t>–</a:t>
            </a:r>
          </a:p>
        </p:txBody>
      </p:sp>
      <p:sp>
        <p:nvSpPr>
          <p:cNvPr id="87" name="Rectangle 86">
            <a:extLst>
              <a:ext uri="{FF2B5EF4-FFF2-40B4-BE49-F238E27FC236}">
                <a16:creationId xmlns:a16="http://schemas.microsoft.com/office/drawing/2014/main" id="{FF44A3DB-09F3-50A5-33E3-DCCD970A0F64}"/>
              </a:ext>
            </a:extLst>
          </p:cNvPr>
          <p:cNvSpPr/>
          <p:nvPr/>
        </p:nvSpPr>
        <p:spPr>
          <a:xfrm>
            <a:off x="10239759" y="2187053"/>
            <a:ext cx="1250115" cy="605332"/>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88" name="TextBox 87">
            <a:extLst>
              <a:ext uri="{FF2B5EF4-FFF2-40B4-BE49-F238E27FC236}">
                <a16:creationId xmlns:a16="http://schemas.microsoft.com/office/drawing/2014/main" id="{AA62EA66-27BC-1D29-6029-7C08DE342C55}"/>
              </a:ext>
            </a:extLst>
          </p:cNvPr>
          <p:cNvSpPr txBox="1"/>
          <p:nvPr/>
        </p:nvSpPr>
        <p:spPr>
          <a:xfrm>
            <a:off x="10239759" y="2187053"/>
            <a:ext cx="1250115" cy="605332"/>
          </a:xfrm>
          <a:prstGeom prst="rect">
            <a:avLst/>
          </a:prstGeom>
          <a:noFill/>
        </p:spPr>
        <p:txBody>
          <a:bodyPr wrap="square" lIns="0" tIns="0" rIns="0" bIns="0" anchor="ctr">
            <a:noAutofit/>
          </a:bodyPr>
          <a:lstStyle/>
          <a:p>
            <a:pPr algn="ctr">
              <a:spcBef>
                <a:spcPts val="0"/>
              </a:spcBef>
              <a:spcAft>
                <a:spcPts val="0"/>
              </a:spcAft>
            </a:pPr>
            <a:r>
              <a:rPr lang="en-US" b="1" i="0">
                <a:solidFill>
                  <a:srgbClr val="8A7658"/>
                </a:solidFill>
                <a:latin typeface="Calibri"/>
              </a:rPr>
              <a:t>–</a:t>
            </a:r>
          </a:p>
        </p:txBody>
      </p:sp>
      <p:sp>
        <p:nvSpPr>
          <p:cNvPr id="89" name="Rectangle 88">
            <a:extLst>
              <a:ext uri="{FF2B5EF4-FFF2-40B4-BE49-F238E27FC236}">
                <a16:creationId xmlns:a16="http://schemas.microsoft.com/office/drawing/2014/main" id="{8CD7B7D2-1D89-7616-8BB2-E61FF7A48992}"/>
              </a:ext>
            </a:extLst>
          </p:cNvPr>
          <p:cNvSpPr/>
          <p:nvPr/>
        </p:nvSpPr>
        <p:spPr>
          <a:xfrm>
            <a:off x="270186" y="2792385"/>
            <a:ext cx="2468880" cy="430682"/>
          </a:xfrm>
          <a:prstGeom prst="rect">
            <a:avLst/>
          </a:prstGeom>
          <a:solidFill>
            <a:srgbClr val="F8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90" name="TextBox 89">
            <a:extLst>
              <a:ext uri="{FF2B5EF4-FFF2-40B4-BE49-F238E27FC236}">
                <a16:creationId xmlns:a16="http://schemas.microsoft.com/office/drawing/2014/main" id="{711E773F-CBB1-EA69-5C96-3D342FBEEB14}"/>
              </a:ext>
            </a:extLst>
          </p:cNvPr>
          <p:cNvSpPr txBox="1"/>
          <p:nvPr/>
        </p:nvSpPr>
        <p:spPr>
          <a:xfrm>
            <a:off x="398202" y="2792385"/>
            <a:ext cx="2249424" cy="430682"/>
          </a:xfrm>
          <a:prstGeom prst="rect">
            <a:avLst/>
          </a:prstGeom>
          <a:noFill/>
        </p:spPr>
        <p:txBody>
          <a:bodyPr wrap="square" lIns="0" tIns="0" rIns="0" bIns="0" anchor="ctr">
            <a:noAutofit/>
          </a:bodyPr>
          <a:lstStyle/>
          <a:p>
            <a:pPr algn="l">
              <a:lnSpc>
                <a:spcPct val="115000"/>
              </a:lnSpc>
              <a:spcBef>
                <a:spcPts val="0"/>
              </a:spcBef>
              <a:spcAft>
                <a:spcPts val="0"/>
              </a:spcAft>
            </a:pPr>
            <a:r>
              <a:rPr lang="en-US" sz="1400" b="1" i="0">
                <a:solidFill>
                  <a:srgbClr val="231505"/>
                </a:solidFill>
                <a:latin typeface="Calibri"/>
              </a:rPr>
              <a:t>AI care &amp; navigation</a:t>
            </a:r>
          </a:p>
        </p:txBody>
      </p:sp>
      <p:sp>
        <p:nvSpPr>
          <p:cNvPr id="91" name="Rectangle 90">
            <a:extLst>
              <a:ext uri="{FF2B5EF4-FFF2-40B4-BE49-F238E27FC236}">
                <a16:creationId xmlns:a16="http://schemas.microsoft.com/office/drawing/2014/main" id="{21847518-E4E4-604A-90F8-63DFE9CF4119}"/>
              </a:ext>
            </a:extLst>
          </p:cNvPr>
          <p:cNvSpPr/>
          <p:nvPr/>
        </p:nvSpPr>
        <p:spPr>
          <a:xfrm>
            <a:off x="2739066" y="2792385"/>
            <a:ext cx="1250115" cy="430682"/>
          </a:xfrm>
          <a:prstGeom prst="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93" name="TextBox 92">
            <a:extLst>
              <a:ext uri="{FF2B5EF4-FFF2-40B4-BE49-F238E27FC236}">
                <a16:creationId xmlns:a16="http://schemas.microsoft.com/office/drawing/2014/main" id="{6065B59B-F755-38A0-CA2F-DF705F5795FA}"/>
              </a:ext>
            </a:extLst>
          </p:cNvPr>
          <p:cNvSpPr txBox="1"/>
          <p:nvPr/>
        </p:nvSpPr>
        <p:spPr>
          <a:xfrm>
            <a:off x="2739066" y="2792385"/>
            <a:ext cx="1250115" cy="430682"/>
          </a:xfrm>
          <a:prstGeom prst="rect">
            <a:avLst/>
          </a:prstGeom>
          <a:noFill/>
        </p:spPr>
        <p:txBody>
          <a:bodyPr wrap="square" lIns="0" tIns="0" rIns="0" bIns="0" anchor="ctr">
            <a:noAutofit/>
          </a:bodyPr>
          <a:lstStyle/>
          <a:p>
            <a:pPr algn="ctr">
              <a:spcBef>
                <a:spcPts val="0"/>
              </a:spcBef>
              <a:spcAft>
                <a:spcPts val="0"/>
              </a:spcAft>
            </a:pPr>
            <a:r>
              <a:rPr lang="en-US" b="1" i="0">
                <a:solidFill>
                  <a:srgbClr val="FFFFFF"/>
                </a:solidFill>
                <a:latin typeface="Calibri"/>
              </a:rPr>
              <a:t>✓</a:t>
            </a:r>
          </a:p>
        </p:txBody>
      </p:sp>
      <p:sp>
        <p:nvSpPr>
          <p:cNvPr id="94" name="Rectangle 93">
            <a:extLst>
              <a:ext uri="{FF2B5EF4-FFF2-40B4-BE49-F238E27FC236}">
                <a16:creationId xmlns:a16="http://schemas.microsoft.com/office/drawing/2014/main" id="{EBC2CC4D-EDA6-51F1-674E-9107FE9F4F35}"/>
              </a:ext>
            </a:extLst>
          </p:cNvPr>
          <p:cNvSpPr/>
          <p:nvPr/>
        </p:nvSpPr>
        <p:spPr>
          <a:xfrm>
            <a:off x="3989181" y="2792385"/>
            <a:ext cx="1250115" cy="430682"/>
          </a:xfrm>
          <a:prstGeom prst="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95" name="TextBox 94">
            <a:extLst>
              <a:ext uri="{FF2B5EF4-FFF2-40B4-BE49-F238E27FC236}">
                <a16:creationId xmlns:a16="http://schemas.microsoft.com/office/drawing/2014/main" id="{29572A5D-18D8-18D7-133F-1642EF70B418}"/>
              </a:ext>
            </a:extLst>
          </p:cNvPr>
          <p:cNvSpPr txBox="1"/>
          <p:nvPr/>
        </p:nvSpPr>
        <p:spPr>
          <a:xfrm>
            <a:off x="3989181" y="2792385"/>
            <a:ext cx="1250115" cy="430682"/>
          </a:xfrm>
          <a:prstGeom prst="rect">
            <a:avLst/>
          </a:prstGeom>
          <a:noFill/>
        </p:spPr>
        <p:txBody>
          <a:bodyPr wrap="square" lIns="0" tIns="0" rIns="0" bIns="0" anchor="ctr">
            <a:noAutofit/>
          </a:bodyPr>
          <a:lstStyle/>
          <a:p>
            <a:pPr algn="ctr">
              <a:spcBef>
                <a:spcPts val="0"/>
              </a:spcBef>
              <a:spcAft>
                <a:spcPts val="0"/>
              </a:spcAft>
            </a:pPr>
            <a:r>
              <a:rPr lang="en-US" b="1" i="0">
                <a:solidFill>
                  <a:srgbClr val="FFFFFF"/>
                </a:solidFill>
                <a:latin typeface="Calibri"/>
              </a:rPr>
              <a:t>✓</a:t>
            </a:r>
          </a:p>
        </p:txBody>
      </p:sp>
      <p:sp>
        <p:nvSpPr>
          <p:cNvPr id="130" name="Rectangle 129">
            <a:extLst>
              <a:ext uri="{FF2B5EF4-FFF2-40B4-BE49-F238E27FC236}">
                <a16:creationId xmlns:a16="http://schemas.microsoft.com/office/drawing/2014/main" id="{C9596DCB-A58C-1B17-CCEC-8924B99FCD0C}"/>
              </a:ext>
            </a:extLst>
          </p:cNvPr>
          <p:cNvSpPr/>
          <p:nvPr/>
        </p:nvSpPr>
        <p:spPr>
          <a:xfrm>
            <a:off x="5239297" y="2792385"/>
            <a:ext cx="1250115" cy="430682"/>
          </a:xfrm>
          <a:prstGeom prst="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32" name="TextBox 131">
            <a:extLst>
              <a:ext uri="{FF2B5EF4-FFF2-40B4-BE49-F238E27FC236}">
                <a16:creationId xmlns:a16="http://schemas.microsoft.com/office/drawing/2014/main" id="{15985666-ABF0-9394-CA00-3DD9B26F6E52}"/>
              </a:ext>
            </a:extLst>
          </p:cNvPr>
          <p:cNvSpPr txBox="1"/>
          <p:nvPr/>
        </p:nvSpPr>
        <p:spPr>
          <a:xfrm>
            <a:off x="5239297" y="2792385"/>
            <a:ext cx="1250115" cy="430682"/>
          </a:xfrm>
          <a:prstGeom prst="rect">
            <a:avLst/>
          </a:prstGeom>
          <a:noFill/>
        </p:spPr>
        <p:txBody>
          <a:bodyPr wrap="square" lIns="0" tIns="0" rIns="0" bIns="0" anchor="ctr">
            <a:noAutofit/>
          </a:bodyPr>
          <a:lstStyle/>
          <a:p>
            <a:pPr algn="ctr">
              <a:spcBef>
                <a:spcPts val="0"/>
              </a:spcBef>
              <a:spcAft>
                <a:spcPts val="0"/>
              </a:spcAft>
            </a:pPr>
            <a:r>
              <a:rPr lang="en-US" b="1" i="0">
                <a:solidFill>
                  <a:srgbClr val="FFFFFF"/>
                </a:solidFill>
                <a:latin typeface="Calibri"/>
              </a:rPr>
              <a:t>✓</a:t>
            </a:r>
          </a:p>
        </p:txBody>
      </p:sp>
      <p:sp>
        <p:nvSpPr>
          <p:cNvPr id="133" name="Rectangle 132">
            <a:extLst>
              <a:ext uri="{FF2B5EF4-FFF2-40B4-BE49-F238E27FC236}">
                <a16:creationId xmlns:a16="http://schemas.microsoft.com/office/drawing/2014/main" id="{2A155F13-16C1-BC4C-D696-44C5F82780EF}"/>
              </a:ext>
            </a:extLst>
          </p:cNvPr>
          <p:cNvSpPr/>
          <p:nvPr/>
        </p:nvSpPr>
        <p:spPr>
          <a:xfrm>
            <a:off x="6489412" y="2792385"/>
            <a:ext cx="1250115" cy="430682"/>
          </a:xfrm>
          <a:prstGeom prst="rect">
            <a:avLst/>
          </a:prstGeom>
          <a:solidFill>
            <a:srgbClr val="F3D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34" name="TextBox 133">
            <a:extLst>
              <a:ext uri="{FF2B5EF4-FFF2-40B4-BE49-F238E27FC236}">
                <a16:creationId xmlns:a16="http://schemas.microsoft.com/office/drawing/2014/main" id="{5A24F528-51E5-A2CE-78BC-EFF6B8C54175}"/>
              </a:ext>
            </a:extLst>
          </p:cNvPr>
          <p:cNvSpPr txBox="1"/>
          <p:nvPr/>
        </p:nvSpPr>
        <p:spPr>
          <a:xfrm>
            <a:off x="6489412" y="2792385"/>
            <a:ext cx="1250115" cy="430682"/>
          </a:xfrm>
          <a:prstGeom prst="rect">
            <a:avLst/>
          </a:prstGeom>
          <a:noFill/>
        </p:spPr>
        <p:txBody>
          <a:bodyPr wrap="square" lIns="0" tIns="0" rIns="0" bIns="0" anchor="ctr">
            <a:noAutofit/>
          </a:bodyPr>
          <a:lstStyle/>
          <a:p>
            <a:pPr algn="ctr">
              <a:spcBef>
                <a:spcPts val="0"/>
              </a:spcBef>
              <a:spcAft>
                <a:spcPts val="0"/>
              </a:spcAft>
            </a:pPr>
            <a:r>
              <a:rPr lang="en-US" b="1" i="0">
                <a:solidFill>
                  <a:srgbClr val="93703C"/>
                </a:solidFill>
                <a:latin typeface="Calibri"/>
              </a:rPr>
              <a:t>Ⓒ</a:t>
            </a:r>
          </a:p>
        </p:txBody>
      </p:sp>
      <p:sp>
        <p:nvSpPr>
          <p:cNvPr id="135" name="Rectangle 134">
            <a:extLst>
              <a:ext uri="{FF2B5EF4-FFF2-40B4-BE49-F238E27FC236}">
                <a16:creationId xmlns:a16="http://schemas.microsoft.com/office/drawing/2014/main" id="{3F5DA1AE-8191-D89A-49A7-0459DAE397E4}"/>
              </a:ext>
            </a:extLst>
          </p:cNvPr>
          <p:cNvSpPr/>
          <p:nvPr/>
        </p:nvSpPr>
        <p:spPr>
          <a:xfrm>
            <a:off x="7739528" y="2792385"/>
            <a:ext cx="1250115" cy="430682"/>
          </a:xfrm>
          <a:prstGeom prst="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36" name="TextBox 135">
            <a:extLst>
              <a:ext uri="{FF2B5EF4-FFF2-40B4-BE49-F238E27FC236}">
                <a16:creationId xmlns:a16="http://schemas.microsoft.com/office/drawing/2014/main" id="{1CFA069F-8637-1330-3E33-2EDA1CCFC071}"/>
              </a:ext>
            </a:extLst>
          </p:cNvPr>
          <p:cNvSpPr txBox="1"/>
          <p:nvPr/>
        </p:nvSpPr>
        <p:spPr>
          <a:xfrm>
            <a:off x="7739528" y="2792385"/>
            <a:ext cx="1250115" cy="430682"/>
          </a:xfrm>
          <a:prstGeom prst="rect">
            <a:avLst/>
          </a:prstGeom>
          <a:noFill/>
        </p:spPr>
        <p:txBody>
          <a:bodyPr wrap="square" lIns="0" tIns="0" rIns="0" bIns="0" anchor="ctr">
            <a:noAutofit/>
          </a:bodyPr>
          <a:lstStyle/>
          <a:p>
            <a:pPr algn="ctr">
              <a:spcBef>
                <a:spcPts val="0"/>
              </a:spcBef>
              <a:spcAft>
                <a:spcPts val="0"/>
              </a:spcAft>
            </a:pPr>
            <a:r>
              <a:rPr lang="en-US" b="1" i="0">
                <a:solidFill>
                  <a:srgbClr val="FFFFFF"/>
                </a:solidFill>
                <a:latin typeface="Calibri"/>
              </a:rPr>
              <a:t>✓</a:t>
            </a:r>
          </a:p>
        </p:txBody>
      </p:sp>
      <p:sp>
        <p:nvSpPr>
          <p:cNvPr id="137" name="Rectangle 136">
            <a:extLst>
              <a:ext uri="{FF2B5EF4-FFF2-40B4-BE49-F238E27FC236}">
                <a16:creationId xmlns:a16="http://schemas.microsoft.com/office/drawing/2014/main" id="{409D400B-3DF8-7D7C-CBC9-4110F3E402D4}"/>
              </a:ext>
            </a:extLst>
          </p:cNvPr>
          <p:cNvSpPr/>
          <p:nvPr/>
        </p:nvSpPr>
        <p:spPr>
          <a:xfrm>
            <a:off x="8989643" y="2792385"/>
            <a:ext cx="1250115" cy="430682"/>
          </a:xfrm>
          <a:prstGeom prst="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38" name="TextBox 137">
            <a:extLst>
              <a:ext uri="{FF2B5EF4-FFF2-40B4-BE49-F238E27FC236}">
                <a16:creationId xmlns:a16="http://schemas.microsoft.com/office/drawing/2014/main" id="{91D46253-0E2A-8084-A9FB-D9A382021D2F}"/>
              </a:ext>
            </a:extLst>
          </p:cNvPr>
          <p:cNvSpPr txBox="1"/>
          <p:nvPr/>
        </p:nvSpPr>
        <p:spPr>
          <a:xfrm>
            <a:off x="8989643" y="2792385"/>
            <a:ext cx="1250115" cy="430682"/>
          </a:xfrm>
          <a:prstGeom prst="rect">
            <a:avLst/>
          </a:prstGeom>
          <a:noFill/>
        </p:spPr>
        <p:txBody>
          <a:bodyPr wrap="square" lIns="0" tIns="0" rIns="0" bIns="0" anchor="ctr">
            <a:noAutofit/>
          </a:bodyPr>
          <a:lstStyle/>
          <a:p>
            <a:pPr algn="ctr">
              <a:spcBef>
                <a:spcPts val="0"/>
              </a:spcBef>
              <a:spcAft>
                <a:spcPts val="0"/>
              </a:spcAft>
            </a:pPr>
            <a:r>
              <a:rPr lang="en-US" b="1" i="0">
                <a:solidFill>
                  <a:srgbClr val="FFFFFF"/>
                </a:solidFill>
                <a:latin typeface="Calibri"/>
              </a:rPr>
              <a:t>✓</a:t>
            </a:r>
          </a:p>
        </p:txBody>
      </p:sp>
      <p:sp>
        <p:nvSpPr>
          <p:cNvPr id="139" name="Rectangle 138">
            <a:extLst>
              <a:ext uri="{FF2B5EF4-FFF2-40B4-BE49-F238E27FC236}">
                <a16:creationId xmlns:a16="http://schemas.microsoft.com/office/drawing/2014/main" id="{2A26CAF1-CBDF-B08D-8356-5EE664FA57EC}"/>
              </a:ext>
            </a:extLst>
          </p:cNvPr>
          <p:cNvSpPr/>
          <p:nvPr/>
        </p:nvSpPr>
        <p:spPr>
          <a:xfrm>
            <a:off x="10239759" y="2792385"/>
            <a:ext cx="1250115" cy="430682"/>
          </a:xfrm>
          <a:prstGeom prst="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40" name="TextBox 139">
            <a:extLst>
              <a:ext uri="{FF2B5EF4-FFF2-40B4-BE49-F238E27FC236}">
                <a16:creationId xmlns:a16="http://schemas.microsoft.com/office/drawing/2014/main" id="{3ABBBA39-415C-1F10-E8D7-1547404545B3}"/>
              </a:ext>
            </a:extLst>
          </p:cNvPr>
          <p:cNvSpPr txBox="1"/>
          <p:nvPr/>
        </p:nvSpPr>
        <p:spPr>
          <a:xfrm>
            <a:off x="10239759" y="2792385"/>
            <a:ext cx="1250115" cy="430682"/>
          </a:xfrm>
          <a:prstGeom prst="rect">
            <a:avLst/>
          </a:prstGeom>
          <a:noFill/>
        </p:spPr>
        <p:txBody>
          <a:bodyPr wrap="square" lIns="0" tIns="0" rIns="0" bIns="0" anchor="ctr">
            <a:noAutofit/>
          </a:bodyPr>
          <a:lstStyle/>
          <a:p>
            <a:pPr algn="ctr">
              <a:spcBef>
                <a:spcPts val="0"/>
              </a:spcBef>
              <a:spcAft>
                <a:spcPts val="0"/>
              </a:spcAft>
            </a:pPr>
            <a:r>
              <a:rPr lang="en-US" b="1" i="0">
                <a:solidFill>
                  <a:srgbClr val="FFFFFF"/>
                </a:solidFill>
                <a:latin typeface="Calibri"/>
              </a:rPr>
              <a:t>✓</a:t>
            </a:r>
          </a:p>
        </p:txBody>
      </p:sp>
      <p:sp>
        <p:nvSpPr>
          <p:cNvPr id="141" name="Rectangle 140">
            <a:extLst>
              <a:ext uri="{FF2B5EF4-FFF2-40B4-BE49-F238E27FC236}">
                <a16:creationId xmlns:a16="http://schemas.microsoft.com/office/drawing/2014/main" id="{A4206D96-E03D-A5A7-D2D1-A114C7755CA4}"/>
              </a:ext>
            </a:extLst>
          </p:cNvPr>
          <p:cNvSpPr/>
          <p:nvPr/>
        </p:nvSpPr>
        <p:spPr>
          <a:xfrm>
            <a:off x="270186" y="3223067"/>
            <a:ext cx="2468880" cy="439826"/>
          </a:xfrm>
          <a:prstGeom prst="rect">
            <a:avLst/>
          </a:prstGeom>
          <a:solidFill>
            <a:srgbClr val="F2E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42" name="TextBox 141">
            <a:extLst>
              <a:ext uri="{FF2B5EF4-FFF2-40B4-BE49-F238E27FC236}">
                <a16:creationId xmlns:a16="http://schemas.microsoft.com/office/drawing/2014/main" id="{7210B93C-4C1B-0063-2442-CEB533ABEDCA}"/>
              </a:ext>
            </a:extLst>
          </p:cNvPr>
          <p:cNvSpPr txBox="1"/>
          <p:nvPr/>
        </p:nvSpPr>
        <p:spPr>
          <a:xfrm>
            <a:off x="398202" y="3223067"/>
            <a:ext cx="2249424" cy="439826"/>
          </a:xfrm>
          <a:prstGeom prst="rect">
            <a:avLst/>
          </a:prstGeom>
          <a:noFill/>
        </p:spPr>
        <p:txBody>
          <a:bodyPr wrap="square" lIns="0" tIns="0" rIns="0" bIns="0" anchor="ctr">
            <a:noAutofit/>
          </a:bodyPr>
          <a:lstStyle/>
          <a:p>
            <a:pPr algn="l">
              <a:lnSpc>
                <a:spcPct val="115000"/>
              </a:lnSpc>
              <a:spcBef>
                <a:spcPts val="0"/>
              </a:spcBef>
              <a:spcAft>
                <a:spcPts val="0"/>
              </a:spcAft>
            </a:pPr>
            <a:r>
              <a:rPr lang="en-US" sz="1400" b="1" i="0">
                <a:solidFill>
                  <a:srgbClr val="231505"/>
                </a:solidFill>
                <a:latin typeface="Calibri"/>
              </a:rPr>
              <a:t>Medical group &amp; license</a:t>
            </a:r>
          </a:p>
        </p:txBody>
      </p:sp>
      <p:sp>
        <p:nvSpPr>
          <p:cNvPr id="143" name="Rectangle 142">
            <a:extLst>
              <a:ext uri="{FF2B5EF4-FFF2-40B4-BE49-F238E27FC236}">
                <a16:creationId xmlns:a16="http://schemas.microsoft.com/office/drawing/2014/main" id="{02C600D7-7CB8-31CC-EA83-D17F71657DF2}"/>
              </a:ext>
            </a:extLst>
          </p:cNvPr>
          <p:cNvSpPr/>
          <p:nvPr/>
        </p:nvSpPr>
        <p:spPr>
          <a:xfrm>
            <a:off x="2739066" y="3223067"/>
            <a:ext cx="1250115" cy="439826"/>
          </a:xfrm>
          <a:prstGeom prst="rect">
            <a:avLst/>
          </a:prstGeom>
          <a:solidFill>
            <a:srgbClr val="F3D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44" name="TextBox 143">
            <a:extLst>
              <a:ext uri="{FF2B5EF4-FFF2-40B4-BE49-F238E27FC236}">
                <a16:creationId xmlns:a16="http://schemas.microsoft.com/office/drawing/2014/main" id="{BBEF8707-BB63-4B35-FAA3-AEABBDE569AB}"/>
              </a:ext>
            </a:extLst>
          </p:cNvPr>
          <p:cNvSpPr txBox="1"/>
          <p:nvPr/>
        </p:nvSpPr>
        <p:spPr>
          <a:xfrm>
            <a:off x="2739066" y="3223067"/>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93703C"/>
                </a:solidFill>
                <a:latin typeface="Calibri"/>
              </a:rPr>
              <a:t>Ⓒ</a:t>
            </a:r>
          </a:p>
        </p:txBody>
      </p:sp>
      <p:sp>
        <p:nvSpPr>
          <p:cNvPr id="145" name="Rectangle 144">
            <a:extLst>
              <a:ext uri="{FF2B5EF4-FFF2-40B4-BE49-F238E27FC236}">
                <a16:creationId xmlns:a16="http://schemas.microsoft.com/office/drawing/2014/main" id="{9F90A011-D097-26B2-E6C3-C75702150745}"/>
              </a:ext>
            </a:extLst>
          </p:cNvPr>
          <p:cNvSpPr/>
          <p:nvPr/>
        </p:nvSpPr>
        <p:spPr>
          <a:xfrm>
            <a:off x="3989181" y="3223067"/>
            <a:ext cx="1250115" cy="439826"/>
          </a:xfrm>
          <a:prstGeom prst="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46" name="TextBox 145">
            <a:extLst>
              <a:ext uri="{FF2B5EF4-FFF2-40B4-BE49-F238E27FC236}">
                <a16:creationId xmlns:a16="http://schemas.microsoft.com/office/drawing/2014/main" id="{D782036B-7463-1362-C3EB-392AADB2A983}"/>
              </a:ext>
            </a:extLst>
          </p:cNvPr>
          <p:cNvSpPr txBox="1"/>
          <p:nvPr/>
        </p:nvSpPr>
        <p:spPr>
          <a:xfrm>
            <a:off x="3989181" y="3223067"/>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FFFFFF"/>
                </a:solidFill>
                <a:latin typeface="Calibri"/>
              </a:rPr>
              <a:t>✓</a:t>
            </a:r>
          </a:p>
        </p:txBody>
      </p:sp>
      <p:sp>
        <p:nvSpPr>
          <p:cNvPr id="147" name="Rectangle 146">
            <a:extLst>
              <a:ext uri="{FF2B5EF4-FFF2-40B4-BE49-F238E27FC236}">
                <a16:creationId xmlns:a16="http://schemas.microsoft.com/office/drawing/2014/main" id="{A5DF6F78-4FFF-D3C2-9B26-A4694229B8C3}"/>
              </a:ext>
            </a:extLst>
          </p:cNvPr>
          <p:cNvSpPr/>
          <p:nvPr/>
        </p:nvSpPr>
        <p:spPr>
          <a:xfrm>
            <a:off x="5239297" y="3223067"/>
            <a:ext cx="1250115" cy="439826"/>
          </a:xfrm>
          <a:prstGeom prst="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48" name="TextBox 147">
            <a:extLst>
              <a:ext uri="{FF2B5EF4-FFF2-40B4-BE49-F238E27FC236}">
                <a16:creationId xmlns:a16="http://schemas.microsoft.com/office/drawing/2014/main" id="{DC7EE7EB-FF35-2452-3613-175E680D6D91}"/>
              </a:ext>
            </a:extLst>
          </p:cNvPr>
          <p:cNvSpPr txBox="1"/>
          <p:nvPr/>
        </p:nvSpPr>
        <p:spPr>
          <a:xfrm>
            <a:off x="5239297" y="3223067"/>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FFFFFF"/>
                </a:solidFill>
                <a:latin typeface="Calibri"/>
              </a:rPr>
              <a:t>✓</a:t>
            </a:r>
          </a:p>
        </p:txBody>
      </p:sp>
      <p:sp>
        <p:nvSpPr>
          <p:cNvPr id="149" name="Rectangle 148">
            <a:extLst>
              <a:ext uri="{FF2B5EF4-FFF2-40B4-BE49-F238E27FC236}">
                <a16:creationId xmlns:a16="http://schemas.microsoft.com/office/drawing/2014/main" id="{FF108518-20E3-4C32-AAD6-412329EF58E5}"/>
              </a:ext>
            </a:extLst>
          </p:cNvPr>
          <p:cNvSpPr/>
          <p:nvPr/>
        </p:nvSpPr>
        <p:spPr>
          <a:xfrm>
            <a:off x="6489412" y="3223067"/>
            <a:ext cx="1250115" cy="439826"/>
          </a:xfrm>
          <a:prstGeom prst="rect">
            <a:avLst/>
          </a:prstGeom>
          <a:solidFill>
            <a:srgbClr val="F3D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50" name="TextBox 149">
            <a:extLst>
              <a:ext uri="{FF2B5EF4-FFF2-40B4-BE49-F238E27FC236}">
                <a16:creationId xmlns:a16="http://schemas.microsoft.com/office/drawing/2014/main" id="{71249BE6-16A8-4DFC-D736-219DBC1A87F8}"/>
              </a:ext>
            </a:extLst>
          </p:cNvPr>
          <p:cNvSpPr txBox="1"/>
          <p:nvPr/>
        </p:nvSpPr>
        <p:spPr>
          <a:xfrm>
            <a:off x="6489412" y="3223067"/>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93703C"/>
                </a:solidFill>
                <a:latin typeface="Calibri"/>
              </a:rPr>
              <a:t>Ⓒ</a:t>
            </a:r>
          </a:p>
        </p:txBody>
      </p:sp>
      <p:sp>
        <p:nvSpPr>
          <p:cNvPr id="151" name="Rectangle 150">
            <a:extLst>
              <a:ext uri="{FF2B5EF4-FFF2-40B4-BE49-F238E27FC236}">
                <a16:creationId xmlns:a16="http://schemas.microsoft.com/office/drawing/2014/main" id="{E08E15DD-73DF-8A7A-2247-53B43BFEB79A}"/>
              </a:ext>
            </a:extLst>
          </p:cNvPr>
          <p:cNvSpPr/>
          <p:nvPr/>
        </p:nvSpPr>
        <p:spPr>
          <a:xfrm>
            <a:off x="7739528" y="3223067"/>
            <a:ext cx="1250115" cy="439826"/>
          </a:xfrm>
          <a:prstGeom prst="rect">
            <a:avLst/>
          </a:prstGeom>
          <a:solidFill>
            <a:srgbClr val="F3D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52" name="TextBox 151">
            <a:extLst>
              <a:ext uri="{FF2B5EF4-FFF2-40B4-BE49-F238E27FC236}">
                <a16:creationId xmlns:a16="http://schemas.microsoft.com/office/drawing/2014/main" id="{53C11DF0-16BF-894D-ED2E-68117F9C06C1}"/>
              </a:ext>
            </a:extLst>
          </p:cNvPr>
          <p:cNvSpPr txBox="1"/>
          <p:nvPr/>
        </p:nvSpPr>
        <p:spPr>
          <a:xfrm>
            <a:off x="7739528" y="3223067"/>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93703C"/>
                </a:solidFill>
                <a:latin typeface="Calibri"/>
              </a:rPr>
              <a:t>Ⓒ</a:t>
            </a:r>
          </a:p>
        </p:txBody>
      </p:sp>
      <p:sp>
        <p:nvSpPr>
          <p:cNvPr id="153" name="Rectangle 152">
            <a:extLst>
              <a:ext uri="{FF2B5EF4-FFF2-40B4-BE49-F238E27FC236}">
                <a16:creationId xmlns:a16="http://schemas.microsoft.com/office/drawing/2014/main" id="{8D5611FF-1729-97DF-A3FC-2CBB19D1A58C}"/>
              </a:ext>
            </a:extLst>
          </p:cNvPr>
          <p:cNvSpPr/>
          <p:nvPr/>
        </p:nvSpPr>
        <p:spPr>
          <a:xfrm>
            <a:off x="8989643" y="3223067"/>
            <a:ext cx="1250115" cy="439826"/>
          </a:xfrm>
          <a:prstGeom prst="rect">
            <a:avLst/>
          </a:prstGeom>
          <a:solidFill>
            <a:srgbClr val="F3D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54" name="TextBox 153">
            <a:extLst>
              <a:ext uri="{FF2B5EF4-FFF2-40B4-BE49-F238E27FC236}">
                <a16:creationId xmlns:a16="http://schemas.microsoft.com/office/drawing/2014/main" id="{EC777A5E-DE55-9F70-B5A9-D151C159B62F}"/>
              </a:ext>
            </a:extLst>
          </p:cNvPr>
          <p:cNvSpPr txBox="1"/>
          <p:nvPr/>
        </p:nvSpPr>
        <p:spPr>
          <a:xfrm>
            <a:off x="8989643" y="3223067"/>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93703C"/>
                </a:solidFill>
                <a:latin typeface="Calibri"/>
              </a:rPr>
              <a:t>Ⓒ</a:t>
            </a:r>
          </a:p>
        </p:txBody>
      </p:sp>
      <p:sp>
        <p:nvSpPr>
          <p:cNvPr id="155" name="Rectangle 154">
            <a:extLst>
              <a:ext uri="{FF2B5EF4-FFF2-40B4-BE49-F238E27FC236}">
                <a16:creationId xmlns:a16="http://schemas.microsoft.com/office/drawing/2014/main" id="{6E3A37C2-8EA4-53B5-DD4A-BAE47234B8D6}"/>
              </a:ext>
            </a:extLst>
          </p:cNvPr>
          <p:cNvSpPr/>
          <p:nvPr/>
        </p:nvSpPr>
        <p:spPr>
          <a:xfrm>
            <a:off x="10239759" y="3223067"/>
            <a:ext cx="1250115" cy="439826"/>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56" name="TextBox 155">
            <a:extLst>
              <a:ext uri="{FF2B5EF4-FFF2-40B4-BE49-F238E27FC236}">
                <a16:creationId xmlns:a16="http://schemas.microsoft.com/office/drawing/2014/main" id="{D27F7C3B-BB24-0BDA-27C1-85A2EFC49DA9}"/>
              </a:ext>
            </a:extLst>
          </p:cNvPr>
          <p:cNvSpPr txBox="1"/>
          <p:nvPr/>
        </p:nvSpPr>
        <p:spPr>
          <a:xfrm>
            <a:off x="10239759" y="3223067"/>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8A7658"/>
                </a:solidFill>
                <a:latin typeface="Calibri"/>
              </a:rPr>
              <a:t>–</a:t>
            </a:r>
          </a:p>
        </p:txBody>
      </p:sp>
      <p:sp>
        <p:nvSpPr>
          <p:cNvPr id="157" name="Rectangle 156">
            <a:extLst>
              <a:ext uri="{FF2B5EF4-FFF2-40B4-BE49-F238E27FC236}">
                <a16:creationId xmlns:a16="http://schemas.microsoft.com/office/drawing/2014/main" id="{281ACD7D-F2DA-4732-B915-7A5F854E3529}"/>
              </a:ext>
            </a:extLst>
          </p:cNvPr>
          <p:cNvSpPr/>
          <p:nvPr/>
        </p:nvSpPr>
        <p:spPr>
          <a:xfrm>
            <a:off x="270186" y="3662893"/>
            <a:ext cx="2468880" cy="439826"/>
          </a:xfrm>
          <a:prstGeom prst="rect">
            <a:avLst/>
          </a:prstGeom>
          <a:solidFill>
            <a:srgbClr val="F8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58" name="TextBox 157">
            <a:extLst>
              <a:ext uri="{FF2B5EF4-FFF2-40B4-BE49-F238E27FC236}">
                <a16:creationId xmlns:a16="http://schemas.microsoft.com/office/drawing/2014/main" id="{0A3981F0-AC81-2093-2EE0-F5AD32EBECE5}"/>
              </a:ext>
            </a:extLst>
          </p:cNvPr>
          <p:cNvSpPr txBox="1"/>
          <p:nvPr/>
        </p:nvSpPr>
        <p:spPr>
          <a:xfrm>
            <a:off x="398202" y="3662893"/>
            <a:ext cx="2249424" cy="439826"/>
          </a:xfrm>
          <a:prstGeom prst="rect">
            <a:avLst/>
          </a:prstGeom>
          <a:noFill/>
        </p:spPr>
        <p:txBody>
          <a:bodyPr wrap="square" lIns="0" tIns="0" rIns="0" bIns="0" anchor="ctr">
            <a:noAutofit/>
          </a:bodyPr>
          <a:lstStyle/>
          <a:p>
            <a:pPr algn="l">
              <a:lnSpc>
                <a:spcPct val="115000"/>
              </a:lnSpc>
              <a:spcBef>
                <a:spcPts val="0"/>
              </a:spcBef>
              <a:spcAft>
                <a:spcPts val="0"/>
              </a:spcAft>
            </a:pPr>
            <a:r>
              <a:rPr lang="en-US" sz="1400" b="1" i="0">
                <a:solidFill>
                  <a:srgbClr val="231505"/>
                </a:solidFill>
                <a:latin typeface="Calibri"/>
              </a:rPr>
              <a:t>Benefits-aware care routing</a:t>
            </a:r>
          </a:p>
        </p:txBody>
      </p:sp>
      <p:sp>
        <p:nvSpPr>
          <p:cNvPr id="159" name="Rectangle 158">
            <a:extLst>
              <a:ext uri="{FF2B5EF4-FFF2-40B4-BE49-F238E27FC236}">
                <a16:creationId xmlns:a16="http://schemas.microsoft.com/office/drawing/2014/main" id="{FE4BB69B-1927-AF45-805B-93CF8173A19F}"/>
              </a:ext>
            </a:extLst>
          </p:cNvPr>
          <p:cNvSpPr/>
          <p:nvPr/>
        </p:nvSpPr>
        <p:spPr>
          <a:xfrm>
            <a:off x="2739066" y="3662893"/>
            <a:ext cx="1250115" cy="439826"/>
          </a:xfrm>
          <a:prstGeom prst="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60" name="TextBox 159">
            <a:extLst>
              <a:ext uri="{FF2B5EF4-FFF2-40B4-BE49-F238E27FC236}">
                <a16:creationId xmlns:a16="http://schemas.microsoft.com/office/drawing/2014/main" id="{A0054E8F-1E2E-2742-2C29-804398457E11}"/>
              </a:ext>
            </a:extLst>
          </p:cNvPr>
          <p:cNvSpPr txBox="1"/>
          <p:nvPr/>
        </p:nvSpPr>
        <p:spPr>
          <a:xfrm>
            <a:off x="2739066" y="3662893"/>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FFFFFF"/>
                </a:solidFill>
                <a:latin typeface="Calibri"/>
              </a:rPr>
              <a:t>✓</a:t>
            </a:r>
          </a:p>
        </p:txBody>
      </p:sp>
      <p:sp>
        <p:nvSpPr>
          <p:cNvPr id="161" name="Rectangle 160">
            <a:extLst>
              <a:ext uri="{FF2B5EF4-FFF2-40B4-BE49-F238E27FC236}">
                <a16:creationId xmlns:a16="http://schemas.microsoft.com/office/drawing/2014/main" id="{026043DC-1009-EB87-0A53-40E81ABD482E}"/>
              </a:ext>
            </a:extLst>
          </p:cNvPr>
          <p:cNvSpPr/>
          <p:nvPr/>
        </p:nvSpPr>
        <p:spPr>
          <a:xfrm>
            <a:off x="3989181" y="3662893"/>
            <a:ext cx="1250115" cy="439826"/>
          </a:xfrm>
          <a:prstGeom prst="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62" name="TextBox 161">
            <a:extLst>
              <a:ext uri="{FF2B5EF4-FFF2-40B4-BE49-F238E27FC236}">
                <a16:creationId xmlns:a16="http://schemas.microsoft.com/office/drawing/2014/main" id="{152B1F44-B642-71D2-FE0F-F3BB76DB99F0}"/>
              </a:ext>
            </a:extLst>
          </p:cNvPr>
          <p:cNvSpPr txBox="1"/>
          <p:nvPr/>
        </p:nvSpPr>
        <p:spPr>
          <a:xfrm>
            <a:off x="3989181" y="3662893"/>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FFFFFF"/>
                </a:solidFill>
                <a:latin typeface="Calibri"/>
              </a:rPr>
              <a:t>✓</a:t>
            </a:r>
          </a:p>
        </p:txBody>
      </p:sp>
      <p:sp>
        <p:nvSpPr>
          <p:cNvPr id="163" name="Rectangle 162">
            <a:extLst>
              <a:ext uri="{FF2B5EF4-FFF2-40B4-BE49-F238E27FC236}">
                <a16:creationId xmlns:a16="http://schemas.microsoft.com/office/drawing/2014/main" id="{4D463EFA-F296-3B05-02A1-8D09890F7F8A}"/>
              </a:ext>
            </a:extLst>
          </p:cNvPr>
          <p:cNvSpPr/>
          <p:nvPr/>
        </p:nvSpPr>
        <p:spPr>
          <a:xfrm>
            <a:off x="5239297" y="3662893"/>
            <a:ext cx="1250115" cy="439826"/>
          </a:xfrm>
          <a:prstGeom prst="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64" name="TextBox 163">
            <a:extLst>
              <a:ext uri="{FF2B5EF4-FFF2-40B4-BE49-F238E27FC236}">
                <a16:creationId xmlns:a16="http://schemas.microsoft.com/office/drawing/2014/main" id="{D4BD8111-AA27-3FC6-D306-FE72E516E71B}"/>
              </a:ext>
            </a:extLst>
          </p:cNvPr>
          <p:cNvSpPr txBox="1"/>
          <p:nvPr/>
        </p:nvSpPr>
        <p:spPr>
          <a:xfrm>
            <a:off x="5239297" y="3662893"/>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FFFFFF"/>
                </a:solidFill>
                <a:latin typeface="Calibri"/>
              </a:rPr>
              <a:t>✓</a:t>
            </a:r>
          </a:p>
        </p:txBody>
      </p:sp>
      <p:sp>
        <p:nvSpPr>
          <p:cNvPr id="165" name="Rectangle 164">
            <a:extLst>
              <a:ext uri="{FF2B5EF4-FFF2-40B4-BE49-F238E27FC236}">
                <a16:creationId xmlns:a16="http://schemas.microsoft.com/office/drawing/2014/main" id="{1D2A5238-7A5F-D4F2-795F-D27B5955CA8D}"/>
              </a:ext>
            </a:extLst>
          </p:cNvPr>
          <p:cNvSpPr/>
          <p:nvPr/>
        </p:nvSpPr>
        <p:spPr>
          <a:xfrm>
            <a:off x="6489412" y="3662893"/>
            <a:ext cx="1250115" cy="439826"/>
          </a:xfrm>
          <a:prstGeom prst="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66" name="TextBox 165">
            <a:extLst>
              <a:ext uri="{FF2B5EF4-FFF2-40B4-BE49-F238E27FC236}">
                <a16:creationId xmlns:a16="http://schemas.microsoft.com/office/drawing/2014/main" id="{652D0068-A6D6-A3AB-C61A-C98E0AD1151D}"/>
              </a:ext>
            </a:extLst>
          </p:cNvPr>
          <p:cNvSpPr txBox="1"/>
          <p:nvPr/>
        </p:nvSpPr>
        <p:spPr>
          <a:xfrm>
            <a:off x="6489412" y="3662893"/>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FFFFFF"/>
                </a:solidFill>
                <a:latin typeface="Calibri"/>
              </a:rPr>
              <a:t>✓</a:t>
            </a:r>
          </a:p>
        </p:txBody>
      </p:sp>
      <p:sp>
        <p:nvSpPr>
          <p:cNvPr id="167" name="Rectangle 166">
            <a:extLst>
              <a:ext uri="{FF2B5EF4-FFF2-40B4-BE49-F238E27FC236}">
                <a16:creationId xmlns:a16="http://schemas.microsoft.com/office/drawing/2014/main" id="{DBC7AF4A-DC84-847E-C579-634961870736}"/>
              </a:ext>
            </a:extLst>
          </p:cNvPr>
          <p:cNvSpPr/>
          <p:nvPr/>
        </p:nvSpPr>
        <p:spPr>
          <a:xfrm>
            <a:off x="7739528" y="3662893"/>
            <a:ext cx="1250115" cy="439826"/>
          </a:xfrm>
          <a:prstGeom prst="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68" name="TextBox 167">
            <a:extLst>
              <a:ext uri="{FF2B5EF4-FFF2-40B4-BE49-F238E27FC236}">
                <a16:creationId xmlns:a16="http://schemas.microsoft.com/office/drawing/2014/main" id="{B0CA7ACF-2FAB-EDCA-87FC-2701B2A8794E}"/>
              </a:ext>
            </a:extLst>
          </p:cNvPr>
          <p:cNvSpPr txBox="1"/>
          <p:nvPr/>
        </p:nvSpPr>
        <p:spPr>
          <a:xfrm>
            <a:off x="7739528" y="3662893"/>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FFFFFF"/>
                </a:solidFill>
                <a:latin typeface="Calibri"/>
              </a:rPr>
              <a:t>✓</a:t>
            </a:r>
          </a:p>
        </p:txBody>
      </p:sp>
      <p:sp>
        <p:nvSpPr>
          <p:cNvPr id="169" name="Rectangle 168">
            <a:extLst>
              <a:ext uri="{FF2B5EF4-FFF2-40B4-BE49-F238E27FC236}">
                <a16:creationId xmlns:a16="http://schemas.microsoft.com/office/drawing/2014/main" id="{0FC32CCB-B233-C89C-3890-1C3091AD5C49}"/>
              </a:ext>
            </a:extLst>
          </p:cNvPr>
          <p:cNvSpPr/>
          <p:nvPr/>
        </p:nvSpPr>
        <p:spPr>
          <a:xfrm>
            <a:off x="8989643" y="3662893"/>
            <a:ext cx="1250115" cy="439826"/>
          </a:xfrm>
          <a:prstGeom prst="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70" name="TextBox 169">
            <a:extLst>
              <a:ext uri="{FF2B5EF4-FFF2-40B4-BE49-F238E27FC236}">
                <a16:creationId xmlns:a16="http://schemas.microsoft.com/office/drawing/2014/main" id="{C24AE840-3415-AA47-FFF9-F771E17F2262}"/>
              </a:ext>
            </a:extLst>
          </p:cNvPr>
          <p:cNvSpPr txBox="1"/>
          <p:nvPr/>
        </p:nvSpPr>
        <p:spPr>
          <a:xfrm>
            <a:off x="8989643" y="3662893"/>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FFFFFF"/>
                </a:solidFill>
                <a:latin typeface="Calibri"/>
              </a:rPr>
              <a:t>✓</a:t>
            </a:r>
          </a:p>
        </p:txBody>
      </p:sp>
      <p:sp>
        <p:nvSpPr>
          <p:cNvPr id="171" name="Rectangle 170">
            <a:extLst>
              <a:ext uri="{FF2B5EF4-FFF2-40B4-BE49-F238E27FC236}">
                <a16:creationId xmlns:a16="http://schemas.microsoft.com/office/drawing/2014/main" id="{9B465BED-2531-64E5-113D-C343A101EBBE}"/>
              </a:ext>
            </a:extLst>
          </p:cNvPr>
          <p:cNvSpPr/>
          <p:nvPr/>
        </p:nvSpPr>
        <p:spPr>
          <a:xfrm>
            <a:off x="10239759" y="3662893"/>
            <a:ext cx="1250115" cy="439826"/>
          </a:xfrm>
          <a:prstGeom prst="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72" name="TextBox 171">
            <a:extLst>
              <a:ext uri="{FF2B5EF4-FFF2-40B4-BE49-F238E27FC236}">
                <a16:creationId xmlns:a16="http://schemas.microsoft.com/office/drawing/2014/main" id="{8921D0CB-EC05-ABF5-A198-4F0AAF15BD32}"/>
              </a:ext>
            </a:extLst>
          </p:cNvPr>
          <p:cNvSpPr txBox="1"/>
          <p:nvPr/>
        </p:nvSpPr>
        <p:spPr>
          <a:xfrm>
            <a:off x="10239759" y="3662893"/>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FFFFFF"/>
                </a:solidFill>
                <a:latin typeface="Calibri"/>
              </a:rPr>
              <a:t>✓</a:t>
            </a:r>
          </a:p>
        </p:txBody>
      </p:sp>
      <p:sp>
        <p:nvSpPr>
          <p:cNvPr id="173" name="Rectangle 172">
            <a:extLst>
              <a:ext uri="{FF2B5EF4-FFF2-40B4-BE49-F238E27FC236}">
                <a16:creationId xmlns:a16="http://schemas.microsoft.com/office/drawing/2014/main" id="{54C796FA-8A5A-9925-1C5B-FC5AED3CB1D3}"/>
              </a:ext>
            </a:extLst>
          </p:cNvPr>
          <p:cNvSpPr/>
          <p:nvPr/>
        </p:nvSpPr>
        <p:spPr>
          <a:xfrm>
            <a:off x="270186" y="4102719"/>
            <a:ext cx="2468880" cy="439826"/>
          </a:xfrm>
          <a:prstGeom prst="rect">
            <a:avLst/>
          </a:prstGeom>
          <a:solidFill>
            <a:srgbClr val="F2E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74" name="TextBox 173">
            <a:extLst>
              <a:ext uri="{FF2B5EF4-FFF2-40B4-BE49-F238E27FC236}">
                <a16:creationId xmlns:a16="http://schemas.microsoft.com/office/drawing/2014/main" id="{4CAB7D66-BD5B-5A06-B431-D0E5F3C00BDC}"/>
              </a:ext>
            </a:extLst>
          </p:cNvPr>
          <p:cNvSpPr txBox="1"/>
          <p:nvPr/>
        </p:nvSpPr>
        <p:spPr>
          <a:xfrm>
            <a:off x="398202" y="4102719"/>
            <a:ext cx="2249424" cy="439826"/>
          </a:xfrm>
          <a:prstGeom prst="rect">
            <a:avLst/>
          </a:prstGeom>
          <a:noFill/>
        </p:spPr>
        <p:txBody>
          <a:bodyPr wrap="square" lIns="0" tIns="0" rIns="0" bIns="0" anchor="ctr">
            <a:noAutofit/>
          </a:bodyPr>
          <a:lstStyle/>
          <a:p>
            <a:pPr algn="l">
              <a:lnSpc>
                <a:spcPct val="115000"/>
              </a:lnSpc>
              <a:spcBef>
                <a:spcPts val="0"/>
              </a:spcBef>
              <a:spcAft>
                <a:spcPts val="0"/>
              </a:spcAft>
            </a:pPr>
            <a:r>
              <a:rPr lang="en-US" sz="1400" b="1" i="0">
                <a:solidFill>
                  <a:srgbClr val="231505"/>
                </a:solidFill>
                <a:latin typeface="Calibri"/>
              </a:rPr>
              <a:t>Care network &amp; infrastructure</a:t>
            </a:r>
          </a:p>
        </p:txBody>
      </p:sp>
      <p:sp>
        <p:nvSpPr>
          <p:cNvPr id="175" name="Rectangle 174">
            <a:extLst>
              <a:ext uri="{FF2B5EF4-FFF2-40B4-BE49-F238E27FC236}">
                <a16:creationId xmlns:a16="http://schemas.microsoft.com/office/drawing/2014/main" id="{9629011F-043C-7FFF-2658-042A13BB0754}"/>
              </a:ext>
            </a:extLst>
          </p:cNvPr>
          <p:cNvSpPr/>
          <p:nvPr/>
        </p:nvSpPr>
        <p:spPr>
          <a:xfrm>
            <a:off x="2739066" y="4102719"/>
            <a:ext cx="1250115" cy="439826"/>
          </a:xfrm>
          <a:prstGeom prst="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76" name="TextBox 175">
            <a:extLst>
              <a:ext uri="{FF2B5EF4-FFF2-40B4-BE49-F238E27FC236}">
                <a16:creationId xmlns:a16="http://schemas.microsoft.com/office/drawing/2014/main" id="{A7F69D2C-9D4C-BBE0-5F6B-56E15FCA4FAB}"/>
              </a:ext>
            </a:extLst>
          </p:cNvPr>
          <p:cNvSpPr txBox="1"/>
          <p:nvPr/>
        </p:nvSpPr>
        <p:spPr>
          <a:xfrm>
            <a:off x="2739066" y="4102719"/>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FFFFFF"/>
                </a:solidFill>
                <a:latin typeface="Calibri"/>
              </a:rPr>
              <a:t>✓</a:t>
            </a:r>
          </a:p>
        </p:txBody>
      </p:sp>
      <p:sp>
        <p:nvSpPr>
          <p:cNvPr id="177" name="Rectangle 176">
            <a:extLst>
              <a:ext uri="{FF2B5EF4-FFF2-40B4-BE49-F238E27FC236}">
                <a16:creationId xmlns:a16="http://schemas.microsoft.com/office/drawing/2014/main" id="{A9A29A90-3F52-6CC7-E695-94D30FC6D3A4}"/>
              </a:ext>
            </a:extLst>
          </p:cNvPr>
          <p:cNvSpPr/>
          <p:nvPr/>
        </p:nvSpPr>
        <p:spPr>
          <a:xfrm>
            <a:off x="3989181" y="4102719"/>
            <a:ext cx="1250115" cy="439826"/>
          </a:xfrm>
          <a:prstGeom prst="rect">
            <a:avLst/>
          </a:prstGeom>
          <a:solidFill>
            <a:srgbClr val="F3D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78" name="TextBox 177">
            <a:extLst>
              <a:ext uri="{FF2B5EF4-FFF2-40B4-BE49-F238E27FC236}">
                <a16:creationId xmlns:a16="http://schemas.microsoft.com/office/drawing/2014/main" id="{EA486D53-BECE-BAEA-BBEF-E514EDD2E3FE}"/>
              </a:ext>
            </a:extLst>
          </p:cNvPr>
          <p:cNvSpPr txBox="1"/>
          <p:nvPr/>
        </p:nvSpPr>
        <p:spPr>
          <a:xfrm>
            <a:off x="3989181" y="4102719"/>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93703C"/>
                </a:solidFill>
                <a:latin typeface="Calibri"/>
              </a:rPr>
              <a:t>Ⓒ</a:t>
            </a:r>
          </a:p>
        </p:txBody>
      </p:sp>
      <p:sp>
        <p:nvSpPr>
          <p:cNvPr id="179" name="Rectangle 178">
            <a:extLst>
              <a:ext uri="{FF2B5EF4-FFF2-40B4-BE49-F238E27FC236}">
                <a16:creationId xmlns:a16="http://schemas.microsoft.com/office/drawing/2014/main" id="{CC2F6B0E-B4F0-20CC-6ED4-CFFC413AE061}"/>
              </a:ext>
            </a:extLst>
          </p:cNvPr>
          <p:cNvSpPr/>
          <p:nvPr/>
        </p:nvSpPr>
        <p:spPr>
          <a:xfrm>
            <a:off x="5239297" y="4102719"/>
            <a:ext cx="1250115" cy="439826"/>
          </a:xfrm>
          <a:prstGeom prst="rect">
            <a:avLst/>
          </a:prstGeom>
          <a:solidFill>
            <a:srgbClr val="F3D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80" name="TextBox 179">
            <a:extLst>
              <a:ext uri="{FF2B5EF4-FFF2-40B4-BE49-F238E27FC236}">
                <a16:creationId xmlns:a16="http://schemas.microsoft.com/office/drawing/2014/main" id="{36A69957-AC16-D053-49DA-C20461905E40}"/>
              </a:ext>
            </a:extLst>
          </p:cNvPr>
          <p:cNvSpPr txBox="1"/>
          <p:nvPr/>
        </p:nvSpPr>
        <p:spPr>
          <a:xfrm>
            <a:off x="5239297" y="4102719"/>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93703C"/>
                </a:solidFill>
                <a:latin typeface="Calibri"/>
              </a:rPr>
              <a:t>Ⓒ</a:t>
            </a:r>
          </a:p>
        </p:txBody>
      </p:sp>
      <p:sp>
        <p:nvSpPr>
          <p:cNvPr id="181" name="Rectangle 180">
            <a:extLst>
              <a:ext uri="{FF2B5EF4-FFF2-40B4-BE49-F238E27FC236}">
                <a16:creationId xmlns:a16="http://schemas.microsoft.com/office/drawing/2014/main" id="{FA807638-865F-5E6D-1993-56F1BE126573}"/>
              </a:ext>
            </a:extLst>
          </p:cNvPr>
          <p:cNvSpPr/>
          <p:nvPr/>
        </p:nvSpPr>
        <p:spPr>
          <a:xfrm>
            <a:off x="6489412" y="4102719"/>
            <a:ext cx="1250115" cy="439826"/>
          </a:xfrm>
          <a:prstGeom prst="rect">
            <a:avLst/>
          </a:prstGeom>
          <a:solidFill>
            <a:srgbClr val="F3D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82" name="TextBox 181">
            <a:extLst>
              <a:ext uri="{FF2B5EF4-FFF2-40B4-BE49-F238E27FC236}">
                <a16:creationId xmlns:a16="http://schemas.microsoft.com/office/drawing/2014/main" id="{0B17C25B-F116-2026-B042-CFE95F20BFA9}"/>
              </a:ext>
            </a:extLst>
          </p:cNvPr>
          <p:cNvSpPr txBox="1"/>
          <p:nvPr/>
        </p:nvSpPr>
        <p:spPr>
          <a:xfrm>
            <a:off x="6489412" y="4102719"/>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93703C"/>
                </a:solidFill>
                <a:latin typeface="Calibri"/>
              </a:rPr>
              <a:t>Ⓒ</a:t>
            </a:r>
          </a:p>
        </p:txBody>
      </p:sp>
      <p:sp>
        <p:nvSpPr>
          <p:cNvPr id="183" name="Rectangle 182">
            <a:extLst>
              <a:ext uri="{FF2B5EF4-FFF2-40B4-BE49-F238E27FC236}">
                <a16:creationId xmlns:a16="http://schemas.microsoft.com/office/drawing/2014/main" id="{BF95D7D8-1B42-44FD-984C-1DEBDCA91907}"/>
              </a:ext>
            </a:extLst>
          </p:cNvPr>
          <p:cNvSpPr/>
          <p:nvPr/>
        </p:nvSpPr>
        <p:spPr>
          <a:xfrm>
            <a:off x="7739528" y="4102719"/>
            <a:ext cx="1250115" cy="439826"/>
          </a:xfrm>
          <a:prstGeom prst="rect">
            <a:avLst/>
          </a:prstGeom>
          <a:solidFill>
            <a:srgbClr val="F3D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84" name="TextBox 183">
            <a:extLst>
              <a:ext uri="{FF2B5EF4-FFF2-40B4-BE49-F238E27FC236}">
                <a16:creationId xmlns:a16="http://schemas.microsoft.com/office/drawing/2014/main" id="{171795E5-7899-9ECD-A4A1-9EAEBEB9D932}"/>
              </a:ext>
            </a:extLst>
          </p:cNvPr>
          <p:cNvSpPr txBox="1"/>
          <p:nvPr/>
        </p:nvSpPr>
        <p:spPr>
          <a:xfrm>
            <a:off x="7739528" y="4102719"/>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93703C"/>
                </a:solidFill>
                <a:latin typeface="Calibri"/>
              </a:rPr>
              <a:t>Ⓒ</a:t>
            </a:r>
          </a:p>
        </p:txBody>
      </p:sp>
      <p:sp>
        <p:nvSpPr>
          <p:cNvPr id="185" name="Rectangle 184">
            <a:extLst>
              <a:ext uri="{FF2B5EF4-FFF2-40B4-BE49-F238E27FC236}">
                <a16:creationId xmlns:a16="http://schemas.microsoft.com/office/drawing/2014/main" id="{C75A2B86-009B-59B6-0B62-2EFBFA7B9E99}"/>
              </a:ext>
            </a:extLst>
          </p:cNvPr>
          <p:cNvSpPr/>
          <p:nvPr/>
        </p:nvSpPr>
        <p:spPr>
          <a:xfrm>
            <a:off x="8989643" y="4102719"/>
            <a:ext cx="1250115" cy="439826"/>
          </a:xfrm>
          <a:prstGeom prst="rect">
            <a:avLst/>
          </a:prstGeom>
          <a:solidFill>
            <a:srgbClr val="F3D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86" name="TextBox 185">
            <a:extLst>
              <a:ext uri="{FF2B5EF4-FFF2-40B4-BE49-F238E27FC236}">
                <a16:creationId xmlns:a16="http://schemas.microsoft.com/office/drawing/2014/main" id="{3C93C1D4-0CC7-93C7-065A-992B289657AD}"/>
              </a:ext>
            </a:extLst>
          </p:cNvPr>
          <p:cNvSpPr txBox="1"/>
          <p:nvPr/>
        </p:nvSpPr>
        <p:spPr>
          <a:xfrm>
            <a:off x="8989643" y="4102719"/>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93703C"/>
                </a:solidFill>
                <a:latin typeface="Calibri"/>
              </a:rPr>
              <a:t>Ⓒ</a:t>
            </a:r>
          </a:p>
        </p:txBody>
      </p:sp>
      <p:sp>
        <p:nvSpPr>
          <p:cNvPr id="187" name="Rectangle 186">
            <a:extLst>
              <a:ext uri="{FF2B5EF4-FFF2-40B4-BE49-F238E27FC236}">
                <a16:creationId xmlns:a16="http://schemas.microsoft.com/office/drawing/2014/main" id="{3B6E3F5E-ECE3-0D46-792B-09AE17289DF9}"/>
              </a:ext>
            </a:extLst>
          </p:cNvPr>
          <p:cNvSpPr/>
          <p:nvPr/>
        </p:nvSpPr>
        <p:spPr>
          <a:xfrm>
            <a:off x="10239759" y="4102719"/>
            <a:ext cx="1250115" cy="439826"/>
          </a:xfrm>
          <a:prstGeom prst="rect">
            <a:avLst/>
          </a:prstGeom>
          <a:solidFill>
            <a:srgbClr val="F3D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88" name="TextBox 187">
            <a:extLst>
              <a:ext uri="{FF2B5EF4-FFF2-40B4-BE49-F238E27FC236}">
                <a16:creationId xmlns:a16="http://schemas.microsoft.com/office/drawing/2014/main" id="{01F781F4-97AB-6892-4738-C9AB30CF8F23}"/>
              </a:ext>
            </a:extLst>
          </p:cNvPr>
          <p:cNvSpPr txBox="1"/>
          <p:nvPr/>
        </p:nvSpPr>
        <p:spPr>
          <a:xfrm>
            <a:off x="10239759" y="4102719"/>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93703C"/>
                </a:solidFill>
                <a:latin typeface="Calibri"/>
              </a:rPr>
              <a:t>Ⓒ</a:t>
            </a:r>
          </a:p>
        </p:txBody>
      </p:sp>
      <p:sp>
        <p:nvSpPr>
          <p:cNvPr id="189" name="Rectangle 188">
            <a:extLst>
              <a:ext uri="{FF2B5EF4-FFF2-40B4-BE49-F238E27FC236}">
                <a16:creationId xmlns:a16="http://schemas.microsoft.com/office/drawing/2014/main" id="{56053ECC-60EB-2231-FCBA-86015DA19382}"/>
              </a:ext>
            </a:extLst>
          </p:cNvPr>
          <p:cNvSpPr/>
          <p:nvPr/>
        </p:nvSpPr>
        <p:spPr>
          <a:xfrm>
            <a:off x="270186" y="4542545"/>
            <a:ext cx="2468880" cy="439826"/>
          </a:xfrm>
          <a:prstGeom prst="rect">
            <a:avLst/>
          </a:prstGeom>
          <a:solidFill>
            <a:srgbClr val="F8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90" name="TextBox 189">
            <a:extLst>
              <a:ext uri="{FF2B5EF4-FFF2-40B4-BE49-F238E27FC236}">
                <a16:creationId xmlns:a16="http://schemas.microsoft.com/office/drawing/2014/main" id="{0ED9938C-C474-26B5-78DE-2151E20D1278}"/>
              </a:ext>
            </a:extLst>
          </p:cNvPr>
          <p:cNvSpPr txBox="1"/>
          <p:nvPr/>
        </p:nvSpPr>
        <p:spPr>
          <a:xfrm>
            <a:off x="398202" y="4542545"/>
            <a:ext cx="2249424" cy="439826"/>
          </a:xfrm>
          <a:prstGeom prst="rect">
            <a:avLst/>
          </a:prstGeom>
          <a:noFill/>
        </p:spPr>
        <p:txBody>
          <a:bodyPr wrap="square" lIns="0" tIns="0" rIns="0" bIns="0" anchor="ctr">
            <a:noAutofit/>
          </a:bodyPr>
          <a:lstStyle/>
          <a:p>
            <a:pPr algn="l">
              <a:lnSpc>
                <a:spcPct val="115000"/>
              </a:lnSpc>
              <a:spcBef>
                <a:spcPts val="0"/>
              </a:spcBef>
              <a:spcAft>
                <a:spcPts val="0"/>
              </a:spcAft>
            </a:pPr>
            <a:r>
              <a:rPr lang="en-US" sz="1400" b="1" i="0">
                <a:solidFill>
                  <a:srgbClr val="231505"/>
                </a:solidFill>
                <a:latin typeface="Calibri"/>
              </a:rPr>
              <a:t>Condition-specific care</a:t>
            </a:r>
          </a:p>
        </p:txBody>
      </p:sp>
      <p:sp>
        <p:nvSpPr>
          <p:cNvPr id="191" name="Rectangle 190">
            <a:extLst>
              <a:ext uri="{FF2B5EF4-FFF2-40B4-BE49-F238E27FC236}">
                <a16:creationId xmlns:a16="http://schemas.microsoft.com/office/drawing/2014/main" id="{E9EF8279-609D-27F5-0678-F3B71728D24A}"/>
              </a:ext>
            </a:extLst>
          </p:cNvPr>
          <p:cNvSpPr/>
          <p:nvPr/>
        </p:nvSpPr>
        <p:spPr>
          <a:xfrm>
            <a:off x="2739066" y="4542545"/>
            <a:ext cx="1250115" cy="439826"/>
          </a:xfrm>
          <a:prstGeom prst="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92" name="TextBox 191">
            <a:extLst>
              <a:ext uri="{FF2B5EF4-FFF2-40B4-BE49-F238E27FC236}">
                <a16:creationId xmlns:a16="http://schemas.microsoft.com/office/drawing/2014/main" id="{D02EB33C-C980-253D-C53E-CC6A58AB1847}"/>
              </a:ext>
            </a:extLst>
          </p:cNvPr>
          <p:cNvSpPr txBox="1"/>
          <p:nvPr/>
        </p:nvSpPr>
        <p:spPr>
          <a:xfrm>
            <a:off x="2739066" y="4542545"/>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FFFFFF"/>
                </a:solidFill>
                <a:latin typeface="Calibri"/>
              </a:rPr>
              <a:t>✓</a:t>
            </a:r>
          </a:p>
        </p:txBody>
      </p:sp>
      <p:sp>
        <p:nvSpPr>
          <p:cNvPr id="193" name="Rectangle 192">
            <a:extLst>
              <a:ext uri="{FF2B5EF4-FFF2-40B4-BE49-F238E27FC236}">
                <a16:creationId xmlns:a16="http://schemas.microsoft.com/office/drawing/2014/main" id="{BA20557C-09B3-749A-F2C5-E8F866CC8186}"/>
              </a:ext>
            </a:extLst>
          </p:cNvPr>
          <p:cNvSpPr/>
          <p:nvPr/>
        </p:nvSpPr>
        <p:spPr>
          <a:xfrm>
            <a:off x="3989181" y="4542545"/>
            <a:ext cx="1250115" cy="439826"/>
          </a:xfrm>
          <a:prstGeom prst="rect">
            <a:avLst/>
          </a:prstGeom>
          <a:solidFill>
            <a:srgbClr val="F3D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94" name="TextBox 193">
            <a:extLst>
              <a:ext uri="{FF2B5EF4-FFF2-40B4-BE49-F238E27FC236}">
                <a16:creationId xmlns:a16="http://schemas.microsoft.com/office/drawing/2014/main" id="{EF1C291B-83F5-104C-8E27-4EF20DD2DCB2}"/>
              </a:ext>
            </a:extLst>
          </p:cNvPr>
          <p:cNvSpPr txBox="1"/>
          <p:nvPr/>
        </p:nvSpPr>
        <p:spPr>
          <a:xfrm>
            <a:off x="3989181" y="4542545"/>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93703C"/>
                </a:solidFill>
                <a:latin typeface="Calibri"/>
              </a:rPr>
              <a:t>Ⓒ</a:t>
            </a:r>
          </a:p>
        </p:txBody>
      </p:sp>
      <p:sp>
        <p:nvSpPr>
          <p:cNvPr id="195" name="Rectangle 194">
            <a:extLst>
              <a:ext uri="{FF2B5EF4-FFF2-40B4-BE49-F238E27FC236}">
                <a16:creationId xmlns:a16="http://schemas.microsoft.com/office/drawing/2014/main" id="{AA16F159-9262-A376-8032-A1EC6FCFA739}"/>
              </a:ext>
            </a:extLst>
          </p:cNvPr>
          <p:cNvSpPr/>
          <p:nvPr/>
        </p:nvSpPr>
        <p:spPr>
          <a:xfrm>
            <a:off x="5239297" y="4542545"/>
            <a:ext cx="1250115" cy="439826"/>
          </a:xfrm>
          <a:prstGeom prst="rect">
            <a:avLst/>
          </a:prstGeom>
          <a:solidFill>
            <a:srgbClr val="F3D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96" name="TextBox 195">
            <a:extLst>
              <a:ext uri="{FF2B5EF4-FFF2-40B4-BE49-F238E27FC236}">
                <a16:creationId xmlns:a16="http://schemas.microsoft.com/office/drawing/2014/main" id="{7D956694-F4B9-B14C-653B-3FE239DFBD5C}"/>
              </a:ext>
            </a:extLst>
          </p:cNvPr>
          <p:cNvSpPr txBox="1"/>
          <p:nvPr/>
        </p:nvSpPr>
        <p:spPr>
          <a:xfrm>
            <a:off x="5239297" y="4542545"/>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93703C"/>
                </a:solidFill>
                <a:latin typeface="Calibri"/>
              </a:rPr>
              <a:t>Ⓒ</a:t>
            </a:r>
          </a:p>
        </p:txBody>
      </p:sp>
      <p:sp>
        <p:nvSpPr>
          <p:cNvPr id="197" name="Rectangle 196">
            <a:extLst>
              <a:ext uri="{FF2B5EF4-FFF2-40B4-BE49-F238E27FC236}">
                <a16:creationId xmlns:a16="http://schemas.microsoft.com/office/drawing/2014/main" id="{BA875A7A-2F74-7B9F-4536-D9ACB7FDD452}"/>
              </a:ext>
            </a:extLst>
          </p:cNvPr>
          <p:cNvSpPr/>
          <p:nvPr/>
        </p:nvSpPr>
        <p:spPr>
          <a:xfrm>
            <a:off x="6489412" y="4542545"/>
            <a:ext cx="1250115" cy="439826"/>
          </a:xfrm>
          <a:prstGeom prst="rect">
            <a:avLst/>
          </a:prstGeom>
          <a:solidFill>
            <a:srgbClr val="F3D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198" name="TextBox 197">
            <a:extLst>
              <a:ext uri="{FF2B5EF4-FFF2-40B4-BE49-F238E27FC236}">
                <a16:creationId xmlns:a16="http://schemas.microsoft.com/office/drawing/2014/main" id="{ED27A1CD-96D3-0EAE-1902-5F98E633BA16}"/>
              </a:ext>
            </a:extLst>
          </p:cNvPr>
          <p:cNvSpPr txBox="1"/>
          <p:nvPr/>
        </p:nvSpPr>
        <p:spPr>
          <a:xfrm>
            <a:off x="6489412" y="4542545"/>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93703C"/>
                </a:solidFill>
                <a:latin typeface="Calibri"/>
              </a:rPr>
              <a:t>Ⓒ</a:t>
            </a:r>
          </a:p>
        </p:txBody>
      </p:sp>
      <p:sp>
        <p:nvSpPr>
          <p:cNvPr id="199" name="Rectangle 198">
            <a:extLst>
              <a:ext uri="{FF2B5EF4-FFF2-40B4-BE49-F238E27FC236}">
                <a16:creationId xmlns:a16="http://schemas.microsoft.com/office/drawing/2014/main" id="{04950E50-BE29-702E-841F-7846E05DE237}"/>
              </a:ext>
            </a:extLst>
          </p:cNvPr>
          <p:cNvSpPr/>
          <p:nvPr/>
        </p:nvSpPr>
        <p:spPr>
          <a:xfrm>
            <a:off x="7739528" y="4542545"/>
            <a:ext cx="1250115" cy="439826"/>
          </a:xfrm>
          <a:prstGeom prst="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200" name="TextBox 199">
            <a:extLst>
              <a:ext uri="{FF2B5EF4-FFF2-40B4-BE49-F238E27FC236}">
                <a16:creationId xmlns:a16="http://schemas.microsoft.com/office/drawing/2014/main" id="{2B6A9D49-7E66-F643-CD2B-D99E7971C3B8}"/>
              </a:ext>
            </a:extLst>
          </p:cNvPr>
          <p:cNvSpPr txBox="1"/>
          <p:nvPr/>
        </p:nvSpPr>
        <p:spPr>
          <a:xfrm>
            <a:off x="7739528" y="4542545"/>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FFFFFF"/>
                </a:solidFill>
                <a:latin typeface="Calibri"/>
              </a:rPr>
              <a:t>✓</a:t>
            </a:r>
          </a:p>
        </p:txBody>
      </p:sp>
      <p:sp>
        <p:nvSpPr>
          <p:cNvPr id="201" name="Rectangle 200">
            <a:extLst>
              <a:ext uri="{FF2B5EF4-FFF2-40B4-BE49-F238E27FC236}">
                <a16:creationId xmlns:a16="http://schemas.microsoft.com/office/drawing/2014/main" id="{E8C67A9D-78FC-1FC6-F415-FA13E85AB659}"/>
              </a:ext>
            </a:extLst>
          </p:cNvPr>
          <p:cNvSpPr/>
          <p:nvPr/>
        </p:nvSpPr>
        <p:spPr>
          <a:xfrm>
            <a:off x="8989643" y="4542545"/>
            <a:ext cx="1250115" cy="439826"/>
          </a:xfrm>
          <a:prstGeom prst="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202" name="TextBox 201">
            <a:extLst>
              <a:ext uri="{FF2B5EF4-FFF2-40B4-BE49-F238E27FC236}">
                <a16:creationId xmlns:a16="http://schemas.microsoft.com/office/drawing/2014/main" id="{E32DEB7B-3D2E-5BAD-F8BA-F5F0ECBF8144}"/>
              </a:ext>
            </a:extLst>
          </p:cNvPr>
          <p:cNvSpPr txBox="1"/>
          <p:nvPr/>
        </p:nvSpPr>
        <p:spPr>
          <a:xfrm>
            <a:off x="8989643" y="4542545"/>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FFFFFF"/>
                </a:solidFill>
                <a:latin typeface="Calibri"/>
              </a:rPr>
              <a:t>✓</a:t>
            </a:r>
          </a:p>
        </p:txBody>
      </p:sp>
      <p:sp>
        <p:nvSpPr>
          <p:cNvPr id="203" name="Rectangle 202">
            <a:extLst>
              <a:ext uri="{FF2B5EF4-FFF2-40B4-BE49-F238E27FC236}">
                <a16:creationId xmlns:a16="http://schemas.microsoft.com/office/drawing/2014/main" id="{62883B53-B290-FD8D-3EAB-B88CCF6A3160}"/>
              </a:ext>
            </a:extLst>
          </p:cNvPr>
          <p:cNvSpPr/>
          <p:nvPr/>
        </p:nvSpPr>
        <p:spPr>
          <a:xfrm>
            <a:off x="10239759" y="4542545"/>
            <a:ext cx="1250115" cy="439826"/>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204" name="TextBox 203">
            <a:extLst>
              <a:ext uri="{FF2B5EF4-FFF2-40B4-BE49-F238E27FC236}">
                <a16:creationId xmlns:a16="http://schemas.microsoft.com/office/drawing/2014/main" id="{4CCEC7EB-6A13-2E9D-6779-87C2C0D62DF6}"/>
              </a:ext>
            </a:extLst>
          </p:cNvPr>
          <p:cNvSpPr txBox="1"/>
          <p:nvPr/>
        </p:nvSpPr>
        <p:spPr>
          <a:xfrm>
            <a:off x="10239759" y="4542545"/>
            <a:ext cx="1250115" cy="439826"/>
          </a:xfrm>
          <a:prstGeom prst="rect">
            <a:avLst/>
          </a:prstGeom>
          <a:noFill/>
        </p:spPr>
        <p:txBody>
          <a:bodyPr wrap="square" lIns="0" tIns="0" rIns="0" bIns="0" anchor="ctr">
            <a:noAutofit/>
          </a:bodyPr>
          <a:lstStyle/>
          <a:p>
            <a:pPr algn="ctr">
              <a:spcBef>
                <a:spcPts val="0"/>
              </a:spcBef>
              <a:spcAft>
                <a:spcPts val="0"/>
              </a:spcAft>
            </a:pPr>
            <a:r>
              <a:rPr lang="en-US" b="1" i="0">
                <a:solidFill>
                  <a:srgbClr val="8A7658"/>
                </a:solidFill>
                <a:latin typeface="Calibri"/>
              </a:rPr>
              <a:t>–</a:t>
            </a:r>
          </a:p>
        </p:txBody>
      </p:sp>
      <p:sp>
        <p:nvSpPr>
          <p:cNvPr id="205" name="Rectangle 204">
            <a:extLst>
              <a:ext uri="{FF2B5EF4-FFF2-40B4-BE49-F238E27FC236}">
                <a16:creationId xmlns:a16="http://schemas.microsoft.com/office/drawing/2014/main" id="{369FBA46-2A12-32F3-9AF3-F755DC61D354}"/>
              </a:ext>
            </a:extLst>
          </p:cNvPr>
          <p:cNvSpPr/>
          <p:nvPr/>
        </p:nvSpPr>
        <p:spPr>
          <a:xfrm>
            <a:off x="270186" y="4982371"/>
            <a:ext cx="2468880" cy="596188"/>
          </a:xfrm>
          <a:prstGeom prst="rect">
            <a:avLst/>
          </a:prstGeom>
          <a:solidFill>
            <a:srgbClr val="F2E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206" name="TextBox 205">
            <a:extLst>
              <a:ext uri="{FF2B5EF4-FFF2-40B4-BE49-F238E27FC236}">
                <a16:creationId xmlns:a16="http://schemas.microsoft.com/office/drawing/2014/main" id="{CCF4DE67-C8FA-8A16-674D-4C7160197537}"/>
              </a:ext>
            </a:extLst>
          </p:cNvPr>
          <p:cNvSpPr txBox="1"/>
          <p:nvPr/>
        </p:nvSpPr>
        <p:spPr>
          <a:xfrm>
            <a:off x="398202" y="4982371"/>
            <a:ext cx="2249424" cy="596188"/>
          </a:xfrm>
          <a:prstGeom prst="rect">
            <a:avLst/>
          </a:prstGeom>
          <a:noFill/>
        </p:spPr>
        <p:txBody>
          <a:bodyPr wrap="square" lIns="0" tIns="0" rIns="0" bIns="0" anchor="ctr">
            <a:noAutofit/>
          </a:bodyPr>
          <a:lstStyle/>
          <a:p>
            <a:pPr algn="l">
              <a:lnSpc>
                <a:spcPct val="115000"/>
              </a:lnSpc>
              <a:spcBef>
                <a:spcPts val="0"/>
              </a:spcBef>
              <a:spcAft>
                <a:spcPts val="0"/>
              </a:spcAft>
            </a:pPr>
            <a:r>
              <a:rPr lang="en-US" sz="1400" b="1" i="0">
                <a:solidFill>
                  <a:srgbClr val="231505"/>
                </a:solidFill>
                <a:latin typeface="Calibri"/>
              </a:rPr>
              <a:t>Clinical &amp; economic measurement system</a:t>
            </a:r>
          </a:p>
        </p:txBody>
      </p:sp>
      <p:sp>
        <p:nvSpPr>
          <p:cNvPr id="207" name="Rectangle 206">
            <a:extLst>
              <a:ext uri="{FF2B5EF4-FFF2-40B4-BE49-F238E27FC236}">
                <a16:creationId xmlns:a16="http://schemas.microsoft.com/office/drawing/2014/main" id="{198258AE-012E-DFC5-6E30-07EC5A5F5C54}"/>
              </a:ext>
            </a:extLst>
          </p:cNvPr>
          <p:cNvSpPr/>
          <p:nvPr/>
        </p:nvSpPr>
        <p:spPr>
          <a:xfrm>
            <a:off x="2739066" y="4982371"/>
            <a:ext cx="1250115" cy="596188"/>
          </a:xfrm>
          <a:prstGeom prst="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208" name="TextBox 207">
            <a:extLst>
              <a:ext uri="{FF2B5EF4-FFF2-40B4-BE49-F238E27FC236}">
                <a16:creationId xmlns:a16="http://schemas.microsoft.com/office/drawing/2014/main" id="{40293A1C-162F-D613-B3AB-26F773CDD4DE}"/>
              </a:ext>
            </a:extLst>
          </p:cNvPr>
          <p:cNvSpPr txBox="1"/>
          <p:nvPr/>
        </p:nvSpPr>
        <p:spPr>
          <a:xfrm>
            <a:off x="2739066" y="4982371"/>
            <a:ext cx="1250115" cy="596188"/>
          </a:xfrm>
          <a:prstGeom prst="rect">
            <a:avLst/>
          </a:prstGeom>
          <a:noFill/>
        </p:spPr>
        <p:txBody>
          <a:bodyPr wrap="square" lIns="0" tIns="0" rIns="0" bIns="0" anchor="ctr">
            <a:noAutofit/>
          </a:bodyPr>
          <a:lstStyle/>
          <a:p>
            <a:pPr algn="ctr">
              <a:spcBef>
                <a:spcPts val="0"/>
              </a:spcBef>
              <a:spcAft>
                <a:spcPts val="0"/>
              </a:spcAft>
            </a:pPr>
            <a:r>
              <a:rPr lang="en-US" b="1" i="0">
                <a:solidFill>
                  <a:srgbClr val="FFFFFF"/>
                </a:solidFill>
                <a:latin typeface="Calibri"/>
              </a:rPr>
              <a:t>✓</a:t>
            </a:r>
          </a:p>
        </p:txBody>
      </p:sp>
      <p:sp>
        <p:nvSpPr>
          <p:cNvPr id="209" name="Rectangle 208">
            <a:extLst>
              <a:ext uri="{FF2B5EF4-FFF2-40B4-BE49-F238E27FC236}">
                <a16:creationId xmlns:a16="http://schemas.microsoft.com/office/drawing/2014/main" id="{E5DE5878-EA50-562A-180D-75AF276E2588}"/>
              </a:ext>
            </a:extLst>
          </p:cNvPr>
          <p:cNvSpPr/>
          <p:nvPr/>
        </p:nvSpPr>
        <p:spPr>
          <a:xfrm>
            <a:off x="3989181" y="4982371"/>
            <a:ext cx="1250115" cy="596188"/>
          </a:xfrm>
          <a:prstGeom prst="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210" name="TextBox 209">
            <a:extLst>
              <a:ext uri="{FF2B5EF4-FFF2-40B4-BE49-F238E27FC236}">
                <a16:creationId xmlns:a16="http://schemas.microsoft.com/office/drawing/2014/main" id="{EA56218A-A2AD-9FDD-83EB-69EFF8347CEE}"/>
              </a:ext>
            </a:extLst>
          </p:cNvPr>
          <p:cNvSpPr txBox="1"/>
          <p:nvPr/>
        </p:nvSpPr>
        <p:spPr>
          <a:xfrm>
            <a:off x="3989181" y="4982371"/>
            <a:ext cx="1250115" cy="596188"/>
          </a:xfrm>
          <a:prstGeom prst="rect">
            <a:avLst/>
          </a:prstGeom>
          <a:noFill/>
        </p:spPr>
        <p:txBody>
          <a:bodyPr wrap="square" lIns="0" tIns="0" rIns="0" bIns="0" anchor="ctr">
            <a:noAutofit/>
          </a:bodyPr>
          <a:lstStyle/>
          <a:p>
            <a:pPr algn="ctr">
              <a:spcBef>
                <a:spcPts val="0"/>
              </a:spcBef>
              <a:spcAft>
                <a:spcPts val="0"/>
              </a:spcAft>
            </a:pPr>
            <a:r>
              <a:rPr lang="en-US" b="1" i="0">
                <a:solidFill>
                  <a:srgbClr val="FFFFFF"/>
                </a:solidFill>
                <a:latin typeface="Calibri"/>
              </a:rPr>
              <a:t>✓</a:t>
            </a:r>
          </a:p>
        </p:txBody>
      </p:sp>
      <p:sp>
        <p:nvSpPr>
          <p:cNvPr id="211" name="Rectangle 210">
            <a:extLst>
              <a:ext uri="{FF2B5EF4-FFF2-40B4-BE49-F238E27FC236}">
                <a16:creationId xmlns:a16="http://schemas.microsoft.com/office/drawing/2014/main" id="{74ED98FE-E9A9-BD7E-6F1E-5EC7FD757906}"/>
              </a:ext>
            </a:extLst>
          </p:cNvPr>
          <p:cNvSpPr/>
          <p:nvPr/>
        </p:nvSpPr>
        <p:spPr>
          <a:xfrm>
            <a:off x="5239297" y="4982371"/>
            <a:ext cx="1250115" cy="596188"/>
          </a:xfrm>
          <a:prstGeom prst="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212" name="TextBox 211">
            <a:extLst>
              <a:ext uri="{FF2B5EF4-FFF2-40B4-BE49-F238E27FC236}">
                <a16:creationId xmlns:a16="http://schemas.microsoft.com/office/drawing/2014/main" id="{09DD4A44-116E-C5ED-F9CC-52336FD22DEE}"/>
              </a:ext>
            </a:extLst>
          </p:cNvPr>
          <p:cNvSpPr txBox="1"/>
          <p:nvPr/>
        </p:nvSpPr>
        <p:spPr>
          <a:xfrm>
            <a:off x="5239297" y="4982371"/>
            <a:ext cx="1250115" cy="596188"/>
          </a:xfrm>
          <a:prstGeom prst="rect">
            <a:avLst/>
          </a:prstGeom>
          <a:noFill/>
        </p:spPr>
        <p:txBody>
          <a:bodyPr wrap="square" lIns="0" tIns="0" rIns="0" bIns="0" anchor="ctr">
            <a:noAutofit/>
          </a:bodyPr>
          <a:lstStyle/>
          <a:p>
            <a:pPr algn="ctr">
              <a:spcBef>
                <a:spcPts val="0"/>
              </a:spcBef>
              <a:spcAft>
                <a:spcPts val="0"/>
              </a:spcAft>
            </a:pPr>
            <a:r>
              <a:rPr lang="en-US" b="1" i="0">
                <a:solidFill>
                  <a:srgbClr val="FFFFFF"/>
                </a:solidFill>
                <a:latin typeface="Calibri"/>
              </a:rPr>
              <a:t>✓</a:t>
            </a:r>
          </a:p>
        </p:txBody>
      </p:sp>
      <p:sp>
        <p:nvSpPr>
          <p:cNvPr id="213" name="Rectangle 212">
            <a:extLst>
              <a:ext uri="{FF2B5EF4-FFF2-40B4-BE49-F238E27FC236}">
                <a16:creationId xmlns:a16="http://schemas.microsoft.com/office/drawing/2014/main" id="{95E320D8-8B88-BA10-4FDD-298947846204}"/>
              </a:ext>
            </a:extLst>
          </p:cNvPr>
          <p:cNvSpPr/>
          <p:nvPr/>
        </p:nvSpPr>
        <p:spPr>
          <a:xfrm>
            <a:off x="6489412" y="4982371"/>
            <a:ext cx="1250115" cy="596188"/>
          </a:xfrm>
          <a:prstGeom prst="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214" name="TextBox 213">
            <a:extLst>
              <a:ext uri="{FF2B5EF4-FFF2-40B4-BE49-F238E27FC236}">
                <a16:creationId xmlns:a16="http://schemas.microsoft.com/office/drawing/2014/main" id="{CC7AB63F-6B8D-8A60-9ECA-0C377DED6E8B}"/>
              </a:ext>
            </a:extLst>
          </p:cNvPr>
          <p:cNvSpPr txBox="1"/>
          <p:nvPr/>
        </p:nvSpPr>
        <p:spPr>
          <a:xfrm>
            <a:off x="6489412" y="4982371"/>
            <a:ext cx="1250115" cy="596188"/>
          </a:xfrm>
          <a:prstGeom prst="rect">
            <a:avLst/>
          </a:prstGeom>
          <a:noFill/>
        </p:spPr>
        <p:txBody>
          <a:bodyPr wrap="square" lIns="0" tIns="0" rIns="0" bIns="0" anchor="ctr">
            <a:noAutofit/>
          </a:bodyPr>
          <a:lstStyle/>
          <a:p>
            <a:pPr algn="ctr">
              <a:spcBef>
                <a:spcPts val="0"/>
              </a:spcBef>
              <a:spcAft>
                <a:spcPts val="0"/>
              </a:spcAft>
            </a:pPr>
            <a:r>
              <a:rPr lang="en-US" b="1" i="0">
                <a:solidFill>
                  <a:srgbClr val="FFFFFF"/>
                </a:solidFill>
                <a:latin typeface="Calibri"/>
              </a:rPr>
              <a:t>✓</a:t>
            </a:r>
          </a:p>
        </p:txBody>
      </p:sp>
      <p:sp>
        <p:nvSpPr>
          <p:cNvPr id="215" name="Rectangle 214">
            <a:extLst>
              <a:ext uri="{FF2B5EF4-FFF2-40B4-BE49-F238E27FC236}">
                <a16:creationId xmlns:a16="http://schemas.microsoft.com/office/drawing/2014/main" id="{734DD2F2-B497-FD25-E6B4-2E19729E5F8A}"/>
              </a:ext>
            </a:extLst>
          </p:cNvPr>
          <p:cNvSpPr/>
          <p:nvPr/>
        </p:nvSpPr>
        <p:spPr>
          <a:xfrm>
            <a:off x="7739528" y="4982371"/>
            <a:ext cx="1250115" cy="596188"/>
          </a:xfrm>
          <a:prstGeom prst="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216" name="TextBox 215">
            <a:extLst>
              <a:ext uri="{FF2B5EF4-FFF2-40B4-BE49-F238E27FC236}">
                <a16:creationId xmlns:a16="http://schemas.microsoft.com/office/drawing/2014/main" id="{668DE9BE-4F99-AC28-A91F-1C01F5080A56}"/>
              </a:ext>
            </a:extLst>
          </p:cNvPr>
          <p:cNvSpPr txBox="1"/>
          <p:nvPr/>
        </p:nvSpPr>
        <p:spPr>
          <a:xfrm>
            <a:off x="7739528" y="4982371"/>
            <a:ext cx="1250115" cy="596188"/>
          </a:xfrm>
          <a:prstGeom prst="rect">
            <a:avLst/>
          </a:prstGeom>
          <a:noFill/>
        </p:spPr>
        <p:txBody>
          <a:bodyPr wrap="square" lIns="0" tIns="0" rIns="0" bIns="0" anchor="ctr">
            <a:noAutofit/>
          </a:bodyPr>
          <a:lstStyle/>
          <a:p>
            <a:pPr algn="ctr">
              <a:spcBef>
                <a:spcPts val="0"/>
              </a:spcBef>
              <a:spcAft>
                <a:spcPts val="0"/>
              </a:spcAft>
            </a:pPr>
            <a:r>
              <a:rPr lang="en-US" b="1" i="0">
                <a:solidFill>
                  <a:srgbClr val="FFFFFF"/>
                </a:solidFill>
                <a:latin typeface="Calibri"/>
              </a:rPr>
              <a:t>✓</a:t>
            </a:r>
          </a:p>
        </p:txBody>
      </p:sp>
      <p:sp>
        <p:nvSpPr>
          <p:cNvPr id="217" name="Rectangle 216">
            <a:extLst>
              <a:ext uri="{FF2B5EF4-FFF2-40B4-BE49-F238E27FC236}">
                <a16:creationId xmlns:a16="http://schemas.microsoft.com/office/drawing/2014/main" id="{85D46CEC-5C61-9E1C-BEE8-7D1261504426}"/>
              </a:ext>
            </a:extLst>
          </p:cNvPr>
          <p:cNvSpPr/>
          <p:nvPr/>
        </p:nvSpPr>
        <p:spPr>
          <a:xfrm>
            <a:off x="8989643" y="4982371"/>
            <a:ext cx="1250115" cy="596188"/>
          </a:xfrm>
          <a:prstGeom prst="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218" name="TextBox 217">
            <a:extLst>
              <a:ext uri="{FF2B5EF4-FFF2-40B4-BE49-F238E27FC236}">
                <a16:creationId xmlns:a16="http://schemas.microsoft.com/office/drawing/2014/main" id="{76229D1E-C8E5-3FA3-C721-ECA3220CB7EA}"/>
              </a:ext>
            </a:extLst>
          </p:cNvPr>
          <p:cNvSpPr txBox="1"/>
          <p:nvPr/>
        </p:nvSpPr>
        <p:spPr>
          <a:xfrm>
            <a:off x="8989643" y="4982371"/>
            <a:ext cx="1250115" cy="596188"/>
          </a:xfrm>
          <a:prstGeom prst="rect">
            <a:avLst/>
          </a:prstGeom>
          <a:noFill/>
        </p:spPr>
        <p:txBody>
          <a:bodyPr wrap="square" lIns="0" tIns="0" rIns="0" bIns="0" anchor="ctr">
            <a:noAutofit/>
          </a:bodyPr>
          <a:lstStyle/>
          <a:p>
            <a:pPr algn="ctr">
              <a:spcBef>
                <a:spcPts val="0"/>
              </a:spcBef>
              <a:spcAft>
                <a:spcPts val="0"/>
              </a:spcAft>
            </a:pPr>
            <a:r>
              <a:rPr lang="en-US" b="1" i="0">
                <a:solidFill>
                  <a:srgbClr val="FFFFFF"/>
                </a:solidFill>
                <a:latin typeface="Calibri"/>
              </a:rPr>
              <a:t>✓</a:t>
            </a:r>
          </a:p>
        </p:txBody>
      </p:sp>
      <p:sp>
        <p:nvSpPr>
          <p:cNvPr id="219" name="Rectangle 218">
            <a:extLst>
              <a:ext uri="{FF2B5EF4-FFF2-40B4-BE49-F238E27FC236}">
                <a16:creationId xmlns:a16="http://schemas.microsoft.com/office/drawing/2014/main" id="{DCCCE95A-9947-4A2E-83A9-508CBC167B82}"/>
              </a:ext>
            </a:extLst>
          </p:cNvPr>
          <p:cNvSpPr/>
          <p:nvPr/>
        </p:nvSpPr>
        <p:spPr>
          <a:xfrm>
            <a:off x="10239759" y="4982371"/>
            <a:ext cx="1250115" cy="596188"/>
          </a:xfrm>
          <a:prstGeom prst="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p>
        </p:txBody>
      </p:sp>
      <p:sp>
        <p:nvSpPr>
          <p:cNvPr id="220" name="TextBox 219">
            <a:extLst>
              <a:ext uri="{FF2B5EF4-FFF2-40B4-BE49-F238E27FC236}">
                <a16:creationId xmlns:a16="http://schemas.microsoft.com/office/drawing/2014/main" id="{F57473DD-517A-DBE2-762C-34354D80D42F}"/>
              </a:ext>
            </a:extLst>
          </p:cNvPr>
          <p:cNvSpPr txBox="1"/>
          <p:nvPr/>
        </p:nvSpPr>
        <p:spPr>
          <a:xfrm>
            <a:off x="10239759" y="4982371"/>
            <a:ext cx="1250115" cy="596188"/>
          </a:xfrm>
          <a:prstGeom prst="rect">
            <a:avLst/>
          </a:prstGeom>
          <a:noFill/>
        </p:spPr>
        <p:txBody>
          <a:bodyPr wrap="square" lIns="0" tIns="0" rIns="0" bIns="0" anchor="ctr">
            <a:noAutofit/>
          </a:bodyPr>
          <a:lstStyle/>
          <a:p>
            <a:pPr algn="ctr">
              <a:spcBef>
                <a:spcPts val="0"/>
              </a:spcBef>
              <a:spcAft>
                <a:spcPts val="0"/>
              </a:spcAft>
            </a:pPr>
            <a:r>
              <a:rPr lang="en-US" b="1" i="0">
                <a:solidFill>
                  <a:srgbClr val="FFFFFF"/>
                </a:solidFill>
                <a:latin typeface="Calibri"/>
              </a:rPr>
              <a:t>✓</a:t>
            </a:r>
          </a:p>
        </p:txBody>
      </p:sp>
      <p:sp>
        <p:nvSpPr>
          <p:cNvPr id="225" name="TextBox 224">
            <a:extLst>
              <a:ext uri="{FF2B5EF4-FFF2-40B4-BE49-F238E27FC236}">
                <a16:creationId xmlns:a16="http://schemas.microsoft.com/office/drawing/2014/main" id="{FE75FEF9-FAD4-392B-6B34-61B740F0D0BB}"/>
              </a:ext>
            </a:extLst>
          </p:cNvPr>
          <p:cNvSpPr txBox="1"/>
          <p:nvPr/>
        </p:nvSpPr>
        <p:spPr>
          <a:xfrm>
            <a:off x="270186" y="5967001"/>
            <a:ext cx="11073384" cy="182880"/>
          </a:xfrm>
          <a:prstGeom prst="rect">
            <a:avLst/>
          </a:prstGeom>
          <a:noFill/>
        </p:spPr>
        <p:txBody>
          <a:bodyPr wrap="square" lIns="0" tIns="0" rIns="0" bIns="0" anchor="ctr">
            <a:noAutofit/>
          </a:bodyPr>
          <a:lstStyle/>
          <a:p>
            <a:pPr algn="l">
              <a:spcBef>
                <a:spcPts val="0"/>
              </a:spcBef>
              <a:spcAft>
                <a:spcPts val="0"/>
              </a:spcAft>
            </a:pPr>
            <a:r>
              <a:rPr lang="en-US" sz="1050" b="1" i="0">
                <a:solidFill>
                  <a:srgbClr val="231505"/>
                </a:solidFill>
                <a:latin typeface="Calibri"/>
              </a:rPr>
              <a:t>Legend.  </a:t>
            </a:r>
            <a:r>
              <a:rPr lang="en-US" sz="1100" b="0" i="0">
                <a:solidFill>
                  <a:srgbClr val="4D3A24"/>
                </a:solidFill>
                <a:latin typeface="Calibri"/>
              </a:rPr>
              <a:t>✓ Owned / direct capability  ·  Ⓒ Partner-enabled or partial capability  ·  – No clear public evidence. Public-materials assessment, not technical due diligence.</a:t>
            </a:r>
          </a:p>
        </p:txBody>
      </p:sp>
      <p:sp>
        <p:nvSpPr>
          <p:cNvPr id="2" name="Rectangle 1">
            <a:extLst>
              <a:ext uri="{FF2B5EF4-FFF2-40B4-BE49-F238E27FC236}">
                <a16:creationId xmlns:a16="http://schemas.microsoft.com/office/drawing/2014/main" id="{178313DA-BAE5-6704-B7CE-E7F8B81E188A}"/>
              </a:ext>
            </a:extLst>
          </p:cNvPr>
          <p:cNvSpPr/>
          <p:nvPr/>
        </p:nvSpPr>
        <p:spPr bwMode="gray">
          <a:xfrm>
            <a:off x="114296" y="1728025"/>
            <a:ext cx="11436605" cy="1045158"/>
          </a:xfrm>
          <a:prstGeom prst="rect">
            <a:avLst/>
          </a:prstGeom>
          <a:noFill/>
          <a:ln w="19050" algn="ctr">
            <a:solidFill>
              <a:schemeClr val="accent2">
                <a:lumMod val="7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US" sz="1600" b="1">
              <a:solidFill>
                <a:schemeClr val="bg1"/>
              </a:solidFill>
            </a:endParaRPr>
          </a:p>
        </p:txBody>
      </p:sp>
      <p:sp>
        <p:nvSpPr>
          <p:cNvPr id="3" name="TextBox 2">
            <a:extLst>
              <a:ext uri="{FF2B5EF4-FFF2-40B4-BE49-F238E27FC236}">
                <a16:creationId xmlns:a16="http://schemas.microsoft.com/office/drawing/2014/main" id="{E6323E8B-EFCB-6C28-827C-A7EE4D5E8294}"/>
              </a:ext>
            </a:extLst>
          </p:cNvPr>
          <p:cNvSpPr txBox="1"/>
          <p:nvPr/>
        </p:nvSpPr>
        <p:spPr>
          <a:xfrm>
            <a:off x="11565190" y="2048553"/>
            <a:ext cx="469424" cy="276999"/>
          </a:xfrm>
          <a:prstGeom prst="rect">
            <a:avLst/>
          </a:prstGeom>
          <a:noFill/>
        </p:spPr>
        <p:txBody>
          <a:bodyPr wrap="none" lIns="0" tIns="0" rIns="0" bIns="0" rtlCol="0">
            <a:spAutoFit/>
          </a:bodyPr>
          <a:lstStyle/>
          <a:p>
            <a:pPr>
              <a:spcBef>
                <a:spcPts val="600"/>
              </a:spcBef>
              <a:buSzPct val="100000"/>
            </a:pPr>
            <a:r>
              <a:rPr lang="en-US" b="1">
                <a:solidFill>
                  <a:schemeClr val="accent3"/>
                </a:solidFill>
              </a:rPr>
              <a:t>Oura</a:t>
            </a:r>
          </a:p>
        </p:txBody>
      </p:sp>
    </p:spTree>
    <p:extLst>
      <p:ext uri="{BB962C8B-B14F-4D97-AF65-F5344CB8AC3E}">
        <p14:creationId xmlns:p14="http://schemas.microsoft.com/office/powerpoint/2010/main" val="33602519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FD92C-5557-D0E2-7F42-A4F82FE9448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E63F291-E77C-5B51-6BF2-E1545963441C}"/>
              </a:ext>
            </a:extLst>
          </p:cNvPr>
          <p:cNvSpPr/>
          <p:nvPr/>
        </p:nvSpPr>
        <p:spPr bwMode="gray">
          <a:xfrm>
            <a:off x="384490" y="1483200"/>
            <a:ext cx="2416911" cy="1565014"/>
          </a:xfrm>
          <a:prstGeom prst="rect">
            <a:avLst/>
          </a:prstGeom>
          <a:solidFill>
            <a:schemeClr val="accent3">
              <a:lumMod val="20000"/>
              <a:lumOff val="8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US" sz="1600" b="1">
              <a:solidFill>
                <a:schemeClr val="bg1"/>
              </a:solidFill>
            </a:endParaRPr>
          </a:p>
        </p:txBody>
      </p:sp>
      <p:sp>
        <p:nvSpPr>
          <p:cNvPr id="48" name="Title 47">
            <a:extLst>
              <a:ext uri="{FF2B5EF4-FFF2-40B4-BE49-F238E27FC236}">
                <a16:creationId xmlns:a16="http://schemas.microsoft.com/office/drawing/2014/main" id="{3472C017-CBAE-DA16-E2A6-7B897E5AB947}"/>
              </a:ext>
            </a:extLst>
          </p:cNvPr>
          <p:cNvSpPr>
            <a:spLocks noGrp="1"/>
          </p:cNvSpPr>
          <p:nvPr>
            <p:ph type="title"/>
          </p:nvPr>
        </p:nvSpPr>
        <p:spPr>
          <a:xfrm>
            <a:off x="378135" y="506431"/>
            <a:ext cx="11560436" cy="364766"/>
          </a:xfrm>
        </p:spPr>
        <p:txBody>
          <a:bodyPr anchor="t"/>
          <a:lstStyle/>
          <a:p>
            <a:r>
              <a:rPr lang="en-US">
                <a:latin typeface="Open Sans Light" panose="020B0306030504020204" pitchFamily="34" charset="0"/>
                <a:ea typeface="Open Sans Light" panose="020B0306030504020204" pitchFamily="34" charset="0"/>
                <a:cs typeface="Open Sans Light" panose="020B0306030504020204" pitchFamily="34" charset="0"/>
              </a:rPr>
              <a:t>Employer health is an ecosystem of buyers, administrators &amp; health partners</a:t>
            </a:r>
          </a:p>
        </p:txBody>
      </p:sp>
      <p:sp>
        <p:nvSpPr>
          <p:cNvPr id="49" name="Text Placeholder 48">
            <a:extLst>
              <a:ext uri="{FF2B5EF4-FFF2-40B4-BE49-F238E27FC236}">
                <a16:creationId xmlns:a16="http://schemas.microsoft.com/office/drawing/2014/main" id="{ED9CCE49-05E1-EE2B-33D1-1500A2D664FB}"/>
              </a:ext>
            </a:extLst>
          </p:cNvPr>
          <p:cNvSpPr>
            <a:spLocks noGrp="1"/>
          </p:cNvSpPr>
          <p:nvPr>
            <p:ph type="body" sz="quarter" idx="15"/>
          </p:nvPr>
        </p:nvSpPr>
        <p:spPr/>
        <p:txBody>
          <a:bodyPr/>
          <a:lstStyle/>
          <a:p>
            <a:r>
              <a:rPr lang="en-US">
                <a:latin typeface="Open Sans Light" panose="020B0306030504020204" pitchFamily="34" charset="0"/>
                <a:ea typeface="Open Sans Light" panose="020B0306030504020204" pitchFamily="34" charset="0"/>
                <a:cs typeface="Open Sans Light" panose="020B0306030504020204" pitchFamily="34" charset="0"/>
              </a:rPr>
              <a:t>6. BARRIERS &amp; BUYING PATHWAY </a:t>
            </a:r>
          </a:p>
        </p:txBody>
      </p:sp>
      <p:cxnSp>
        <p:nvCxnSpPr>
          <p:cNvPr id="51" name="Straight Connector 50">
            <a:extLst>
              <a:ext uri="{FF2B5EF4-FFF2-40B4-BE49-F238E27FC236}">
                <a16:creationId xmlns:a16="http://schemas.microsoft.com/office/drawing/2014/main" id="{70C1AE58-2E1B-CDB6-AC80-DFEA95C4E3E6}"/>
              </a:ext>
            </a:extLst>
          </p:cNvPr>
          <p:cNvCxnSpPr>
            <a:cxnSpLocks/>
          </p:cNvCxnSpPr>
          <p:nvPr/>
        </p:nvCxnSpPr>
        <p:spPr>
          <a:xfrm>
            <a:off x="384490" y="421894"/>
            <a:ext cx="1137684" cy="0"/>
          </a:xfrm>
          <a:prstGeom prst="line">
            <a:avLst/>
          </a:prstGeom>
          <a:ln w="60325">
            <a:solidFill>
              <a:schemeClr val="accent4">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23" name="Content Placeholder 222">
            <a:extLst>
              <a:ext uri="{FF2B5EF4-FFF2-40B4-BE49-F238E27FC236}">
                <a16:creationId xmlns:a16="http://schemas.microsoft.com/office/drawing/2014/main" id="{6DA32A0E-C6CD-F871-611A-C5C1161BA1B9}"/>
              </a:ext>
            </a:extLst>
          </p:cNvPr>
          <p:cNvSpPr>
            <a:spLocks noGrp="1"/>
          </p:cNvSpPr>
          <p:nvPr>
            <p:ph sz="quarter" idx="16"/>
          </p:nvPr>
        </p:nvSpPr>
        <p:spPr>
          <a:xfrm>
            <a:off x="378135" y="954088"/>
            <a:ext cx="11071225" cy="223837"/>
          </a:xfrm>
        </p:spPr>
        <p:txBody>
          <a:bodyPr anchor="t"/>
          <a:lstStyle/>
          <a:p>
            <a:r>
              <a:rPr lang="en-US">
                <a:latin typeface="Open Sans" panose="020B0606030504020204" pitchFamily="34" charset="0"/>
                <a:ea typeface="Open Sans" panose="020B0606030504020204" pitchFamily="34" charset="0"/>
                <a:cs typeface="Open Sans" panose="020B0606030504020204" pitchFamily="34" charset="0"/>
              </a:rPr>
              <a:t>Employers, brokers, health plans, and health partners each play a distinct role, with several paths for Oura to participate. Oura sits among the health partners, connected to the same TPA-administered benefit and the same employee</a:t>
            </a:r>
          </a:p>
        </p:txBody>
      </p:sp>
      <p:sp>
        <p:nvSpPr>
          <p:cNvPr id="7" name="TextBox 6">
            <a:extLst>
              <a:ext uri="{FF2B5EF4-FFF2-40B4-BE49-F238E27FC236}">
                <a16:creationId xmlns:a16="http://schemas.microsoft.com/office/drawing/2014/main" id="{3930304B-2D73-4873-8669-B5D29B743617}"/>
              </a:ext>
            </a:extLst>
          </p:cNvPr>
          <p:cNvSpPr txBox="1"/>
          <p:nvPr/>
        </p:nvSpPr>
        <p:spPr>
          <a:xfrm>
            <a:off x="549293" y="1651404"/>
            <a:ext cx="1371600" cy="146304"/>
          </a:xfrm>
          <a:prstGeom prst="rect">
            <a:avLst/>
          </a:prstGeom>
          <a:noFill/>
        </p:spPr>
        <p:txBody>
          <a:bodyPr wrap="square" lIns="0" tIns="0" rIns="0" bIns="0" anchor="ctr">
            <a:noAutofit/>
          </a:bodyPr>
          <a:lstStyle/>
          <a:p>
            <a:pPr algn="l">
              <a:spcBef>
                <a:spcPts val="0"/>
              </a:spcBef>
              <a:spcAft>
                <a:spcPts val="0"/>
              </a:spcAft>
            </a:pPr>
            <a:r>
              <a:rPr lang="en-US" sz="1200" b="1" i="0" spc="50">
                <a:solidFill>
                  <a:srgbClr val="8A7658"/>
                </a:solidFill>
                <a:latin typeface="Calibri"/>
              </a:rPr>
              <a:t>LEGEND</a:t>
            </a:r>
          </a:p>
        </p:txBody>
      </p:sp>
      <p:cxnSp>
        <p:nvCxnSpPr>
          <p:cNvPr id="9" name="Connector 6">
            <a:extLst>
              <a:ext uri="{FF2B5EF4-FFF2-40B4-BE49-F238E27FC236}">
                <a16:creationId xmlns:a16="http://schemas.microsoft.com/office/drawing/2014/main" id="{27FC4720-9117-70C9-5E35-AE8CB0C43244}"/>
              </a:ext>
            </a:extLst>
          </p:cNvPr>
          <p:cNvCxnSpPr/>
          <p:nvPr/>
        </p:nvCxnSpPr>
        <p:spPr>
          <a:xfrm>
            <a:off x="549293" y="2115447"/>
            <a:ext cx="320040" cy="0"/>
          </a:xfrm>
          <a:prstGeom prst="line">
            <a:avLst/>
          </a:prstGeom>
          <a:ln w="28575">
            <a:solidFill>
              <a:srgbClr val="C9A24A"/>
            </a:solidFill>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79FC57BF-BDD3-CCE7-414F-5CD36B9A80BD}"/>
              </a:ext>
            </a:extLst>
          </p:cNvPr>
          <p:cNvSpPr txBox="1"/>
          <p:nvPr/>
        </p:nvSpPr>
        <p:spPr>
          <a:xfrm>
            <a:off x="969917" y="1995849"/>
            <a:ext cx="1650094" cy="347472"/>
          </a:xfrm>
          <a:prstGeom prst="rect">
            <a:avLst/>
          </a:prstGeom>
          <a:noFill/>
        </p:spPr>
        <p:txBody>
          <a:bodyPr wrap="square" lIns="0" tIns="0" rIns="0" bIns="0" anchor="ctr">
            <a:noAutofit/>
          </a:bodyPr>
          <a:lstStyle/>
          <a:p>
            <a:pPr algn="l">
              <a:spcBef>
                <a:spcPts val="0"/>
              </a:spcBef>
              <a:spcAft>
                <a:spcPts val="0"/>
              </a:spcAft>
            </a:pPr>
            <a:r>
              <a:rPr lang="en-US" sz="1200" b="0" i="0">
                <a:solidFill>
                  <a:srgbClr val="4D3A24"/>
                </a:solidFill>
                <a:latin typeface="Calibri"/>
              </a:rPr>
              <a:t>$$ funding / claims payment</a:t>
            </a:r>
          </a:p>
        </p:txBody>
      </p:sp>
      <p:cxnSp>
        <p:nvCxnSpPr>
          <p:cNvPr id="13" name="Connector 8">
            <a:extLst>
              <a:ext uri="{FF2B5EF4-FFF2-40B4-BE49-F238E27FC236}">
                <a16:creationId xmlns:a16="http://schemas.microsoft.com/office/drawing/2014/main" id="{A1F53582-762D-38EA-7CD8-E2F5DE3A0D33}"/>
              </a:ext>
            </a:extLst>
          </p:cNvPr>
          <p:cNvCxnSpPr/>
          <p:nvPr/>
        </p:nvCxnSpPr>
        <p:spPr>
          <a:xfrm>
            <a:off x="549293" y="2543876"/>
            <a:ext cx="320040" cy="0"/>
          </a:xfrm>
          <a:prstGeom prst="line">
            <a:avLst/>
          </a:prstGeom>
          <a:ln w="19050">
            <a:solidFill>
              <a:srgbClr val="B8B0A0"/>
            </a:solidFill>
            <a:prstDash val="dash"/>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C6E9E4B8-73E1-FFFC-49A6-047BB9E19826}"/>
              </a:ext>
            </a:extLst>
          </p:cNvPr>
          <p:cNvSpPr txBox="1"/>
          <p:nvPr/>
        </p:nvSpPr>
        <p:spPr>
          <a:xfrm>
            <a:off x="969917" y="2484066"/>
            <a:ext cx="1510133" cy="347472"/>
          </a:xfrm>
          <a:prstGeom prst="rect">
            <a:avLst/>
          </a:prstGeom>
          <a:noFill/>
        </p:spPr>
        <p:txBody>
          <a:bodyPr wrap="square" lIns="0" tIns="0" rIns="0" bIns="0" anchor="ctr">
            <a:noAutofit/>
          </a:bodyPr>
          <a:lstStyle/>
          <a:p>
            <a:pPr algn="l">
              <a:spcBef>
                <a:spcPts val="0"/>
              </a:spcBef>
              <a:spcAft>
                <a:spcPts val="0"/>
              </a:spcAft>
            </a:pPr>
            <a:r>
              <a:rPr lang="en-US" sz="1200" b="0" i="0">
                <a:solidFill>
                  <a:srgbClr val="4D3A24"/>
                </a:solidFill>
                <a:latin typeface="Calibri"/>
              </a:rPr>
              <a:t>Advisory, administration &amp; engagement</a:t>
            </a:r>
          </a:p>
        </p:txBody>
      </p:sp>
      <p:cxnSp>
        <p:nvCxnSpPr>
          <p:cNvPr id="17" name="Connector 10">
            <a:extLst>
              <a:ext uri="{FF2B5EF4-FFF2-40B4-BE49-F238E27FC236}">
                <a16:creationId xmlns:a16="http://schemas.microsoft.com/office/drawing/2014/main" id="{78B89616-B1C7-87E0-DE23-DAF45DEEA327}"/>
              </a:ext>
            </a:extLst>
          </p:cNvPr>
          <p:cNvCxnSpPr>
            <a:cxnSpLocks/>
          </p:cNvCxnSpPr>
          <p:nvPr/>
        </p:nvCxnSpPr>
        <p:spPr>
          <a:xfrm>
            <a:off x="4462327" y="2038679"/>
            <a:ext cx="1431013" cy="1030223"/>
          </a:xfrm>
          <a:prstGeom prst="line">
            <a:avLst/>
          </a:prstGeom>
          <a:ln w="31750">
            <a:solidFill>
              <a:srgbClr val="C9A24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1D4F5F86-288A-92E0-6F30-E27E91CF022A}"/>
              </a:ext>
            </a:extLst>
          </p:cNvPr>
          <p:cNvSpPr txBox="1"/>
          <p:nvPr/>
        </p:nvSpPr>
        <p:spPr>
          <a:xfrm rot="2328229">
            <a:off x="4606259" y="2326143"/>
            <a:ext cx="1371600" cy="182880"/>
          </a:xfrm>
          <a:prstGeom prst="rect">
            <a:avLst/>
          </a:prstGeom>
          <a:noFill/>
        </p:spPr>
        <p:txBody>
          <a:bodyPr wrap="square" lIns="0" tIns="0" rIns="0" bIns="0" anchor="ctr">
            <a:noAutofit/>
          </a:bodyPr>
          <a:lstStyle/>
          <a:p>
            <a:pPr algn="ctr">
              <a:spcBef>
                <a:spcPts val="0"/>
              </a:spcBef>
              <a:spcAft>
                <a:spcPts val="0"/>
              </a:spcAft>
            </a:pPr>
            <a:r>
              <a:rPr lang="en-US" sz="1400" b="1" i="0">
                <a:solidFill>
                  <a:srgbClr val="C9A24A"/>
                </a:solidFill>
                <a:latin typeface="Calibri"/>
              </a:rPr>
              <a:t>$$ plan funding</a:t>
            </a:r>
          </a:p>
        </p:txBody>
      </p:sp>
      <p:sp>
        <p:nvSpPr>
          <p:cNvPr id="23" name="TextBox 22">
            <a:extLst>
              <a:ext uri="{FF2B5EF4-FFF2-40B4-BE49-F238E27FC236}">
                <a16:creationId xmlns:a16="http://schemas.microsoft.com/office/drawing/2014/main" id="{82BFA9B7-C16B-8B65-ED10-E2CA0DC9B3FE}"/>
              </a:ext>
            </a:extLst>
          </p:cNvPr>
          <p:cNvSpPr txBox="1"/>
          <p:nvPr/>
        </p:nvSpPr>
        <p:spPr>
          <a:xfrm rot="19788035">
            <a:off x="6520430" y="2278213"/>
            <a:ext cx="1371600" cy="182880"/>
          </a:xfrm>
          <a:prstGeom prst="rect">
            <a:avLst/>
          </a:prstGeom>
          <a:noFill/>
        </p:spPr>
        <p:txBody>
          <a:bodyPr wrap="square" lIns="0" tIns="0" rIns="0" bIns="0" anchor="ctr">
            <a:noAutofit/>
          </a:bodyPr>
          <a:lstStyle/>
          <a:p>
            <a:pPr algn="ctr">
              <a:spcBef>
                <a:spcPts val="0"/>
              </a:spcBef>
              <a:spcAft>
                <a:spcPts val="0"/>
              </a:spcAft>
            </a:pPr>
            <a:r>
              <a:rPr lang="en-US" sz="1400" b="1" i="0">
                <a:solidFill>
                  <a:srgbClr val="8A7658"/>
                </a:solidFill>
                <a:latin typeface="Calibri"/>
              </a:rPr>
              <a:t>advises</a:t>
            </a:r>
          </a:p>
        </p:txBody>
      </p:sp>
      <p:cxnSp>
        <p:nvCxnSpPr>
          <p:cNvPr id="25" name="Connector 14">
            <a:extLst>
              <a:ext uri="{FF2B5EF4-FFF2-40B4-BE49-F238E27FC236}">
                <a16:creationId xmlns:a16="http://schemas.microsoft.com/office/drawing/2014/main" id="{21A51CBC-EC2A-1831-C04E-9B85710B528C}"/>
              </a:ext>
            </a:extLst>
          </p:cNvPr>
          <p:cNvCxnSpPr>
            <a:cxnSpLocks/>
          </p:cNvCxnSpPr>
          <p:nvPr/>
        </p:nvCxnSpPr>
        <p:spPr>
          <a:xfrm flipH="1">
            <a:off x="1895878" y="3281386"/>
            <a:ext cx="4037805" cy="732274"/>
          </a:xfrm>
          <a:prstGeom prst="line">
            <a:avLst/>
          </a:prstGeom>
          <a:ln w="19050">
            <a:solidFill>
              <a:srgbClr val="B8B0A0"/>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7" name="Connector 15">
            <a:extLst>
              <a:ext uri="{FF2B5EF4-FFF2-40B4-BE49-F238E27FC236}">
                <a16:creationId xmlns:a16="http://schemas.microsoft.com/office/drawing/2014/main" id="{F4EFF467-FD08-8B34-BB85-360D90FEBE81}"/>
              </a:ext>
            </a:extLst>
          </p:cNvPr>
          <p:cNvCxnSpPr>
            <a:cxnSpLocks/>
          </p:cNvCxnSpPr>
          <p:nvPr/>
        </p:nvCxnSpPr>
        <p:spPr>
          <a:xfrm flipH="1">
            <a:off x="5247937" y="3379089"/>
            <a:ext cx="745711" cy="753030"/>
          </a:xfrm>
          <a:prstGeom prst="line">
            <a:avLst/>
          </a:prstGeom>
          <a:ln w="19050">
            <a:solidFill>
              <a:srgbClr val="B8B0A0"/>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16">
            <a:extLst>
              <a:ext uri="{FF2B5EF4-FFF2-40B4-BE49-F238E27FC236}">
                <a16:creationId xmlns:a16="http://schemas.microsoft.com/office/drawing/2014/main" id="{529E1800-FFC8-6408-CB51-E815D797D06F}"/>
              </a:ext>
            </a:extLst>
          </p:cNvPr>
          <p:cNvCxnSpPr>
            <a:cxnSpLocks/>
          </p:cNvCxnSpPr>
          <p:nvPr/>
        </p:nvCxnSpPr>
        <p:spPr>
          <a:xfrm>
            <a:off x="6387852" y="3278449"/>
            <a:ext cx="3840410" cy="548532"/>
          </a:xfrm>
          <a:prstGeom prst="line">
            <a:avLst/>
          </a:prstGeom>
          <a:ln w="19050">
            <a:solidFill>
              <a:srgbClr val="B8B0A0"/>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3BC662DF-4D0A-2E6F-5B2D-B8A6E26CCE3E}"/>
              </a:ext>
            </a:extLst>
          </p:cNvPr>
          <p:cNvSpPr txBox="1"/>
          <p:nvPr/>
        </p:nvSpPr>
        <p:spPr>
          <a:xfrm rot="1121716">
            <a:off x="3809645" y="5492420"/>
            <a:ext cx="1371600" cy="182880"/>
          </a:xfrm>
          <a:prstGeom prst="rect">
            <a:avLst/>
          </a:prstGeom>
          <a:noFill/>
        </p:spPr>
        <p:txBody>
          <a:bodyPr wrap="square" lIns="0" tIns="0" rIns="0" bIns="0" anchor="ctr">
            <a:noAutofit/>
          </a:bodyPr>
          <a:lstStyle/>
          <a:p>
            <a:pPr algn="ctr">
              <a:spcBef>
                <a:spcPts val="0"/>
              </a:spcBef>
              <a:spcAft>
                <a:spcPts val="0"/>
              </a:spcAft>
            </a:pPr>
            <a:r>
              <a:rPr lang="en-US" sz="1400" b="1" i="0">
                <a:solidFill>
                  <a:srgbClr val="8A7658"/>
                </a:solidFill>
                <a:latin typeface="Calibri"/>
              </a:rPr>
              <a:t>benefits portal</a:t>
            </a:r>
          </a:p>
        </p:txBody>
      </p:sp>
      <p:sp>
        <p:nvSpPr>
          <p:cNvPr id="37" name="TextBox 36">
            <a:extLst>
              <a:ext uri="{FF2B5EF4-FFF2-40B4-BE49-F238E27FC236}">
                <a16:creationId xmlns:a16="http://schemas.microsoft.com/office/drawing/2014/main" id="{024D3201-32BA-548D-AF50-46295BCA12E6}"/>
              </a:ext>
            </a:extLst>
          </p:cNvPr>
          <p:cNvSpPr txBox="1"/>
          <p:nvPr/>
        </p:nvSpPr>
        <p:spPr>
          <a:xfrm rot="18885740">
            <a:off x="6101112" y="4948554"/>
            <a:ext cx="1371600" cy="182880"/>
          </a:xfrm>
          <a:prstGeom prst="rect">
            <a:avLst/>
          </a:prstGeom>
          <a:noFill/>
        </p:spPr>
        <p:txBody>
          <a:bodyPr wrap="square" lIns="0" tIns="0" rIns="0" bIns="0" anchor="ctr">
            <a:noAutofit/>
          </a:bodyPr>
          <a:lstStyle/>
          <a:p>
            <a:pPr algn="ctr">
              <a:spcBef>
                <a:spcPts val="0"/>
              </a:spcBef>
              <a:spcAft>
                <a:spcPts val="0"/>
              </a:spcAft>
            </a:pPr>
            <a:r>
              <a:rPr lang="en-US" sz="1400" b="1" i="0">
                <a:solidFill>
                  <a:srgbClr val="8A7658"/>
                </a:solidFill>
                <a:latin typeface="Calibri"/>
              </a:rPr>
              <a:t>engagement</a:t>
            </a:r>
          </a:p>
        </p:txBody>
      </p:sp>
      <p:sp>
        <p:nvSpPr>
          <p:cNvPr id="39" name="Oval 38">
            <a:extLst>
              <a:ext uri="{FF2B5EF4-FFF2-40B4-BE49-F238E27FC236}">
                <a16:creationId xmlns:a16="http://schemas.microsoft.com/office/drawing/2014/main" id="{86D440AA-6BDF-0A67-B322-B304A0918E9C}"/>
              </a:ext>
            </a:extLst>
          </p:cNvPr>
          <p:cNvSpPr/>
          <p:nvPr/>
        </p:nvSpPr>
        <p:spPr>
          <a:xfrm>
            <a:off x="3913500" y="1709712"/>
            <a:ext cx="466344" cy="466344"/>
          </a:xfrm>
          <a:prstGeom prst="ellipse">
            <a:avLst/>
          </a:prstGeom>
          <a:solidFill>
            <a:srgbClr val="FFFDF8"/>
          </a:solidFill>
          <a:ln w="19050">
            <a:solidFill>
              <a:srgbClr val="D3B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a:p>
        </p:txBody>
      </p:sp>
      <p:sp>
        <p:nvSpPr>
          <p:cNvPr id="41" name="TextBox 40">
            <a:extLst>
              <a:ext uri="{FF2B5EF4-FFF2-40B4-BE49-F238E27FC236}">
                <a16:creationId xmlns:a16="http://schemas.microsoft.com/office/drawing/2014/main" id="{C2949AFA-C8D8-1177-79AB-05AD8184738C}"/>
              </a:ext>
            </a:extLst>
          </p:cNvPr>
          <p:cNvSpPr txBox="1"/>
          <p:nvPr/>
        </p:nvSpPr>
        <p:spPr>
          <a:xfrm>
            <a:off x="3913500" y="1709712"/>
            <a:ext cx="466344" cy="466344"/>
          </a:xfrm>
          <a:prstGeom prst="rect">
            <a:avLst/>
          </a:prstGeom>
          <a:noFill/>
        </p:spPr>
        <p:txBody>
          <a:bodyPr wrap="square" lIns="0" tIns="0" rIns="0" bIns="0" anchor="ctr">
            <a:noAutofit/>
          </a:bodyPr>
          <a:lstStyle/>
          <a:p>
            <a:pPr algn="ctr">
              <a:spcBef>
                <a:spcPts val="0"/>
              </a:spcBef>
              <a:spcAft>
                <a:spcPts val="0"/>
              </a:spcAft>
            </a:pPr>
            <a:r>
              <a:rPr lang="en-US" sz="1600" b="1" i="0">
                <a:solidFill>
                  <a:srgbClr val="5C3717"/>
                </a:solidFill>
                <a:latin typeface="Calibri"/>
              </a:rPr>
              <a:t>🏢</a:t>
            </a:r>
          </a:p>
        </p:txBody>
      </p:sp>
      <p:sp>
        <p:nvSpPr>
          <p:cNvPr id="42" name="TextBox 41">
            <a:extLst>
              <a:ext uri="{FF2B5EF4-FFF2-40B4-BE49-F238E27FC236}">
                <a16:creationId xmlns:a16="http://schemas.microsoft.com/office/drawing/2014/main" id="{791DA165-9952-F41D-1507-878C69E19D50}"/>
              </a:ext>
            </a:extLst>
          </p:cNvPr>
          <p:cNvSpPr txBox="1"/>
          <p:nvPr/>
        </p:nvSpPr>
        <p:spPr>
          <a:xfrm>
            <a:off x="3140832" y="2226348"/>
            <a:ext cx="2011680" cy="173736"/>
          </a:xfrm>
          <a:prstGeom prst="rect">
            <a:avLst/>
          </a:prstGeom>
          <a:noFill/>
        </p:spPr>
        <p:txBody>
          <a:bodyPr wrap="square" lIns="0" tIns="0" rIns="0" bIns="0" anchor="ctr">
            <a:noAutofit/>
          </a:bodyPr>
          <a:lstStyle/>
          <a:p>
            <a:pPr algn="ctr">
              <a:spcBef>
                <a:spcPts val="0"/>
              </a:spcBef>
              <a:spcAft>
                <a:spcPts val="0"/>
              </a:spcAft>
            </a:pPr>
            <a:r>
              <a:rPr lang="en-US" b="1" i="0">
                <a:solidFill>
                  <a:srgbClr val="231505"/>
                </a:solidFill>
                <a:latin typeface="Calibri"/>
              </a:rPr>
              <a:t>Employer</a:t>
            </a:r>
          </a:p>
        </p:txBody>
      </p:sp>
      <p:sp>
        <p:nvSpPr>
          <p:cNvPr id="43" name="TextBox 42">
            <a:extLst>
              <a:ext uri="{FF2B5EF4-FFF2-40B4-BE49-F238E27FC236}">
                <a16:creationId xmlns:a16="http://schemas.microsoft.com/office/drawing/2014/main" id="{10E77089-2A3C-3681-583B-AA1ADA1B3B0E}"/>
              </a:ext>
            </a:extLst>
          </p:cNvPr>
          <p:cNvSpPr txBox="1"/>
          <p:nvPr/>
        </p:nvSpPr>
        <p:spPr>
          <a:xfrm>
            <a:off x="3186112" y="2399716"/>
            <a:ext cx="1887321" cy="423886"/>
          </a:xfrm>
          <a:prstGeom prst="rect">
            <a:avLst/>
          </a:prstGeom>
          <a:noFill/>
        </p:spPr>
        <p:txBody>
          <a:bodyPr wrap="square" lIns="0" tIns="0" rIns="0" bIns="0" anchor="ctr">
            <a:noAutofit/>
          </a:bodyPr>
          <a:lstStyle/>
          <a:p>
            <a:pPr algn="ctr">
              <a:spcBef>
                <a:spcPts val="0"/>
              </a:spcBef>
              <a:spcAft>
                <a:spcPts val="0"/>
              </a:spcAft>
            </a:pPr>
            <a:r>
              <a:rPr lang="en-US" sz="1200" b="0" i="0">
                <a:solidFill>
                  <a:srgbClr val="8A7658"/>
                </a:solidFill>
                <a:latin typeface="Calibri"/>
              </a:rPr>
              <a:t>Funds the benefit, bears claims cost.</a:t>
            </a:r>
          </a:p>
        </p:txBody>
      </p:sp>
      <p:sp>
        <p:nvSpPr>
          <p:cNvPr id="44" name="Oval 43">
            <a:extLst>
              <a:ext uri="{FF2B5EF4-FFF2-40B4-BE49-F238E27FC236}">
                <a16:creationId xmlns:a16="http://schemas.microsoft.com/office/drawing/2014/main" id="{23673F8B-1FCB-C206-8B60-4F51A72D31AA}"/>
              </a:ext>
            </a:extLst>
          </p:cNvPr>
          <p:cNvSpPr/>
          <p:nvPr/>
        </p:nvSpPr>
        <p:spPr>
          <a:xfrm>
            <a:off x="8077937" y="1744489"/>
            <a:ext cx="512064" cy="512064"/>
          </a:xfrm>
          <a:prstGeom prst="ellipse">
            <a:avLst/>
          </a:prstGeom>
          <a:solidFill>
            <a:srgbClr val="FFFDF8"/>
          </a:solidFill>
          <a:ln w="19050">
            <a:solidFill>
              <a:srgbClr val="D3B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a:p>
        </p:txBody>
      </p:sp>
      <p:sp>
        <p:nvSpPr>
          <p:cNvPr id="45" name="TextBox 44">
            <a:extLst>
              <a:ext uri="{FF2B5EF4-FFF2-40B4-BE49-F238E27FC236}">
                <a16:creationId xmlns:a16="http://schemas.microsoft.com/office/drawing/2014/main" id="{3358884A-8935-E652-D08E-7D292E4CC2D2}"/>
              </a:ext>
            </a:extLst>
          </p:cNvPr>
          <p:cNvSpPr txBox="1"/>
          <p:nvPr/>
        </p:nvSpPr>
        <p:spPr>
          <a:xfrm>
            <a:off x="8077937" y="1744489"/>
            <a:ext cx="512064" cy="512064"/>
          </a:xfrm>
          <a:prstGeom prst="rect">
            <a:avLst/>
          </a:prstGeom>
          <a:noFill/>
        </p:spPr>
        <p:txBody>
          <a:bodyPr wrap="square" lIns="0" tIns="0" rIns="0" bIns="0" anchor="ctr">
            <a:noAutofit/>
          </a:bodyPr>
          <a:lstStyle/>
          <a:p>
            <a:pPr algn="ctr">
              <a:spcBef>
                <a:spcPts val="0"/>
              </a:spcBef>
              <a:spcAft>
                <a:spcPts val="0"/>
              </a:spcAft>
            </a:pPr>
            <a:r>
              <a:rPr lang="en-US" sz="1600" b="1" i="0">
                <a:solidFill>
                  <a:srgbClr val="5C3717"/>
                </a:solidFill>
                <a:latin typeface="Calibri"/>
              </a:rPr>
              <a:t>🤝</a:t>
            </a:r>
          </a:p>
        </p:txBody>
      </p:sp>
      <p:sp>
        <p:nvSpPr>
          <p:cNvPr id="46" name="TextBox 45">
            <a:extLst>
              <a:ext uri="{FF2B5EF4-FFF2-40B4-BE49-F238E27FC236}">
                <a16:creationId xmlns:a16="http://schemas.microsoft.com/office/drawing/2014/main" id="{0ABFDA6E-BBE5-2110-D24B-1A41C490A015}"/>
              </a:ext>
            </a:extLst>
          </p:cNvPr>
          <p:cNvSpPr txBox="1"/>
          <p:nvPr/>
        </p:nvSpPr>
        <p:spPr>
          <a:xfrm>
            <a:off x="7328129" y="2311417"/>
            <a:ext cx="2011680" cy="173736"/>
          </a:xfrm>
          <a:prstGeom prst="rect">
            <a:avLst/>
          </a:prstGeom>
          <a:noFill/>
        </p:spPr>
        <p:txBody>
          <a:bodyPr wrap="square" lIns="0" tIns="0" rIns="0" bIns="0" anchor="ctr">
            <a:noAutofit/>
          </a:bodyPr>
          <a:lstStyle/>
          <a:p>
            <a:pPr algn="ctr">
              <a:spcBef>
                <a:spcPts val="0"/>
              </a:spcBef>
              <a:spcAft>
                <a:spcPts val="0"/>
              </a:spcAft>
            </a:pPr>
            <a:r>
              <a:rPr lang="en-US" b="1" i="0">
                <a:solidFill>
                  <a:srgbClr val="231505"/>
                </a:solidFill>
                <a:latin typeface="Calibri"/>
              </a:rPr>
              <a:t>Broker /</a:t>
            </a:r>
          </a:p>
        </p:txBody>
      </p:sp>
      <p:sp>
        <p:nvSpPr>
          <p:cNvPr id="47" name="TextBox 46">
            <a:extLst>
              <a:ext uri="{FF2B5EF4-FFF2-40B4-BE49-F238E27FC236}">
                <a16:creationId xmlns:a16="http://schemas.microsoft.com/office/drawing/2014/main" id="{F66FC290-478F-F79B-B5E9-210EA41B7C5A}"/>
              </a:ext>
            </a:extLst>
          </p:cNvPr>
          <p:cNvSpPr txBox="1"/>
          <p:nvPr/>
        </p:nvSpPr>
        <p:spPr>
          <a:xfrm>
            <a:off x="7328129" y="2485153"/>
            <a:ext cx="2011680" cy="173736"/>
          </a:xfrm>
          <a:prstGeom prst="rect">
            <a:avLst/>
          </a:prstGeom>
          <a:noFill/>
        </p:spPr>
        <p:txBody>
          <a:bodyPr wrap="square" lIns="0" tIns="0" rIns="0" bIns="0" anchor="ctr">
            <a:noAutofit/>
          </a:bodyPr>
          <a:lstStyle/>
          <a:p>
            <a:pPr algn="ctr">
              <a:spcBef>
                <a:spcPts val="0"/>
              </a:spcBef>
              <a:spcAft>
                <a:spcPts val="0"/>
              </a:spcAft>
            </a:pPr>
            <a:r>
              <a:rPr lang="en-US" b="1" i="0">
                <a:solidFill>
                  <a:srgbClr val="231505"/>
                </a:solidFill>
                <a:latin typeface="Calibri"/>
              </a:rPr>
              <a:t>Consultant</a:t>
            </a:r>
          </a:p>
        </p:txBody>
      </p:sp>
      <p:sp>
        <p:nvSpPr>
          <p:cNvPr id="50" name="TextBox 49">
            <a:extLst>
              <a:ext uri="{FF2B5EF4-FFF2-40B4-BE49-F238E27FC236}">
                <a16:creationId xmlns:a16="http://schemas.microsoft.com/office/drawing/2014/main" id="{3A1B6669-35AA-A276-4D50-776DD9593FA2}"/>
              </a:ext>
            </a:extLst>
          </p:cNvPr>
          <p:cNvSpPr txBox="1"/>
          <p:nvPr/>
        </p:nvSpPr>
        <p:spPr>
          <a:xfrm>
            <a:off x="7400854" y="2680483"/>
            <a:ext cx="1880921" cy="406520"/>
          </a:xfrm>
          <a:prstGeom prst="rect">
            <a:avLst/>
          </a:prstGeom>
          <a:noFill/>
        </p:spPr>
        <p:txBody>
          <a:bodyPr wrap="square" lIns="0" tIns="0" rIns="0" bIns="0" anchor="ctr">
            <a:noAutofit/>
          </a:bodyPr>
          <a:lstStyle/>
          <a:p>
            <a:pPr algn="ctr">
              <a:spcBef>
                <a:spcPts val="0"/>
              </a:spcBef>
              <a:spcAft>
                <a:spcPts val="0"/>
              </a:spcAft>
            </a:pPr>
            <a:r>
              <a:rPr lang="en-US" sz="1200" b="0" i="1">
                <a:solidFill>
                  <a:srgbClr val="8A7658"/>
                </a:solidFill>
                <a:latin typeface="Calibri"/>
              </a:rPr>
              <a:t>Advises employer on benefit design.</a:t>
            </a:r>
          </a:p>
        </p:txBody>
      </p:sp>
      <p:sp>
        <p:nvSpPr>
          <p:cNvPr id="52" name="Oval 51">
            <a:extLst>
              <a:ext uri="{FF2B5EF4-FFF2-40B4-BE49-F238E27FC236}">
                <a16:creationId xmlns:a16="http://schemas.microsoft.com/office/drawing/2014/main" id="{E0B35D6D-3406-A22C-5323-80C1C2BD160F}"/>
              </a:ext>
            </a:extLst>
          </p:cNvPr>
          <p:cNvSpPr/>
          <p:nvPr/>
        </p:nvSpPr>
        <p:spPr>
          <a:xfrm>
            <a:off x="5950000" y="2999232"/>
            <a:ext cx="420624" cy="420624"/>
          </a:xfrm>
          <a:prstGeom prst="ellipse">
            <a:avLst/>
          </a:prstGeom>
          <a:solidFill>
            <a:srgbClr val="FFFDF8"/>
          </a:solidFill>
          <a:ln w="19050">
            <a:solidFill>
              <a:srgbClr val="D3B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a:p>
        </p:txBody>
      </p:sp>
      <p:sp>
        <p:nvSpPr>
          <p:cNvPr id="53" name="TextBox 52">
            <a:extLst>
              <a:ext uri="{FF2B5EF4-FFF2-40B4-BE49-F238E27FC236}">
                <a16:creationId xmlns:a16="http://schemas.microsoft.com/office/drawing/2014/main" id="{9978DF49-963D-A395-2691-BE08259766AF}"/>
              </a:ext>
            </a:extLst>
          </p:cNvPr>
          <p:cNvSpPr txBox="1"/>
          <p:nvPr/>
        </p:nvSpPr>
        <p:spPr>
          <a:xfrm>
            <a:off x="5950000" y="2999232"/>
            <a:ext cx="420624" cy="420624"/>
          </a:xfrm>
          <a:prstGeom prst="rect">
            <a:avLst/>
          </a:prstGeom>
          <a:noFill/>
        </p:spPr>
        <p:txBody>
          <a:bodyPr wrap="square" lIns="0" tIns="0" rIns="0" bIns="0" anchor="ctr">
            <a:noAutofit/>
          </a:bodyPr>
          <a:lstStyle/>
          <a:p>
            <a:pPr algn="ctr">
              <a:spcBef>
                <a:spcPts val="0"/>
              </a:spcBef>
              <a:spcAft>
                <a:spcPts val="0"/>
              </a:spcAft>
            </a:pPr>
            <a:r>
              <a:rPr lang="en-US" sz="1600" b="1" i="0">
                <a:solidFill>
                  <a:srgbClr val="5C3717"/>
                </a:solidFill>
                <a:latin typeface="Calibri"/>
              </a:rPr>
              <a:t>⚕</a:t>
            </a:r>
          </a:p>
        </p:txBody>
      </p:sp>
      <p:sp>
        <p:nvSpPr>
          <p:cNvPr id="54" name="TextBox 53">
            <a:extLst>
              <a:ext uri="{FF2B5EF4-FFF2-40B4-BE49-F238E27FC236}">
                <a16:creationId xmlns:a16="http://schemas.microsoft.com/office/drawing/2014/main" id="{AF809AE1-0809-2304-AE57-FB737B8B4B7E}"/>
              </a:ext>
            </a:extLst>
          </p:cNvPr>
          <p:cNvSpPr txBox="1"/>
          <p:nvPr/>
        </p:nvSpPr>
        <p:spPr>
          <a:xfrm>
            <a:off x="5154472" y="3465576"/>
            <a:ext cx="2011680" cy="173736"/>
          </a:xfrm>
          <a:prstGeom prst="rect">
            <a:avLst/>
          </a:prstGeom>
          <a:noFill/>
        </p:spPr>
        <p:txBody>
          <a:bodyPr wrap="square" lIns="0" tIns="0" rIns="0" bIns="0" anchor="ctr">
            <a:noAutofit/>
          </a:bodyPr>
          <a:lstStyle/>
          <a:p>
            <a:pPr algn="ctr">
              <a:spcBef>
                <a:spcPts val="0"/>
              </a:spcBef>
              <a:spcAft>
                <a:spcPts val="0"/>
              </a:spcAft>
            </a:pPr>
            <a:r>
              <a:rPr lang="en-US" b="1" i="0">
                <a:solidFill>
                  <a:srgbClr val="231505"/>
                </a:solidFill>
                <a:latin typeface="Calibri"/>
              </a:rPr>
              <a:t>Health Plan / TPA</a:t>
            </a:r>
          </a:p>
        </p:txBody>
      </p:sp>
      <p:sp>
        <p:nvSpPr>
          <p:cNvPr id="55" name="TextBox 54">
            <a:extLst>
              <a:ext uri="{FF2B5EF4-FFF2-40B4-BE49-F238E27FC236}">
                <a16:creationId xmlns:a16="http://schemas.microsoft.com/office/drawing/2014/main" id="{E2ECDE80-D67E-C4C6-AC31-28EDDB033382}"/>
              </a:ext>
            </a:extLst>
          </p:cNvPr>
          <p:cNvSpPr txBox="1"/>
          <p:nvPr/>
        </p:nvSpPr>
        <p:spPr>
          <a:xfrm>
            <a:off x="4880152" y="3639312"/>
            <a:ext cx="2560320" cy="292608"/>
          </a:xfrm>
          <a:prstGeom prst="rect">
            <a:avLst/>
          </a:prstGeom>
          <a:noFill/>
        </p:spPr>
        <p:txBody>
          <a:bodyPr wrap="square" lIns="0" tIns="0" rIns="0" bIns="0" anchor="t">
            <a:noAutofit/>
          </a:bodyPr>
          <a:lstStyle/>
          <a:p>
            <a:pPr algn="ctr">
              <a:lnSpc>
                <a:spcPct val="110000"/>
              </a:lnSpc>
              <a:spcBef>
                <a:spcPts val="0"/>
              </a:spcBef>
              <a:spcAft>
                <a:spcPts val="0"/>
              </a:spcAft>
            </a:pPr>
            <a:r>
              <a:rPr lang="en-US" sz="1200" b="0" i="0">
                <a:solidFill>
                  <a:srgbClr val="8A7658"/>
                </a:solidFill>
                <a:latin typeface="Calibri"/>
              </a:rPr>
              <a:t>Administers benefit + claims +
provider payment</a:t>
            </a:r>
          </a:p>
        </p:txBody>
      </p:sp>
      <p:sp>
        <p:nvSpPr>
          <p:cNvPr id="56" name="Oval 55">
            <a:extLst>
              <a:ext uri="{FF2B5EF4-FFF2-40B4-BE49-F238E27FC236}">
                <a16:creationId xmlns:a16="http://schemas.microsoft.com/office/drawing/2014/main" id="{9D344A16-0E79-5412-4849-3759FB0232B1}"/>
              </a:ext>
            </a:extLst>
          </p:cNvPr>
          <p:cNvSpPr/>
          <p:nvPr/>
        </p:nvSpPr>
        <p:spPr>
          <a:xfrm>
            <a:off x="1327154" y="3918976"/>
            <a:ext cx="512064" cy="512064"/>
          </a:xfrm>
          <a:prstGeom prst="ellipse">
            <a:avLst/>
          </a:prstGeom>
          <a:solidFill>
            <a:srgbClr val="FFFDF8"/>
          </a:solidFill>
          <a:ln w="19050">
            <a:solidFill>
              <a:srgbClr val="D3B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a:p>
        </p:txBody>
      </p:sp>
      <p:sp>
        <p:nvSpPr>
          <p:cNvPr id="57" name="TextBox 56">
            <a:extLst>
              <a:ext uri="{FF2B5EF4-FFF2-40B4-BE49-F238E27FC236}">
                <a16:creationId xmlns:a16="http://schemas.microsoft.com/office/drawing/2014/main" id="{2535B231-FC2A-B636-45E1-48F67250E9E0}"/>
              </a:ext>
            </a:extLst>
          </p:cNvPr>
          <p:cNvSpPr txBox="1"/>
          <p:nvPr/>
        </p:nvSpPr>
        <p:spPr>
          <a:xfrm>
            <a:off x="1327154" y="3918976"/>
            <a:ext cx="512064" cy="512064"/>
          </a:xfrm>
          <a:prstGeom prst="rect">
            <a:avLst/>
          </a:prstGeom>
          <a:noFill/>
        </p:spPr>
        <p:txBody>
          <a:bodyPr wrap="square" lIns="0" tIns="0" rIns="0" bIns="0" anchor="ctr">
            <a:noAutofit/>
          </a:bodyPr>
          <a:lstStyle/>
          <a:p>
            <a:pPr algn="ctr">
              <a:spcBef>
                <a:spcPts val="0"/>
              </a:spcBef>
              <a:spcAft>
                <a:spcPts val="0"/>
              </a:spcAft>
            </a:pPr>
            <a:r>
              <a:rPr lang="en-US" sz="1600" b="1" i="0">
                <a:solidFill>
                  <a:srgbClr val="5C3717"/>
                </a:solidFill>
                <a:latin typeface="Calibri"/>
              </a:rPr>
              <a:t>MI</a:t>
            </a:r>
          </a:p>
        </p:txBody>
      </p:sp>
      <p:sp>
        <p:nvSpPr>
          <p:cNvPr id="58" name="TextBox 57">
            <a:extLst>
              <a:ext uri="{FF2B5EF4-FFF2-40B4-BE49-F238E27FC236}">
                <a16:creationId xmlns:a16="http://schemas.microsoft.com/office/drawing/2014/main" id="{4C66C167-5577-5C45-1813-922A9F497C4E}"/>
              </a:ext>
            </a:extLst>
          </p:cNvPr>
          <p:cNvSpPr txBox="1"/>
          <p:nvPr/>
        </p:nvSpPr>
        <p:spPr>
          <a:xfrm>
            <a:off x="577346" y="4485904"/>
            <a:ext cx="2011680" cy="173736"/>
          </a:xfrm>
          <a:prstGeom prst="rect">
            <a:avLst/>
          </a:prstGeom>
          <a:noFill/>
        </p:spPr>
        <p:txBody>
          <a:bodyPr wrap="square" lIns="0" tIns="0" rIns="0" bIns="0" anchor="ctr">
            <a:noAutofit/>
          </a:bodyPr>
          <a:lstStyle/>
          <a:p>
            <a:pPr algn="ctr">
              <a:spcBef>
                <a:spcPts val="0"/>
              </a:spcBef>
              <a:spcAft>
                <a:spcPts val="0"/>
              </a:spcAft>
            </a:pPr>
            <a:r>
              <a:rPr lang="en-US" b="1" i="0">
                <a:solidFill>
                  <a:srgbClr val="231505"/>
                </a:solidFill>
                <a:latin typeface="Calibri"/>
              </a:rPr>
              <a:t>Member Interface</a:t>
            </a:r>
          </a:p>
        </p:txBody>
      </p:sp>
      <p:sp>
        <p:nvSpPr>
          <p:cNvPr id="59" name="TextBox 58">
            <a:extLst>
              <a:ext uri="{FF2B5EF4-FFF2-40B4-BE49-F238E27FC236}">
                <a16:creationId xmlns:a16="http://schemas.microsoft.com/office/drawing/2014/main" id="{2A7748AD-F81C-6838-8AF2-F49481014CC9}"/>
              </a:ext>
            </a:extLst>
          </p:cNvPr>
          <p:cNvSpPr txBox="1"/>
          <p:nvPr/>
        </p:nvSpPr>
        <p:spPr>
          <a:xfrm>
            <a:off x="391283" y="4694352"/>
            <a:ext cx="2377440" cy="155448"/>
          </a:xfrm>
          <a:prstGeom prst="rect">
            <a:avLst/>
          </a:prstGeom>
          <a:noFill/>
        </p:spPr>
        <p:txBody>
          <a:bodyPr wrap="square" lIns="0" tIns="0" rIns="0" bIns="0" anchor="ctr">
            <a:noAutofit/>
          </a:bodyPr>
          <a:lstStyle/>
          <a:p>
            <a:pPr algn="ctr">
              <a:spcBef>
                <a:spcPts val="0"/>
              </a:spcBef>
              <a:spcAft>
                <a:spcPts val="0"/>
              </a:spcAft>
            </a:pPr>
            <a:r>
              <a:rPr lang="en-US" sz="1200" b="0" i="0">
                <a:solidFill>
                  <a:srgbClr val="8A7658"/>
                </a:solidFill>
                <a:latin typeface="Calibri"/>
              </a:rPr>
              <a:t>Benefits portal / navigation</a:t>
            </a:r>
          </a:p>
        </p:txBody>
      </p:sp>
      <p:sp>
        <p:nvSpPr>
          <p:cNvPr id="60" name="TextBox 59">
            <a:extLst>
              <a:ext uri="{FF2B5EF4-FFF2-40B4-BE49-F238E27FC236}">
                <a16:creationId xmlns:a16="http://schemas.microsoft.com/office/drawing/2014/main" id="{B7848562-2D34-4B27-60BC-F89F464426D9}"/>
              </a:ext>
            </a:extLst>
          </p:cNvPr>
          <p:cNvSpPr txBox="1"/>
          <p:nvPr/>
        </p:nvSpPr>
        <p:spPr>
          <a:xfrm>
            <a:off x="391283" y="4963944"/>
            <a:ext cx="2377440" cy="292608"/>
          </a:xfrm>
          <a:prstGeom prst="rect">
            <a:avLst/>
          </a:prstGeom>
          <a:noFill/>
        </p:spPr>
        <p:txBody>
          <a:bodyPr wrap="square" lIns="0" tIns="0" rIns="0" bIns="0" anchor="t">
            <a:noAutofit/>
          </a:bodyPr>
          <a:lstStyle/>
          <a:p>
            <a:pPr algn="ctr">
              <a:lnSpc>
                <a:spcPct val="110000"/>
              </a:lnSpc>
              <a:spcBef>
                <a:spcPts val="0"/>
              </a:spcBef>
              <a:spcAft>
                <a:spcPts val="0"/>
              </a:spcAft>
            </a:pPr>
            <a:r>
              <a:rPr lang="en-US" sz="1200" b="0" i="1">
                <a:solidFill>
                  <a:srgbClr val="8A7658"/>
                </a:solidFill>
                <a:latin typeface="Calibri"/>
              </a:rPr>
              <a:t>May be bundled with the TPA or
provided separately.</a:t>
            </a:r>
          </a:p>
        </p:txBody>
      </p:sp>
      <p:sp>
        <p:nvSpPr>
          <p:cNvPr id="61" name="Oval 60">
            <a:extLst>
              <a:ext uri="{FF2B5EF4-FFF2-40B4-BE49-F238E27FC236}">
                <a16:creationId xmlns:a16="http://schemas.microsoft.com/office/drawing/2014/main" id="{DF8D3A6A-386C-0D80-B315-131F58874B66}"/>
              </a:ext>
            </a:extLst>
          </p:cNvPr>
          <p:cNvSpPr/>
          <p:nvPr/>
        </p:nvSpPr>
        <p:spPr>
          <a:xfrm>
            <a:off x="4769867" y="4202360"/>
            <a:ext cx="466344" cy="466344"/>
          </a:xfrm>
          <a:prstGeom prst="ellipse">
            <a:avLst/>
          </a:prstGeom>
          <a:solidFill>
            <a:srgbClr val="FFFDF8"/>
          </a:solidFill>
          <a:ln w="19050">
            <a:solidFill>
              <a:srgbClr val="D3B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a:p>
        </p:txBody>
      </p:sp>
      <p:sp>
        <p:nvSpPr>
          <p:cNvPr id="62" name="TextBox 61">
            <a:extLst>
              <a:ext uri="{FF2B5EF4-FFF2-40B4-BE49-F238E27FC236}">
                <a16:creationId xmlns:a16="http://schemas.microsoft.com/office/drawing/2014/main" id="{4BFF9C29-AAB2-E167-E0F2-24AAD23C59CA}"/>
              </a:ext>
            </a:extLst>
          </p:cNvPr>
          <p:cNvSpPr txBox="1"/>
          <p:nvPr/>
        </p:nvSpPr>
        <p:spPr>
          <a:xfrm>
            <a:off x="4769867" y="4202360"/>
            <a:ext cx="466344" cy="466344"/>
          </a:xfrm>
          <a:prstGeom prst="rect">
            <a:avLst/>
          </a:prstGeom>
          <a:noFill/>
        </p:spPr>
        <p:txBody>
          <a:bodyPr wrap="square" lIns="0" tIns="0" rIns="0" bIns="0" anchor="ctr">
            <a:noAutofit/>
          </a:bodyPr>
          <a:lstStyle/>
          <a:p>
            <a:pPr algn="ctr">
              <a:spcBef>
                <a:spcPts val="0"/>
              </a:spcBef>
              <a:spcAft>
                <a:spcPts val="0"/>
              </a:spcAft>
            </a:pPr>
            <a:r>
              <a:rPr lang="en-US" sz="1600" b="1" i="0">
                <a:solidFill>
                  <a:srgbClr val="5C3717"/>
                </a:solidFill>
                <a:latin typeface="Calibri"/>
              </a:rPr>
              <a:t>➕</a:t>
            </a:r>
          </a:p>
        </p:txBody>
      </p:sp>
      <p:sp>
        <p:nvSpPr>
          <p:cNvPr id="63" name="TextBox 62">
            <a:extLst>
              <a:ext uri="{FF2B5EF4-FFF2-40B4-BE49-F238E27FC236}">
                <a16:creationId xmlns:a16="http://schemas.microsoft.com/office/drawing/2014/main" id="{DE412207-19D3-0BE5-7BAC-BE9433EEFF61}"/>
              </a:ext>
            </a:extLst>
          </p:cNvPr>
          <p:cNvSpPr txBox="1"/>
          <p:nvPr/>
        </p:nvSpPr>
        <p:spPr>
          <a:xfrm>
            <a:off x="3997199" y="4728140"/>
            <a:ext cx="2011680" cy="173736"/>
          </a:xfrm>
          <a:prstGeom prst="rect">
            <a:avLst/>
          </a:prstGeom>
          <a:noFill/>
        </p:spPr>
        <p:txBody>
          <a:bodyPr wrap="square" lIns="0" tIns="0" rIns="0" bIns="0" anchor="ctr">
            <a:noAutofit/>
          </a:bodyPr>
          <a:lstStyle/>
          <a:p>
            <a:pPr algn="ctr">
              <a:spcBef>
                <a:spcPts val="0"/>
              </a:spcBef>
              <a:spcAft>
                <a:spcPts val="0"/>
              </a:spcAft>
            </a:pPr>
            <a:r>
              <a:rPr lang="en-US" b="1" i="0">
                <a:solidFill>
                  <a:srgbClr val="231505"/>
                </a:solidFill>
                <a:latin typeface="Calibri"/>
              </a:rPr>
              <a:t>Health Partners</a:t>
            </a:r>
          </a:p>
        </p:txBody>
      </p:sp>
      <p:sp>
        <p:nvSpPr>
          <p:cNvPr id="64" name="TextBox 63">
            <a:extLst>
              <a:ext uri="{FF2B5EF4-FFF2-40B4-BE49-F238E27FC236}">
                <a16:creationId xmlns:a16="http://schemas.microsoft.com/office/drawing/2014/main" id="{C3313833-6934-4614-C61C-2709BEC7B428}"/>
              </a:ext>
            </a:extLst>
          </p:cNvPr>
          <p:cNvSpPr txBox="1"/>
          <p:nvPr/>
        </p:nvSpPr>
        <p:spPr>
          <a:xfrm>
            <a:off x="3722879" y="4901876"/>
            <a:ext cx="2560320" cy="292608"/>
          </a:xfrm>
          <a:prstGeom prst="rect">
            <a:avLst/>
          </a:prstGeom>
          <a:noFill/>
        </p:spPr>
        <p:txBody>
          <a:bodyPr wrap="square" lIns="0" tIns="0" rIns="0" bIns="0" anchor="t">
            <a:noAutofit/>
          </a:bodyPr>
          <a:lstStyle/>
          <a:p>
            <a:pPr algn="ctr">
              <a:lnSpc>
                <a:spcPct val="110000"/>
              </a:lnSpc>
              <a:spcBef>
                <a:spcPts val="0"/>
              </a:spcBef>
              <a:spcAft>
                <a:spcPts val="0"/>
              </a:spcAft>
            </a:pPr>
            <a:r>
              <a:rPr lang="en-US" sz="1200" b="0" i="0">
                <a:solidFill>
                  <a:srgbClr val="8A7658"/>
                </a:solidFill>
                <a:latin typeface="Calibri"/>
              </a:rPr>
              <a:t>Point solutions (Omada · Maven ·
Headspace · Big Health)</a:t>
            </a:r>
          </a:p>
        </p:txBody>
      </p:sp>
      <p:sp>
        <p:nvSpPr>
          <p:cNvPr id="65" name="Oval 64">
            <a:extLst>
              <a:ext uri="{FF2B5EF4-FFF2-40B4-BE49-F238E27FC236}">
                <a16:creationId xmlns:a16="http://schemas.microsoft.com/office/drawing/2014/main" id="{7EDE2B3A-4A10-46C1-3F26-B875A77042AE}"/>
              </a:ext>
            </a:extLst>
          </p:cNvPr>
          <p:cNvSpPr/>
          <p:nvPr/>
        </p:nvSpPr>
        <p:spPr>
          <a:xfrm>
            <a:off x="7516533" y="4279115"/>
            <a:ext cx="512064" cy="512064"/>
          </a:xfrm>
          <a:prstGeom prst="ellipse">
            <a:avLst/>
          </a:prstGeom>
          <a:solidFill>
            <a:srgbClr val="553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a:p>
        </p:txBody>
      </p:sp>
      <p:sp>
        <p:nvSpPr>
          <p:cNvPr id="66" name="Oval 65">
            <a:extLst>
              <a:ext uri="{FF2B5EF4-FFF2-40B4-BE49-F238E27FC236}">
                <a16:creationId xmlns:a16="http://schemas.microsoft.com/office/drawing/2014/main" id="{D594ECC0-339D-3E46-90C1-11E8D72F7B6D}"/>
              </a:ext>
            </a:extLst>
          </p:cNvPr>
          <p:cNvSpPr/>
          <p:nvPr/>
        </p:nvSpPr>
        <p:spPr>
          <a:xfrm>
            <a:off x="7685514" y="4448096"/>
            <a:ext cx="174102" cy="174102"/>
          </a:xfrm>
          <a:prstGeom prst="ellipse">
            <a:avLst/>
          </a:prstGeom>
          <a:noFill/>
          <a:ln w="222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a:p>
        </p:txBody>
      </p:sp>
      <p:sp>
        <p:nvSpPr>
          <p:cNvPr id="67" name="TextBox 66">
            <a:extLst>
              <a:ext uri="{FF2B5EF4-FFF2-40B4-BE49-F238E27FC236}">
                <a16:creationId xmlns:a16="http://schemas.microsoft.com/office/drawing/2014/main" id="{A7939DFA-589D-C809-52C6-3E805E588351}"/>
              </a:ext>
            </a:extLst>
          </p:cNvPr>
          <p:cNvSpPr txBox="1"/>
          <p:nvPr/>
        </p:nvSpPr>
        <p:spPr>
          <a:xfrm>
            <a:off x="7516533" y="4279115"/>
            <a:ext cx="512064" cy="512064"/>
          </a:xfrm>
          <a:prstGeom prst="rect">
            <a:avLst/>
          </a:prstGeom>
          <a:noFill/>
        </p:spPr>
        <p:txBody>
          <a:bodyPr wrap="square" lIns="0" tIns="0" rIns="0" bIns="0" anchor="ctr">
            <a:noAutofit/>
          </a:bodyPr>
          <a:lstStyle/>
          <a:p>
            <a:pPr algn="ctr">
              <a:spcBef>
                <a:spcPts val="0"/>
              </a:spcBef>
              <a:spcAft>
                <a:spcPts val="0"/>
              </a:spcAft>
            </a:pPr>
            <a:r>
              <a:rPr lang="en-US" sz="1400" b="1" i="0">
                <a:solidFill>
                  <a:srgbClr val="FFFFFF"/>
                </a:solidFill>
                <a:latin typeface="Calibri"/>
              </a:rPr>
              <a:t>o</a:t>
            </a:r>
          </a:p>
        </p:txBody>
      </p:sp>
      <p:sp>
        <p:nvSpPr>
          <p:cNvPr id="68" name="TextBox 67">
            <a:extLst>
              <a:ext uri="{FF2B5EF4-FFF2-40B4-BE49-F238E27FC236}">
                <a16:creationId xmlns:a16="http://schemas.microsoft.com/office/drawing/2014/main" id="{C084215B-E916-E21F-3317-7F36EFE93766}"/>
              </a:ext>
            </a:extLst>
          </p:cNvPr>
          <p:cNvSpPr txBox="1"/>
          <p:nvPr/>
        </p:nvSpPr>
        <p:spPr>
          <a:xfrm>
            <a:off x="6766725" y="4846043"/>
            <a:ext cx="2011680" cy="173736"/>
          </a:xfrm>
          <a:prstGeom prst="rect">
            <a:avLst/>
          </a:prstGeom>
          <a:noFill/>
        </p:spPr>
        <p:txBody>
          <a:bodyPr wrap="square" lIns="0" tIns="0" rIns="0" bIns="0" anchor="ctr">
            <a:noAutofit/>
          </a:bodyPr>
          <a:lstStyle/>
          <a:p>
            <a:pPr algn="ctr">
              <a:spcBef>
                <a:spcPts val="0"/>
              </a:spcBef>
              <a:spcAft>
                <a:spcPts val="0"/>
              </a:spcAft>
            </a:pPr>
            <a:r>
              <a:rPr lang="en-US" b="1" i="0">
                <a:solidFill>
                  <a:srgbClr val="231505"/>
                </a:solidFill>
                <a:latin typeface="Calibri"/>
              </a:rPr>
              <a:t>Oura</a:t>
            </a:r>
          </a:p>
        </p:txBody>
      </p:sp>
      <p:sp>
        <p:nvSpPr>
          <p:cNvPr id="69" name="TextBox 68">
            <a:extLst>
              <a:ext uri="{FF2B5EF4-FFF2-40B4-BE49-F238E27FC236}">
                <a16:creationId xmlns:a16="http://schemas.microsoft.com/office/drawing/2014/main" id="{061834F8-E937-E3FF-999C-0D64E345F110}"/>
              </a:ext>
            </a:extLst>
          </p:cNvPr>
          <p:cNvSpPr txBox="1"/>
          <p:nvPr/>
        </p:nvSpPr>
        <p:spPr>
          <a:xfrm>
            <a:off x="7195900" y="5032154"/>
            <a:ext cx="1454245" cy="718081"/>
          </a:xfrm>
          <a:prstGeom prst="rect">
            <a:avLst/>
          </a:prstGeom>
          <a:noFill/>
        </p:spPr>
        <p:txBody>
          <a:bodyPr wrap="square" lIns="0" tIns="0" rIns="0" bIns="0" anchor="t">
            <a:noAutofit/>
          </a:bodyPr>
          <a:lstStyle/>
          <a:p>
            <a:pPr algn="ctr">
              <a:lnSpc>
                <a:spcPct val="110000"/>
              </a:lnSpc>
              <a:spcBef>
                <a:spcPts val="0"/>
              </a:spcBef>
              <a:spcAft>
                <a:spcPts val="0"/>
              </a:spcAft>
            </a:pPr>
            <a:r>
              <a:rPr lang="en-US" sz="1200" b="0" i="0">
                <a:solidFill>
                  <a:srgbClr val="8A7658"/>
                </a:solidFill>
                <a:latin typeface="Calibri"/>
              </a:rPr>
              <a:t>Ring + membership + engagement
+ intelligence</a:t>
            </a:r>
          </a:p>
        </p:txBody>
      </p:sp>
      <p:sp>
        <p:nvSpPr>
          <p:cNvPr id="70" name="Oval 69">
            <a:extLst>
              <a:ext uri="{FF2B5EF4-FFF2-40B4-BE49-F238E27FC236}">
                <a16:creationId xmlns:a16="http://schemas.microsoft.com/office/drawing/2014/main" id="{EAFB2298-90FE-3F39-0899-1BA7671408CB}"/>
              </a:ext>
            </a:extLst>
          </p:cNvPr>
          <p:cNvSpPr/>
          <p:nvPr/>
        </p:nvSpPr>
        <p:spPr>
          <a:xfrm>
            <a:off x="10411523" y="3638343"/>
            <a:ext cx="493776" cy="493776"/>
          </a:xfrm>
          <a:prstGeom prst="ellipse">
            <a:avLst/>
          </a:prstGeom>
          <a:solidFill>
            <a:srgbClr val="FFFDF8"/>
          </a:solidFill>
          <a:ln w="19050">
            <a:solidFill>
              <a:srgbClr val="D3B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a:p>
        </p:txBody>
      </p:sp>
      <p:sp>
        <p:nvSpPr>
          <p:cNvPr id="71" name="TextBox 70">
            <a:extLst>
              <a:ext uri="{FF2B5EF4-FFF2-40B4-BE49-F238E27FC236}">
                <a16:creationId xmlns:a16="http://schemas.microsoft.com/office/drawing/2014/main" id="{48E5C0C6-48F3-D431-9861-11566B7ED71C}"/>
              </a:ext>
            </a:extLst>
          </p:cNvPr>
          <p:cNvSpPr txBox="1"/>
          <p:nvPr/>
        </p:nvSpPr>
        <p:spPr>
          <a:xfrm>
            <a:off x="10411523" y="3638343"/>
            <a:ext cx="493776" cy="493776"/>
          </a:xfrm>
          <a:prstGeom prst="rect">
            <a:avLst/>
          </a:prstGeom>
          <a:noFill/>
        </p:spPr>
        <p:txBody>
          <a:bodyPr wrap="square" lIns="0" tIns="0" rIns="0" bIns="0" anchor="ctr">
            <a:noAutofit/>
          </a:bodyPr>
          <a:lstStyle/>
          <a:p>
            <a:pPr algn="ctr">
              <a:spcBef>
                <a:spcPts val="0"/>
              </a:spcBef>
              <a:spcAft>
                <a:spcPts val="0"/>
              </a:spcAft>
            </a:pPr>
            <a:r>
              <a:rPr lang="en-US" sz="1600" b="1" i="0">
                <a:solidFill>
                  <a:srgbClr val="5C3717"/>
                </a:solidFill>
                <a:latin typeface="Calibri"/>
              </a:rPr>
              <a:t>NP</a:t>
            </a:r>
          </a:p>
        </p:txBody>
      </p:sp>
      <p:sp>
        <p:nvSpPr>
          <p:cNvPr id="72" name="TextBox 71">
            <a:extLst>
              <a:ext uri="{FF2B5EF4-FFF2-40B4-BE49-F238E27FC236}">
                <a16:creationId xmlns:a16="http://schemas.microsoft.com/office/drawing/2014/main" id="{3C2521D3-42F5-D765-9C55-ABFCA90AA6A9}"/>
              </a:ext>
            </a:extLst>
          </p:cNvPr>
          <p:cNvSpPr txBox="1"/>
          <p:nvPr/>
        </p:nvSpPr>
        <p:spPr>
          <a:xfrm>
            <a:off x="9652571" y="4186983"/>
            <a:ext cx="2011680" cy="173736"/>
          </a:xfrm>
          <a:prstGeom prst="rect">
            <a:avLst/>
          </a:prstGeom>
          <a:noFill/>
        </p:spPr>
        <p:txBody>
          <a:bodyPr wrap="square" lIns="0" tIns="0" rIns="0" bIns="0" anchor="ctr">
            <a:noAutofit/>
          </a:bodyPr>
          <a:lstStyle/>
          <a:p>
            <a:pPr algn="ctr">
              <a:spcBef>
                <a:spcPts val="0"/>
              </a:spcBef>
              <a:spcAft>
                <a:spcPts val="0"/>
              </a:spcAft>
            </a:pPr>
            <a:r>
              <a:rPr lang="en-US" b="1" i="0">
                <a:solidFill>
                  <a:srgbClr val="231505"/>
                </a:solidFill>
                <a:latin typeface="Calibri"/>
              </a:rPr>
              <a:t>Network Providers /</a:t>
            </a:r>
          </a:p>
        </p:txBody>
      </p:sp>
      <p:sp>
        <p:nvSpPr>
          <p:cNvPr id="73" name="TextBox 72">
            <a:extLst>
              <a:ext uri="{FF2B5EF4-FFF2-40B4-BE49-F238E27FC236}">
                <a16:creationId xmlns:a16="http://schemas.microsoft.com/office/drawing/2014/main" id="{F6086096-5D67-F02F-C3E3-9F4D8EC412C0}"/>
              </a:ext>
            </a:extLst>
          </p:cNvPr>
          <p:cNvSpPr txBox="1"/>
          <p:nvPr/>
        </p:nvSpPr>
        <p:spPr>
          <a:xfrm>
            <a:off x="9652571" y="4360719"/>
            <a:ext cx="2011680" cy="173736"/>
          </a:xfrm>
          <a:prstGeom prst="rect">
            <a:avLst/>
          </a:prstGeom>
          <a:noFill/>
        </p:spPr>
        <p:txBody>
          <a:bodyPr wrap="square" lIns="0" tIns="0" rIns="0" bIns="0" anchor="ctr">
            <a:noAutofit/>
          </a:bodyPr>
          <a:lstStyle/>
          <a:p>
            <a:pPr algn="ctr">
              <a:spcBef>
                <a:spcPts val="0"/>
              </a:spcBef>
              <a:spcAft>
                <a:spcPts val="0"/>
              </a:spcAft>
            </a:pPr>
            <a:r>
              <a:rPr lang="en-US" b="1" i="0">
                <a:solidFill>
                  <a:srgbClr val="231505"/>
                </a:solidFill>
                <a:latin typeface="Calibri"/>
              </a:rPr>
              <a:t>Manufacturers</a:t>
            </a:r>
          </a:p>
        </p:txBody>
      </p:sp>
      <p:sp>
        <p:nvSpPr>
          <p:cNvPr id="74" name="TextBox 73">
            <a:extLst>
              <a:ext uri="{FF2B5EF4-FFF2-40B4-BE49-F238E27FC236}">
                <a16:creationId xmlns:a16="http://schemas.microsoft.com/office/drawing/2014/main" id="{766091A9-61B0-E340-5F77-56BDC6A53A49}"/>
              </a:ext>
            </a:extLst>
          </p:cNvPr>
          <p:cNvSpPr txBox="1"/>
          <p:nvPr/>
        </p:nvSpPr>
        <p:spPr>
          <a:xfrm>
            <a:off x="9378251" y="4543599"/>
            <a:ext cx="2560320" cy="438912"/>
          </a:xfrm>
          <a:prstGeom prst="rect">
            <a:avLst/>
          </a:prstGeom>
          <a:noFill/>
        </p:spPr>
        <p:txBody>
          <a:bodyPr wrap="square" lIns="0" tIns="0" rIns="0" bIns="0" anchor="t">
            <a:noAutofit/>
          </a:bodyPr>
          <a:lstStyle/>
          <a:p>
            <a:pPr algn="ctr">
              <a:lnSpc>
                <a:spcPct val="110000"/>
              </a:lnSpc>
              <a:spcBef>
                <a:spcPts val="0"/>
              </a:spcBef>
              <a:spcAft>
                <a:spcPts val="0"/>
              </a:spcAft>
            </a:pPr>
            <a:r>
              <a:rPr lang="en-US" sz="1200" b="0" i="1">
                <a:solidFill>
                  <a:srgbClr val="8A7658"/>
                </a:solidFill>
                <a:latin typeface="Calibri"/>
              </a:rPr>
              <a:t>Doctors, hospitals, labs, pharmacy,
DME. The underlying care-delivery
infrastructure.</a:t>
            </a:r>
          </a:p>
        </p:txBody>
      </p:sp>
      <p:sp>
        <p:nvSpPr>
          <p:cNvPr id="75" name="Oval 74">
            <a:extLst>
              <a:ext uri="{FF2B5EF4-FFF2-40B4-BE49-F238E27FC236}">
                <a16:creationId xmlns:a16="http://schemas.microsoft.com/office/drawing/2014/main" id="{30602031-0811-FFAB-102F-3D77992AB8C8}"/>
              </a:ext>
            </a:extLst>
          </p:cNvPr>
          <p:cNvSpPr/>
          <p:nvPr/>
        </p:nvSpPr>
        <p:spPr>
          <a:xfrm>
            <a:off x="5927140" y="5737860"/>
            <a:ext cx="466344" cy="466344"/>
          </a:xfrm>
          <a:prstGeom prst="ellipse">
            <a:avLst/>
          </a:prstGeom>
          <a:solidFill>
            <a:srgbClr val="FFFDF8"/>
          </a:solidFill>
          <a:ln w="19050">
            <a:solidFill>
              <a:srgbClr val="D3BD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a:p>
        </p:txBody>
      </p:sp>
      <p:sp>
        <p:nvSpPr>
          <p:cNvPr id="76" name="TextBox 75">
            <a:extLst>
              <a:ext uri="{FF2B5EF4-FFF2-40B4-BE49-F238E27FC236}">
                <a16:creationId xmlns:a16="http://schemas.microsoft.com/office/drawing/2014/main" id="{FE10323B-D959-5582-FE2E-B5FDE6815A06}"/>
              </a:ext>
            </a:extLst>
          </p:cNvPr>
          <p:cNvSpPr txBox="1"/>
          <p:nvPr/>
        </p:nvSpPr>
        <p:spPr>
          <a:xfrm>
            <a:off x="5927140" y="5737860"/>
            <a:ext cx="466344" cy="466344"/>
          </a:xfrm>
          <a:prstGeom prst="rect">
            <a:avLst/>
          </a:prstGeom>
          <a:noFill/>
        </p:spPr>
        <p:txBody>
          <a:bodyPr wrap="square" lIns="0" tIns="0" rIns="0" bIns="0" anchor="ctr">
            <a:noAutofit/>
          </a:bodyPr>
          <a:lstStyle/>
          <a:p>
            <a:pPr algn="ctr">
              <a:spcBef>
                <a:spcPts val="0"/>
              </a:spcBef>
              <a:spcAft>
                <a:spcPts val="0"/>
              </a:spcAft>
            </a:pPr>
            <a:r>
              <a:rPr lang="en-US" sz="1600" b="1" i="0">
                <a:solidFill>
                  <a:srgbClr val="5C3717"/>
                </a:solidFill>
                <a:latin typeface="Calibri"/>
              </a:rPr>
              <a:t>👤</a:t>
            </a:r>
          </a:p>
        </p:txBody>
      </p:sp>
      <p:sp>
        <p:nvSpPr>
          <p:cNvPr id="77" name="TextBox 76">
            <a:extLst>
              <a:ext uri="{FF2B5EF4-FFF2-40B4-BE49-F238E27FC236}">
                <a16:creationId xmlns:a16="http://schemas.microsoft.com/office/drawing/2014/main" id="{6E49FC70-BF41-2A93-B22B-CEF73F847A8A}"/>
              </a:ext>
            </a:extLst>
          </p:cNvPr>
          <p:cNvSpPr txBox="1"/>
          <p:nvPr/>
        </p:nvSpPr>
        <p:spPr>
          <a:xfrm>
            <a:off x="5154472" y="6254496"/>
            <a:ext cx="2011680" cy="173736"/>
          </a:xfrm>
          <a:prstGeom prst="rect">
            <a:avLst/>
          </a:prstGeom>
          <a:noFill/>
        </p:spPr>
        <p:txBody>
          <a:bodyPr wrap="square" lIns="0" tIns="0" rIns="0" bIns="0" anchor="ctr">
            <a:noAutofit/>
          </a:bodyPr>
          <a:lstStyle/>
          <a:p>
            <a:pPr algn="ctr">
              <a:spcBef>
                <a:spcPts val="0"/>
              </a:spcBef>
              <a:spcAft>
                <a:spcPts val="0"/>
              </a:spcAft>
            </a:pPr>
            <a:r>
              <a:rPr lang="en-US" b="1" i="0">
                <a:solidFill>
                  <a:srgbClr val="231505"/>
                </a:solidFill>
                <a:latin typeface="Calibri"/>
              </a:rPr>
              <a:t>Consumer</a:t>
            </a:r>
          </a:p>
        </p:txBody>
      </p:sp>
      <p:sp>
        <p:nvSpPr>
          <p:cNvPr id="78" name="TextBox 77">
            <a:extLst>
              <a:ext uri="{FF2B5EF4-FFF2-40B4-BE49-F238E27FC236}">
                <a16:creationId xmlns:a16="http://schemas.microsoft.com/office/drawing/2014/main" id="{09C52222-9553-8A41-7CB0-C83D05253088}"/>
              </a:ext>
            </a:extLst>
          </p:cNvPr>
          <p:cNvSpPr txBox="1"/>
          <p:nvPr/>
        </p:nvSpPr>
        <p:spPr>
          <a:xfrm>
            <a:off x="4209226" y="6428232"/>
            <a:ext cx="3898253" cy="292608"/>
          </a:xfrm>
          <a:prstGeom prst="rect">
            <a:avLst/>
          </a:prstGeom>
          <a:noFill/>
        </p:spPr>
        <p:txBody>
          <a:bodyPr wrap="square" lIns="0" tIns="0" rIns="0" bIns="0" anchor="t">
            <a:noAutofit/>
          </a:bodyPr>
          <a:lstStyle/>
          <a:p>
            <a:pPr algn="ctr">
              <a:lnSpc>
                <a:spcPct val="110000"/>
              </a:lnSpc>
              <a:spcBef>
                <a:spcPts val="0"/>
              </a:spcBef>
              <a:spcAft>
                <a:spcPts val="0"/>
              </a:spcAft>
            </a:pPr>
            <a:r>
              <a:rPr lang="en-US" sz="1200" b="0" i="0">
                <a:solidFill>
                  <a:srgbClr val="8A7658"/>
                </a:solidFill>
                <a:latin typeface="Calibri"/>
              </a:rPr>
              <a:t>Employee / member · uses benefits, pays cost share </a:t>
            </a:r>
          </a:p>
        </p:txBody>
      </p:sp>
      <p:cxnSp>
        <p:nvCxnSpPr>
          <p:cNvPr id="83" name="Straight Arrow Connector 82">
            <a:extLst>
              <a:ext uri="{FF2B5EF4-FFF2-40B4-BE49-F238E27FC236}">
                <a16:creationId xmlns:a16="http://schemas.microsoft.com/office/drawing/2014/main" id="{C4D1A46A-3AB6-C74C-3F96-B1353E7BBD47}"/>
              </a:ext>
            </a:extLst>
          </p:cNvPr>
          <p:cNvCxnSpPr>
            <a:cxnSpLocks/>
            <a:endCxn id="45" idx="1"/>
          </p:cNvCxnSpPr>
          <p:nvPr/>
        </p:nvCxnSpPr>
        <p:spPr>
          <a:xfrm flipV="1">
            <a:off x="6385892" y="2000521"/>
            <a:ext cx="1692045" cy="1086842"/>
          </a:xfrm>
          <a:prstGeom prst="straightConnector1">
            <a:avLst/>
          </a:prstGeom>
          <a:ln w="19050">
            <a:solidFill>
              <a:srgbClr val="B8B0A0"/>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C3D0DCE1-D22A-7563-6973-80EFA1228022}"/>
              </a:ext>
            </a:extLst>
          </p:cNvPr>
          <p:cNvCxnSpPr>
            <a:cxnSpLocks/>
            <a:endCxn id="67" idx="1"/>
          </p:cNvCxnSpPr>
          <p:nvPr/>
        </p:nvCxnSpPr>
        <p:spPr>
          <a:xfrm flipV="1">
            <a:off x="6313200" y="4535147"/>
            <a:ext cx="1203333" cy="1168882"/>
          </a:xfrm>
          <a:prstGeom prst="straightConnector1">
            <a:avLst/>
          </a:prstGeom>
          <a:ln w="19050">
            <a:solidFill>
              <a:srgbClr val="B8B0A0"/>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B9D58B62-2B00-683E-E76B-BF82A6328E31}"/>
              </a:ext>
            </a:extLst>
          </p:cNvPr>
          <p:cNvCxnSpPr>
            <a:cxnSpLocks/>
            <a:endCxn id="76" idx="1"/>
          </p:cNvCxnSpPr>
          <p:nvPr/>
        </p:nvCxnSpPr>
        <p:spPr>
          <a:xfrm>
            <a:off x="2338883" y="4672584"/>
            <a:ext cx="3588257" cy="1298448"/>
          </a:xfrm>
          <a:prstGeom prst="straightConnector1">
            <a:avLst/>
          </a:prstGeom>
          <a:ln w="19050">
            <a:solidFill>
              <a:srgbClr val="B8B0A0"/>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6462255"/>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0B673-43AD-6EFB-4D90-155E849673BD}"/>
            </a:ext>
          </a:extLst>
        </p:cNvPr>
        <p:cNvGrpSpPr/>
        <p:nvPr/>
      </p:nvGrpSpPr>
      <p:grpSpPr>
        <a:xfrm>
          <a:off x="0" y="0"/>
          <a:ext cx="0" cy="0"/>
          <a:chOff x="0" y="0"/>
          <a:chExt cx="0" cy="0"/>
        </a:xfrm>
      </p:grpSpPr>
      <p:sp>
        <p:nvSpPr>
          <p:cNvPr id="48" name="Title 47">
            <a:extLst>
              <a:ext uri="{FF2B5EF4-FFF2-40B4-BE49-F238E27FC236}">
                <a16:creationId xmlns:a16="http://schemas.microsoft.com/office/drawing/2014/main" id="{B05436CD-0AB5-B402-A7C7-C711EB181878}"/>
              </a:ext>
            </a:extLst>
          </p:cNvPr>
          <p:cNvSpPr>
            <a:spLocks noGrp="1"/>
          </p:cNvSpPr>
          <p:nvPr>
            <p:ph type="title"/>
          </p:nvPr>
        </p:nvSpPr>
        <p:spPr>
          <a:xfrm>
            <a:off x="378135" y="506431"/>
            <a:ext cx="11560436" cy="364766"/>
          </a:xfrm>
        </p:spPr>
        <p:txBody>
          <a:bodyPr anchor="ctr"/>
          <a:lstStyle/>
          <a:p>
            <a:r>
              <a:rPr lang="en-US">
                <a:latin typeface="Open Sans Light" panose="020B0306030504020204" pitchFamily="34" charset="0"/>
                <a:ea typeface="Open Sans Light" panose="020B0306030504020204" pitchFamily="34" charset="0"/>
                <a:cs typeface="Open Sans Light" panose="020B0306030504020204" pitchFamily="34" charset="0"/>
              </a:rPr>
              <a:t>Structural Barriers Stand Between New Entrants and Employer Contracts</a:t>
            </a:r>
          </a:p>
        </p:txBody>
      </p:sp>
      <p:sp>
        <p:nvSpPr>
          <p:cNvPr id="49" name="Text Placeholder 48">
            <a:extLst>
              <a:ext uri="{FF2B5EF4-FFF2-40B4-BE49-F238E27FC236}">
                <a16:creationId xmlns:a16="http://schemas.microsoft.com/office/drawing/2014/main" id="{8D085624-E5CC-CB37-464A-B4B7718F0E7A}"/>
              </a:ext>
            </a:extLst>
          </p:cNvPr>
          <p:cNvSpPr>
            <a:spLocks noGrp="1"/>
          </p:cNvSpPr>
          <p:nvPr>
            <p:ph type="body" sz="quarter" idx="15"/>
          </p:nvPr>
        </p:nvSpPr>
        <p:spPr/>
        <p:txBody>
          <a:bodyPr/>
          <a:lstStyle/>
          <a:p>
            <a:r>
              <a:rPr lang="en-US">
                <a:latin typeface="Open Sans Light" panose="020B0306030504020204" pitchFamily="34" charset="0"/>
                <a:ea typeface="Open Sans Light" panose="020B0306030504020204" pitchFamily="34" charset="0"/>
                <a:cs typeface="Open Sans Light" panose="020B0306030504020204" pitchFamily="34" charset="0"/>
              </a:rPr>
              <a:t>6. BARRIERS &amp; BUYING PATHWAY</a:t>
            </a:r>
          </a:p>
        </p:txBody>
      </p:sp>
      <p:cxnSp>
        <p:nvCxnSpPr>
          <p:cNvPr id="51" name="Straight Connector 50">
            <a:extLst>
              <a:ext uri="{FF2B5EF4-FFF2-40B4-BE49-F238E27FC236}">
                <a16:creationId xmlns:a16="http://schemas.microsoft.com/office/drawing/2014/main" id="{5E97F2BD-5421-D97A-6774-85B6FEBAF4C7}"/>
              </a:ext>
            </a:extLst>
          </p:cNvPr>
          <p:cNvCxnSpPr>
            <a:cxnSpLocks/>
          </p:cNvCxnSpPr>
          <p:nvPr/>
        </p:nvCxnSpPr>
        <p:spPr>
          <a:xfrm>
            <a:off x="384490" y="421894"/>
            <a:ext cx="1137684" cy="0"/>
          </a:xfrm>
          <a:prstGeom prst="line">
            <a:avLst/>
          </a:prstGeom>
          <a:ln w="60325">
            <a:solidFill>
              <a:schemeClr val="accent4">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92" name="TextBox 91">
            <a:extLst>
              <a:ext uri="{FF2B5EF4-FFF2-40B4-BE49-F238E27FC236}">
                <a16:creationId xmlns:a16="http://schemas.microsoft.com/office/drawing/2014/main" id="{646E059F-A579-8A37-08DF-EC3D2146AB2E}"/>
              </a:ext>
            </a:extLst>
          </p:cNvPr>
          <p:cNvSpPr txBox="1"/>
          <p:nvPr/>
        </p:nvSpPr>
        <p:spPr>
          <a:xfrm>
            <a:off x="386080" y="6444759"/>
            <a:ext cx="11027664" cy="182880"/>
          </a:xfrm>
          <a:prstGeom prst="rect">
            <a:avLst/>
          </a:prstGeom>
          <a:noFill/>
        </p:spPr>
        <p:txBody>
          <a:bodyPr wrap="square" lIns="0" tIns="0" rIns="0" bIns="0" anchor="ctr">
            <a:noAutofit/>
          </a:bodyPr>
          <a:lstStyle/>
          <a:p>
            <a:r>
              <a:rPr lang="en-US" sz="800" b="1">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Sources: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[6] Accolade, FY2024 Form 10-K</a:t>
            </a:r>
            <a:r>
              <a:rPr lang="en-US" sz="800">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[17] HHS, HIPAA Business Associates guidance</a:t>
            </a:r>
            <a:r>
              <a:rPr lang="en-US" sz="800">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[18] CMS, Interoperability and Prior Authorization Final Rule</a:t>
            </a:r>
          </a:p>
        </p:txBody>
      </p:sp>
      <p:sp>
        <p:nvSpPr>
          <p:cNvPr id="7" name="Rounded Rectangle 5">
            <a:extLst>
              <a:ext uri="{FF2B5EF4-FFF2-40B4-BE49-F238E27FC236}">
                <a16:creationId xmlns:a16="http://schemas.microsoft.com/office/drawing/2014/main" id="{C2749DC0-387F-7BE1-790C-DF2F91369BC0}"/>
              </a:ext>
            </a:extLst>
          </p:cNvPr>
          <p:cNvSpPr/>
          <p:nvPr/>
        </p:nvSpPr>
        <p:spPr>
          <a:xfrm>
            <a:off x="374325" y="1355913"/>
            <a:ext cx="3564927" cy="1983963"/>
          </a:xfrm>
          <a:prstGeom prst="roundRect">
            <a:avLst/>
          </a:prstGeom>
          <a:solidFill>
            <a:srgbClr val="FFFDF8"/>
          </a:solidFill>
          <a:ln w="12700">
            <a:solidFill>
              <a:srgbClr val="F4E9D3"/>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6">
            <a:extLst>
              <a:ext uri="{FF2B5EF4-FFF2-40B4-BE49-F238E27FC236}">
                <a16:creationId xmlns:a16="http://schemas.microsoft.com/office/drawing/2014/main" id="{56C2FD96-D3F6-F65B-1688-204DF46F46A8}"/>
              </a:ext>
            </a:extLst>
          </p:cNvPr>
          <p:cNvSpPr/>
          <p:nvPr/>
        </p:nvSpPr>
        <p:spPr>
          <a:xfrm>
            <a:off x="575493" y="1667381"/>
            <a:ext cx="90342" cy="90342"/>
          </a:xfrm>
          <a:prstGeom prst="roundRect">
            <a:avLst/>
          </a:prstGeom>
          <a:noFill/>
          <a:ln w="15875">
            <a:solidFill>
              <a:srgbClr val="3D4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7">
            <a:extLst>
              <a:ext uri="{FF2B5EF4-FFF2-40B4-BE49-F238E27FC236}">
                <a16:creationId xmlns:a16="http://schemas.microsoft.com/office/drawing/2014/main" id="{D4E3023B-D080-CA7B-F6CC-4E6821DCC48F}"/>
              </a:ext>
            </a:extLst>
          </p:cNvPr>
          <p:cNvSpPr/>
          <p:nvPr/>
        </p:nvSpPr>
        <p:spPr>
          <a:xfrm>
            <a:off x="722894" y="1791008"/>
            <a:ext cx="90342" cy="90342"/>
          </a:xfrm>
          <a:prstGeom prst="roundRect">
            <a:avLst/>
          </a:prstGeom>
          <a:noFill/>
          <a:ln w="15875">
            <a:solidFill>
              <a:srgbClr val="3D4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8">
            <a:extLst>
              <a:ext uri="{FF2B5EF4-FFF2-40B4-BE49-F238E27FC236}">
                <a16:creationId xmlns:a16="http://schemas.microsoft.com/office/drawing/2014/main" id="{109B58E7-8E9F-495C-A0C6-B86B9DE39F87}"/>
              </a:ext>
            </a:extLst>
          </p:cNvPr>
          <p:cNvCxnSpPr>
            <a:cxnSpLocks/>
          </p:cNvCxnSpPr>
          <p:nvPr/>
        </p:nvCxnSpPr>
        <p:spPr>
          <a:xfrm>
            <a:off x="656801" y="1736802"/>
            <a:ext cx="75127" cy="75127"/>
          </a:xfrm>
          <a:prstGeom prst="line">
            <a:avLst/>
          </a:prstGeom>
          <a:ln w="15875">
            <a:solidFill>
              <a:srgbClr val="3D4F8F"/>
            </a:solidFill>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27E0AF93-8B4D-E837-88FA-DAB5F1982F46}"/>
              </a:ext>
            </a:extLst>
          </p:cNvPr>
          <p:cNvSpPr txBox="1"/>
          <p:nvPr/>
        </p:nvSpPr>
        <p:spPr>
          <a:xfrm>
            <a:off x="959541" y="1618918"/>
            <a:ext cx="2877312" cy="274320"/>
          </a:xfrm>
          <a:prstGeom prst="rect">
            <a:avLst/>
          </a:prstGeom>
          <a:noFill/>
        </p:spPr>
        <p:txBody>
          <a:bodyPr wrap="square" lIns="0" tIns="0" rIns="0" bIns="0" anchor="ctr">
            <a:noAutofit/>
          </a:bodyPr>
          <a:lstStyle/>
          <a:p>
            <a:pPr algn="l">
              <a:spcBef>
                <a:spcPts val="0"/>
              </a:spcBef>
              <a:spcAft>
                <a:spcPts val="0"/>
              </a:spcAft>
            </a:pPr>
            <a:r>
              <a:rPr lang="en-US" b="1" i="0">
                <a:solidFill>
                  <a:srgbClr val="231505"/>
                </a:solidFill>
                <a:latin typeface="Calibri"/>
              </a:rPr>
              <a:t>Data and Integration</a:t>
            </a:r>
          </a:p>
        </p:txBody>
      </p:sp>
      <p:sp>
        <p:nvSpPr>
          <p:cNvPr id="17" name="TextBox 16">
            <a:extLst>
              <a:ext uri="{FF2B5EF4-FFF2-40B4-BE49-F238E27FC236}">
                <a16:creationId xmlns:a16="http://schemas.microsoft.com/office/drawing/2014/main" id="{94B7F92F-FDE8-10BA-F31A-805879609385}"/>
              </a:ext>
            </a:extLst>
          </p:cNvPr>
          <p:cNvSpPr txBox="1"/>
          <p:nvPr/>
        </p:nvSpPr>
        <p:spPr>
          <a:xfrm>
            <a:off x="575493" y="1948102"/>
            <a:ext cx="3243072" cy="1202714"/>
          </a:xfrm>
          <a:prstGeom prst="rect">
            <a:avLst/>
          </a:prstGeom>
          <a:noFill/>
        </p:spPr>
        <p:txBody>
          <a:bodyPr wrap="square" lIns="0" tIns="0" rIns="0" bIns="0" anchor="t">
            <a:noAutofit/>
          </a:bodyPr>
          <a:lstStyle/>
          <a:p>
            <a:pPr algn="l">
              <a:lnSpc>
                <a:spcPct val="120000"/>
              </a:lnSpc>
              <a:spcBef>
                <a:spcPts val="0"/>
              </a:spcBef>
              <a:spcAft>
                <a:spcPts val="0"/>
              </a:spcAft>
            </a:pPr>
            <a:r>
              <a:rPr lang="en-US" sz="1600" b="0" i="0">
                <a:solidFill>
                  <a:srgbClr val="4D3A24"/>
                </a:solidFill>
                <a:latin typeface="Calibri"/>
              </a:rPr>
              <a:t>Requires eligibility, benefit, claims, pharmacy and clinical data. Needs proven integrations and an implementation team.</a:t>
            </a:r>
          </a:p>
        </p:txBody>
      </p:sp>
      <p:sp>
        <p:nvSpPr>
          <p:cNvPr id="19" name="Rounded Rectangle 11">
            <a:extLst>
              <a:ext uri="{FF2B5EF4-FFF2-40B4-BE49-F238E27FC236}">
                <a16:creationId xmlns:a16="http://schemas.microsoft.com/office/drawing/2014/main" id="{54E46E92-DDE0-0CD3-BE94-909F66F65571}"/>
              </a:ext>
            </a:extLst>
          </p:cNvPr>
          <p:cNvSpPr/>
          <p:nvPr/>
        </p:nvSpPr>
        <p:spPr>
          <a:xfrm>
            <a:off x="4225473" y="1355913"/>
            <a:ext cx="3564927" cy="1983963"/>
          </a:xfrm>
          <a:prstGeom prst="roundRect">
            <a:avLst/>
          </a:prstGeom>
          <a:solidFill>
            <a:srgbClr val="FFFDF8"/>
          </a:solidFill>
          <a:ln w="12700">
            <a:solidFill>
              <a:srgbClr val="F4E9D3"/>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12">
            <a:extLst>
              <a:ext uri="{FF2B5EF4-FFF2-40B4-BE49-F238E27FC236}">
                <a16:creationId xmlns:a16="http://schemas.microsoft.com/office/drawing/2014/main" id="{9147AEAB-D6C9-823E-E15E-81BEFD353920}"/>
              </a:ext>
            </a:extLst>
          </p:cNvPr>
          <p:cNvSpPr/>
          <p:nvPr/>
        </p:nvSpPr>
        <p:spPr>
          <a:xfrm>
            <a:off x="4462302" y="1762478"/>
            <a:ext cx="166420" cy="118872"/>
          </a:xfrm>
          <a:prstGeom prst="roundRect">
            <a:avLst/>
          </a:prstGeom>
          <a:noFill/>
          <a:ln w="15875">
            <a:solidFill>
              <a:srgbClr val="3D4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Arc 22">
            <a:extLst>
              <a:ext uri="{FF2B5EF4-FFF2-40B4-BE49-F238E27FC236}">
                <a16:creationId xmlns:a16="http://schemas.microsoft.com/office/drawing/2014/main" id="{B59E3907-A43B-9F2B-8221-70ACAB4BB41C}"/>
              </a:ext>
            </a:extLst>
          </p:cNvPr>
          <p:cNvSpPr/>
          <p:nvPr/>
        </p:nvSpPr>
        <p:spPr>
          <a:xfrm>
            <a:off x="4478944" y="1655494"/>
            <a:ext cx="133136" cy="147401"/>
          </a:xfrm>
          <a:prstGeom prst="arc">
            <a:avLst/>
          </a:prstGeom>
          <a:noFill/>
          <a:ln w="15875">
            <a:solidFill>
              <a:srgbClr val="3D4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CB98F35B-688D-D44C-5BD1-2BFAB27EA713}"/>
              </a:ext>
            </a:extLst>
          </p:cNvPr>
          <p:cNvSpPr txBox="1"/>
          <p:nvPr/>
        </p:nvSpPr>
        <p:spPr>
          <a:xfrm>
            <a:off x="4810689" y="1618918"/>
            <a:ext cx="2877312" cy="274320"/>
          </a:xfrm>
          <a:prstGeom prst="rect">
            <a:avLst/>
          </a:prstGeom>
          <a:noFill/>
        </p:spPr>
        <p:txBody>
          <a:bodyPr wrap="square" lIns="0" tIns="0" rIns="0" bIns="0" anchor="ctr">
            <a:noAutofit/>
          </a:bodyPr>
          <a:lstStyle/>
          <a:p>
            <a:pPr algn="l">
              <a:spcBef>
                <a:spcPts val="0"/>
              </a:spcBef>
              <a:spcAft>
                <a:spcPts val="0"/>
              </a:spcAft>
            </a:pPr>
            <a:r>
              <a:rPr lang="en-US" b="1" i="0">
                <a:solidFill>
                  <a:srgbClr val="231505"/>
                </a:solidFill>
                <a:latin typeface="Calibri"/>
              </a:rPr>
              <a:t>Privacy and Security</a:t>
            </a:r>
          </a:p>
        </p:txBody>
      </p:sp>
      <p:sp>
        <p:nvSpPr>
          <p:cNvPr id="27" name="TextBox 26">
            <a:extLst>
              <a:ext uri="{FF2B5EF4-FFF2-40B4-BE49-F238E27FC236}">
                <a16:creationId xmlns:a16="http://schemas.microsoft.com/office/drawing/2014/main" id="{3685B14F-BFC9-051A-8CC6-D7CAC1BCC443}"/>
              </a:ext>
            </a:extLst>
          </p:cNvPr>
          <p:cNvSpPr txBox="1"/>
          <p:nvPr/>
        </p:nvSpPr>
        <p:spPr>
          <a:xfrm>
            <a:off x="4426641" y="1948102"/>
            <a:ext cx="3243072" cy="1202714"/>
          </a:xfrm>
          <a:prstGeom prst="rect">
            <a:avLst/>
          </a:prstGeom>
          <a:noFill/>
        </p:spPr>
        <p:txBody>
          <a:bodyPr wrap="square" lIns="0" tIns="0" rIns="0" bIns="0" anchor="t">
            <a:noAutofit/>
          </a:bodyPr>
          <a:lstStyle/>
          <a:p>
            <a:pPr algn="l">
              <a:lnSpc>
                <a:spcPct val="120000"/>
              </a:lnSpc>
              <a:spcBef>
                <a:spcPts val="0"/>
              </a:spcBef>
              <a:spcAft>
                <a:spcPts val="0"/>
              </a:spcAft>
            </a:pPr>
            <a:r>
              <a:rPr lang="en-US" sz="1600" b="0" i="0">
                <a:solidFill>
                  <a:srgbClr val="4D3A24"/>
                </a:solidFill>
                <a:latin typeface="Calibri"/>
              </a:rPr>
              <a:t>PHI handling can create business-associate obligations. Needs BAAs, security controls and audit readiness.</a:t>
            </a:r>
          </a:p>
        </p:txBody>
      </p:sp>
      <p:sp>
        <p:nvSpPr>
          <p:cNvPr id="29" name="Rounded Rectangle 16">
            <a:extLst>
              <a:ext uri="{FF2B5EF4-FFF2-40B4-BE49-F238E27FC236}">
                <a16:creationId xmlns:a16="http://schemas.microsoft.com/office/drawing/2014/main" id="{23317AE2-0BAD-72F9-5C3F-5039ECA81645}"/>
              </a:ext>
            </a:extLst>
          </p:cNvPr>
          <p:cNvSpPr/>
          <p:nvPr/>
        </p:nvSpPr>
        <p:spPr>
          <a:xfrm>
            <a:off x="8076621" y="1355913"/>
            <a:ext cx="3564927" cy="1983963"/>
          </a:xfrm>
          <a:prstGeom prst="roundRect">
            <a:avLst/>
          </a:prstGeom>
          <a:solidFill>
            <a:srgbClr val="FFFDF8"/>
          </a:solidFill>
          <a:ln w="12700">
            <a:solidFill>
              <a:srgbClr val="F4E9D3"/>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gular Pentagon 17">
            <a:extLst>
              <a:ext uri="{FF2B5EF4-FFF2-40B4-BE49-F238E27FC236}">
                <a16:creationId xmlns:a16="http://schemas.microsoft.com/office/drawing/2014/main" id="{873A31E6-4EFC-FC42-5763-080C8B067E36}"/>
              </a:ext>
            </a:extLst>
          </p:cNvPr>
          <p:cNvSpPr/>
          <p:nvPr/>
        </p:nvSpPr>
        <p:spPr>
          <a:xfrm rot="10800000">
            <a:off x="8277789" y="1655494"/>
            <a:ext cx="237744" cy="237744"/>
          </a:xfrm>
          <a:prstGeom prst="pentagon">
            <a:avLst/>
          </a:prstGeom>
          <a:noFill/>
          <a:ln w="15875">
            <a:solidFill>
              <a:srgbClr val="3D4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1D3E3C60-EEB8-94A0-98BC-58FF5A829896}"/>
              </a:ext>
            </a:extLst>
          </p:cNvPr>
          <p:cNvSpPr txBox="1"/>
          <p:nvPr/>
        </p:nvSpPr>
        <p:spPr>
          <a:xfrm>
            <a:off x="8661837" y="1618918"/>
            <a:ext cx="2877312" cy="274320"/>
          </a:xfrm>
          <a:prstGeom prst="rect">
            <a:avLst/>
          </a:prstGeom>
          <a:noFill/>
        </p:spPr>
        <p:txBody>
          <a:bodyPr wrap="square" lIns="0" tIns="0" rIns="0" bIns="0" anchor="ctr">
            <a:noAutofit/>
          </a:bodyPr>
          <a:lstStyle/>
          <a:p>
            <a:pPr algn="l">
              <a:spcBef>
                <a:spcPts val="0"/>
              </a:spcBef>
              <a:spcAft>
                <a:spcPts val="0"/>
              </a:spcAft>
            </a:pPr>
            <a:r>
              <a:rPr lang="en-US" b="1" i="0">
                <a:solidFill>
                  <a:srgbClr val="231505"/>
                </a:solidFill>
                <a:latin typeface="Calibri"/>
              </a:rPr>
              <a:t>Clinical Governance</a:t>
            </a:r>
          </a:p>
        </p:txBody>
      </p:sp>
      <p:sp>
        <p:nvSpPr>
          <p:cNvPr id="35" name="TextBox 34">
            <a:extLst>
              <a:ext uri="{FF2B5EF4-FFF2-40B4-BE49-F238E27FC236}">
                <a16:creationId xmlns:a16="http://schemas.microsoft.com/office/drawing/2014/main" id="{88B1A3DD-7FAD-C625-AF0D-9D0E6E6F26AB}"/>
              </a:ext>
            </a:extLst>
          </p:cNvPr>
          <p:cNvSpPr txBox="1"/>
          <p:nvPr/>
        </p:nvSpPr>
        <p:spPr>
          <a:xfrm>
            <a:off x="8277789" y="1948102"/>
            <a:ext cx="3243072" cy="1202714"/>
          </a:xfrm>
          <a:prstGeom prst="rect">
            <a:avLst/>
          </a:prstGeom>
          <a:noFill/>
        </p:spPr>
        <p:txBody>
          <a:bodyPr wrap="square" lIns="0" tIns="0" rIns="0" bIns="0" anchor="t">
            <a:noAutofit/>
          </a:bodyPr>
          <a:lstStyle/>
          <a:p>
            <a:pPr algn="l">
              <a:lnSpc>
                <a:spcPct val="120000"/>
              </a:lnSpc>
              <a:spcBef>
                <a:spcPts val="0"/>
              </a:spcBef>
              <a:spcAft>
                <a:spcPts val="0"/>
              </a:spcAft>
            </a:pPr>
            <a:r>
              <a:rPr lang="en-US" sz="1600" b="0" i="0">
                <a:solidFill>
                  <a:srgbClr val="4D3A24"/>
                </a:solidFill>
                <a:latin typeface="Calibri"/>
              </a:rPr>
              <a:t>Recommendations and escalation create liability exposure. Needs protocols and licensed clinical leadership.</a:t>
            </a:r>
          </a:p>
        </p:txBody>
      </p:sp>
      <p:sp>
        <p:nvSpPr>
          <p:cNvPr id="37" name="Rounded Rectangle 20">
            <a:extLst>
              <a:ext uri="{FF2B5EF4-FFF2-40B4-BE49-F238E27FC236}">
                <a16:creationId xmlns:a16="http://schemas.microsoft.com/office/drawing/2014/main" id="{D76015F7-03F3-2B76-EE26-38DF7D97A15D}"/>
              </a:ext>
            </a:extLst>
          </p:cNvPr>
          <p:cNvSpPr/>
          <p:nvPr/>
        </p:nvSpPr>
        <p:spPr>
          <a:xfrm>
            <a:off x="374325" y="3651344"/>
            <a:ext cx="3564927" cy="1983963"/>
          </a:xfrm>
          <a:prstGeom prst="roundRect">
            <a:avLst/>
          </a:prstGeom>
          <a:solidFill>
            <a:srgbClr val="FFFDF8"/>
          </a:solidFill>
          <a:ln w="12700">
            <a:solidFill>
              <a:srgbClr val="F4E9D3"/>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9" name="Connector 21">
            <a:extLst>
              <a:ext uri="{FF2B5EF4-FFF2-40B4-BE49-F238E27FC236}">
                <a16:creationId xmlns:a16="http://schemas.microsoft.com/office/drawing/2014/main" id="{CB3859EE-802E-28E4-3C3A-B5496FA869C5}"/>
              </a:ext>
            </a:extLst>
          </p:cNvPr>
          <p:cNvCxnSpPr/>
          <p:nvPr/>
        </p:nvCxnSpPr>
        <p:spPr>
          <a:xfrm>
            <a:off x="594513" y="4216153"/>
            <a:ext cx="111739" cy="0"/>
          </a:xfrm>
          <a:prstGeom prst="line">
            <a:avLst/>
          </a:prstGeom>
          <a:ln w="15875">
            <a:solidFill>
              <a:srgbClr val="3D4F8F"/>
            </a:solidFill>
          </a:ln>
          <a:effectLst/>
        </p:spPr>
        <p:style>
          <a:lnRef idx="2">
            <a:schemeClr val="accent1"/>
          </a:lnRef>
          <a:fillRef idx="0">
            <a:schemeClr val="accent1"/>
          </a:fillRef>
          <a:effectRef idx="1">
            <a:schemeClr val="accent1"/>
          </a:effectRef>
          <a:fontRef idx="minor">
            <a:schemeClr val="tx1"/>
          </a:fontRef>
        </p:style>
      </p:cxnSp>
      <p:cxnSp>
        <p:nvCxnSpPr>
          <p:cNvPr id="41" name="Connector 22">
            <a:extLst>
              <a:ext uri="{FF2B5EF4-FFF2-40B4-BE49-F238E27FC236}">
                <a16:creationId xmlns:a16="http://schemas.microsoft.com/office/drawing/2014/main" id="{0D6084E8-BC60-D2B8-546C-4872D041A492}"/>
              </a:ext>
            </a:extLst>
          </p:cNvPr>
          <p:cNvCxnSpPr/>
          <p:nvPr/>
        </p:nvCxnSpPr>
        <p:spPr>
          <a:xfrm flipV="1">
            <a:off x="706252" y="4061620"/>
            <a:ext cx="83211" cy="154533"/>
          </a:xfrm>
          <a:prstGeom prst="line">
            <a:avLst/>
          </a:prstGeom>
          <a:ln w="15875">
            <a:solidFill>
              <a:srgbClr val="3D4F8F"/>
            </a:solidFill>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495F60F6-A275-647E-4122-3371F2EF6805}"/>
              </a:ext>
            </a:extLst>
          </p:cNvPr>
          <p:cNvSpPr/>
          <p:nvPr/>
        </p:nvSpPr>
        <p:spPr>
          <a:xfrm>
            <a:off x="581437" y="4203077"/>
            <a:ext cx="26151" cy="26151"/>
          </a:xfrm>
          <a:prstGeom prst="ellipse">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a:extLst>
              <a:ext uri="{FF2B5EF4-FFF2-40B4-BE49-F238E27FC236}">
                <a16:creationId xmlns:a16="http://schemas.microsoft.com/office/drawing/2014/main" id="{18EC0D02-16A6-C748-225E-BF38C30F30C2}"/>
              </a:ext>
            </a:extLst>
          </p:cNvPr>
          <p:cNvSpPr/>
          <p:nvPr/>
        </p:nvSpPr>
        <p:spPr>
          <a:xfrm>
            <a:off x="776387" y="4048545"/>
            <a:ext cx="26151" cy="26151"/>
          </a:xfrm>
          <a:prstGeom prst="ellipse">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7CED4023-A2B6-FCBD-5C70-6847517F3CB1}"/>
              </a:ext>
            </a:extLst>
          </p:cNvPr>
          <p:cNvSpPr txBox="1"/>
          <p:nvPr/>
        </p:nvSpPr>
        <p:spPr>
          <a:xfrm>
            <a:off x="959541" y="3977495"/>
            <a:ext cx="2877312" cy="274320"/>
          </a:xfrm>
          <a:prstGeom prst="rect">
            <a:avLst/>
          </a:prstGeom>
          <a:noFill/>
        </p:spPr>
        <p:txBody>
          <a:bodyPr wrap="square" lIns="0" tIns="0" rIns="0" bIns="0" anchor="ctr">
            <a:noAutofit/>
          </a:bodyPr>
          <a:lstStyle/>
          <a:p>
            <a:pPr algn="l">
              <a:spcBef>
                <a:spcPts val="0"/>
              </a:spcBef>
              <a:spcAft>
                <a:spcPts val="0"/>
              </a:spcAft>
            </a:pPr>
            <a:r>
              <a:rPr lang="en-US" b="1" i="0">
                <a:solidFill>
                  <a:srgbClr val="231505"/>
                </a:solidFill>
                <a:latin typeface="Calibri"/>
              </a:rPr>
              <a:t>Provider Execution</a:t>
            </a:r>
          </a:p>
        </p:txBody>
      </p:sp>
      <p:sp>
        <p:nvSpPr>
          <p:cNvPr id="45" name="TextBox 44">
            <a:extLst>
              <a:ext uri="{FF2B5EF4-FFF2-40B4-BE49-F238E27FC236}">
                <a16:creationId xmlns:a16="http://schemas.microsoft.com/office/drawing/2014/main" id="{02D5A036-7F8C-0A6A-CE98-F2A0B25A9E90}"/>
              </a:ext>
            </a:extLst>
          </p:cNvPr>
          <p:cNvSpPr txBox="1"/>
          <p:nvPr/>
        </p:nvSpPr>
        <p:spPr>
          <a:xfrm>
            <a:off x="575493" y="4306679"/>
            <a:ext cx="3243072" cy="1202714"/>
          </a:xfrm>
          <a:prstGeom prst="rect">
            <a:avLst/>
          </a:prstGeom>
          <a:noFill/>
        </p:spPr>
        <p:txBody>
          <a:bodyPr wrap="square" lIns="0" tIns="0" rIns="0" bIns="0" anchor="t">
            <a:noAutofit/>
          </a:bodyPr>
          <a:lstStyle/>
          <a:p>
            <a:pPr algn="l">
              <a:lnSpc>
                <a:spcPct val="120000"/>
              </a:lnSpc>
              <a:spcBef>
                <a:spcPts val="0"/>
              </a:spcBef>
              <a:spcAft>
                <a:spcPts val="0"/>
              </a:spcAft>
            </a:pPr>
            <a:r>
              <a:rPr lang="en-US" sz="1600" b="0" i="0">
                <a:solidFill>
                  <a:srgbClr val="4D3A24"/>
                </a:solidFill>
                <a:latin typeface="Calibri"/>
              </a:rPr>
              <a:t>A recommendation only creates value if care is schedulable. Needs provider/network partnerships.</a:t>
            </a:r>
          </a:p>
        </p:txBody>
      </p:sp>
      <p:sp>
        <p:nvSpPr>
          <p:cNvPr id="46" name="Rounded Rectangle 27">
            <a:extLst>
              <a:ext uri="{FF2B5EF4-FFF2-40B4-BE49-F238E27FC236}">
                <a16:creationId xmlns:a16="http://schemas.microsoft.com/office/drawing/2014/main" id="{B0AC5061-DD47-438B-7529-FD12C34A1616}"/>
              </a:ext>
            </a:extLst>
          </p:cNvPr>
          <p:cNvSpPr/>
          <p:nvPr/>
        </p:nvSpPr>
        <p:spPr>
          <a:xfrm>
            <a:off x="4225473" y="3651344"/>
            <a:ext cx="3564927" cy="1983963"/>
          </a:xfrm>
          <a:prstGeom prst="roundRect">
            <a:avLst/>
          </a:prstGeom>
          <a:solidFill>
            <a:srgbClr val="FFFDF8"/>
          </a:solidFill>
          <a:ln w="12700">
            <a:solidFill>
              <a:srgbClr val="F4E9D3"/>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Isosceles Triangle 46">
            <a:extLst>
              <a:ext uri="{FF2B5EF4-FFF2-40B4-BE49-F238E27FC236}">
                <a16:creationId xmlns:a16="http://schemas.microsoft.com/office/drawing/2014/main" id="{C9554CAE-2038-20D0-8781-D9B4F0745F11}"/>
              </a:ext>
            </a:extLst>
          </p:cNvPr>
          <p:cNvSpPr/>
          <p:nvPr/>
        </p:nvSpPr>
        <p:spPr>
          <a:xfrm rot="5400000">
            <a:off x="4426641" y="4066374"/>
            <a:ext cx="99852" cy="133136"/>
          </a:xfrm>
          <a:prstGeom prst="triangle">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Block Arc 49">
            <a:extLst>
              <a:ext uri="{FF2B5EF4-FFF2-40B4-BE49-F238E27FC236}">
                <a16:creationId xmlns:a16="http://schemas.microsoft.com/office/drawing/2014/main" id="{EC780B5E-EB19-C547-0B1E-4F894BF2008A}"/>
              </a:ext>
            </a:extLst>
          </p:cNvPr>
          <p:cNvSpPr/>
          <p:nvPr/>
        </p:nvSpPr>
        <p:spPr>
          <a:xfrm rot="2700000">
            <a:off x="4497964" y="4037845"/>
            <a:ext cx="130759" cy="130759"/>
          </a:xfrm>
          <a:prstGeom prst="blockArc">
            <a:avLst/>
          </a:prstGeom>
          <a:noFill/>
          <a:ln w="12700">
            <a:solidFill>
              <a:srgbClr val="3D4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Block Arc 51">
            <a:extLst>
              <a:ext uri="{FF2B5EF4-FFF2-40B4-BE49-F238E27FC236}">
                <a16:creationId xmlns:a16="http://schemas.microsoft.com/office/drawing/2014/main" id="{8F963B22-6DFB-5939-917B-C969A956C956}"/>
              </a:ext>
            </a:extLst>
          </p:cNvPr>
          <p:cNvSpPr/>
          <p:nvPr/>
        </p:nvSpPr>
        <p:spPr>
          <a:xfrm rot="2700000">
            <a:off x="4497964" y="4002184"/>
            <a:ext cx="202082" cy="202082"/>
          </a:xfrm>
          <a:prstGeom prst="blockArc">
            <a:avLst/>
          </a:prstGeom>
          <a:noFill/>
          <a:ln w="12700">
            <a:solidFill>
              <a:srgbClr val="3D4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a:extLst>
              <a:ext uri="{FF2B5EF4-FFF2-40B4-BE49-F238E27FC236}">
                <a16:creationId xmlns:a16="http://schemas.microsoft.com/office/drawing/2014/main" id="{598491A9-0E54-2B1C-3ACE-17BDDB6AE859}"/>
              </a:ext>
            </a:extLst>
          </p:cNvPr>
          <p:cNvSpPr txBox="1"/>
          <p:nvPr/>
        </p:nvSpPr>
        <p:spPr>
          <a:xfrm>
            <a:off x="4810689" y="3977495"/>
            <a:ext cx="2877312" cy="274320"/>
          </a:xfrm>
          <a:prstGeom prst="rect">
            <a:avLst/>
          </a:prstGeom>
          <a:noFill/>
        </p:spPr>
        <p:txBody>
          <a:bodyPr wrap="square" lIns="0" tIns="0" rIns="0" bIns="0" anchor="ctr">
            <a:noAutofit/>
          </a:bodyPr>
          <a:lstStyle/>
          <a:p>
            <a:pPr algn="l">
              <a:spcBef>
                <a:spcPts val="0"/>
              </a:spcBef>
              <a:spcAft>
                <a:spcPts val="0"/>
              </a:spcAft>
            </a:pPr>
            <a:r>
              <a:rPr lang="en-US" b="1" i="0">
                <a:solidFill>
                  <a:srgbClr val="231505"/>
                </a:solidFill>
                <a:latin typeface="Calibri"/>
              </a:rPr>
              <a:t>Employer Distribution</a:t>
            </a:r>
          </a:p>
        </p:txBody>
      </p:sp>
      <p:sp>
        <p:nvSpPr>
          <p:cNvPr id="54" name="TextBox 53">
            <a:extLst>
              <a:ext uri="{FF2B5EF4-FFF2-40B4-BE49-F238E27FC236}">
                <a16:creationId xmlns:a16="http://schemas.microsoft.com/office/drawing/2014/main" id="{FF829919-C98A-3447-74DB-59D23B3C64B4}"/>
              </a:ext>
            </a:extLst>
          </p:cNvPr>
          <p:cNvSpPr txBox="1"/>
          <p:nvPr/>
        </p:nvSpPr>
        <p:spPr>
          <a:xfrm>
            <a:off x="4426641" y="4306679"/>
            <a:ext cx="3243072" cy="1202714"/>
          </a:xfrm>
          <a:prstGeom prst="rect">
            <a:avLst/>
          </a:prstGeom>
          <a:noFill/>
        </p:spPr>
        <p:txBody>
          <a:bodyPr wrap="square" lIns="0" tIns="0" rIns="0" bIns="0" anchor="t">
            <a:noAutofit/>
          </a:bodyPr>
          <a:lstStyle/>
          <a:p>
            <a:pPr algn="l">
              <a:lnSpc>
                <a:spcPct val="120000"/>
              </a:lnSpc>
              <a:spcBef>
                <a:spcPts val="0"/>
              </a:spcBef>
              <a:spcAft>
                <a:spcPts val="0"/>
              </a:spcAft>
            </a:pPr>
            <a:r>
              <a:rPr lang="en-US" sz="1600" b="0" i="0">
                <a:solidFill>
                  <a:srgbClr val="4D3A24"/>
                </a:solidFill>
                <a:latin typeface="Calibri"/>
              </a:rPr>
              <a:t>Buyers go through brokers and incumbents, and evaluate vendors only once a year.</a:t>
            </a:r>
          </a:p>
        </p:txBody>
      </p:sp>
      <p:sp>
        <p:nvSpPr>
          <p:cNvPr id="55" name="Rounded Rectangle 33">
            <a:extLst>
              <a:ext uri="{FF2B5EF4-FFF2-40B4-BE49-F238E27FC236}">
                <a16:creationId xmlns:a16="http://schemas.microsoft.com/office/drawing/2014/main" id="{CF89E950-22F0-9B15-E70D-7C0BF35D30D1}"/>
              </a:ext>
            </a:extLst>
          </p:cNvPr>
          <p:cNvSpPr/>
          <p:nvPr/>
        </p:nvSpPr>
        <p:spPr>
          <a:xfrm>
            <a:off x="8076621" y="3651344"/>
            <a:ext cx="3564927" cy="1983963"/>
          </a:xfrm>
          <a:prstGeom prst="roundRect">
            <a:avLst/>
          </a:prstGeom>
          <a:solidFill>
            <a:srgbClr val="FFFDF8"/>
          </a:solidFill>
          <a:ln w="12700">
            <a:solidFill>
              <a:srgbClr val="F4E9D3"/>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a:extLst>
              <a:ext uri="{FF2B5EF4-FFF2-40B4-BE49-F238E27FC236}">
                <a16:creationId xmlns:a16="http://schemas.microsoft.com/office/drawing/2014/main" id="{F5E0E878-08DF-CE5F-9A04-7827DB979A97}"/>
              </a:ext>
            </a:extLst>
          </p:cNvPr>
          <p:cNvSpPr/>
          <p:nvPr/>
        </p:nvSpPr>
        <p:spPr>
          <a:xfrm>
            <a:off x="8277789" y="4014071"/>
            <a:ext cx="237744" cy="237744"/>
          </a:xfrm>
          <a:prstGeom prst="ellipse">
            <a:avLst/>
          </a:prstGeom>
          <a:noFill/>
          <a:ln w="15875">
            <a:solidFill>
              <a:srgbClr val="3D4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a:extLst>
              <a:ext uri="{FF2B5EF4-FFF2-40B4-BE49-F238E27FC236}">
                <a16:creationId xmlns:a16="http://schemas.microsoft.com/office/drawing/2014/main" id="{18160432-6963-7FA1-FFE4-7786F1185423}"/>
              </a:ext>
            </a:extLst>
          </p:cNvPr>
          <p:cNvSpPr/>
          <p:nvPr/>
        </p:nvSpPr>
        <p:spPr>
          <a:xfrm>
            <a:off x="8337225" y="4073507"/>
            <a:ext cx="118872" cy="118872"/>
          </a:xfrm>
          <a:prstGeom prst="ellipse">
            <a:avLst/>
          </a:prstGeom>
          <a:noFill/>
          <a:ln w="12700">
            <a:solidFill>
              <a:srgbClr val="3D4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a:extLst>
              <a:ext uri="{FF2B5EF4-FFF2-40B4-BE49-F238E27FC236}">
                <a16:creationId xmlns:a16="http://schemas.microsoft.com/office/drawing/2014/main" id="{3EA81065-AE69-D8C4-F428-DDC809BDAC99}"/>
              </a:ext>
            </a:extLst>
          </p:cNvPr>
          <p:cNvSpPr/>
          <p:nvPr/>
        </p:nvSpPr>
        <p:spPr>
          <a:xfrm>
            <a:off x="8382397" y="4118679"/>
            <a:ext cx="28529" cy="28529"/>
          </a:xfrm>
          <a:prstGeom prst="ellipse">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a:extLst>
              <a:ext uri="{FF2B5EF4-FFF2-40B4-BE49-F238E27FC236}">
                <a16:creationId xmlns:a16="http://schemas.microsoft.com/office/drawing/2014/main" id="{3342EEEC-7F57-E5C3-2793-6AEABC16560F}"/>
              </a:ext>
            </a:extLst>
          </p:cNvPr>
          <p:cNvSpPr txBox="1"/>
          <p:nvPr/>
        </p:nvSpPr>
        <p:spPr>
          <a:xfrm>
            <a:off x="8661837" y="3977495"/>
            <a:ext cx="2877312" cy="274320"/>
          </a:xfrm>
          <a:prstGeom prst="rect">
            <a:avLst/>
          </a:prstGeom>
          <a:noFill/>
        </p:spPr>
        <p:txBody>
          <a:bodyPr wrap="square" lIns="0" tIns="0" rIns="0" bIns="0" anchor="ctr">
            <a:noAutofit/>
          </a:bodyPr>
          <a:lstStyle/>
          <a:p>
            <a:pPr algn="l">
              <a:spcBef>
                <a:spcPts val="0"/>
              </a:spcBef>
              <a:spcAft>
                <a:spcPts val="0"/>
              </a:spcAft>
            </a:pPr>
            <a:r>
              <a:rPr lang="en-US" b="1" i="0">
                <a:solidFill>
                  <a:srgbClr val="231505"/>
                </a:solidFill>
                <a:latin typeface="Calibri"/>
              </a:rPr>
              <a:t>Attribution and Proof</a:t>
            </a:r>
          </a:p>
        </p:txBody>
      </p:sp>
      <p:sp>
        <p:nvSpPr>
          <p:cNvPr id="60" name="TextBox 59">
            <a:extLst>
              <a:ext uri="{FF2B5EF4-FFF2-40B4-BE49-F238E27FC236}">
                <a16:creationId xmlns:a16="http://schemas.microsoft.com/office/drawing/2014/main" id="{24EA15A0-614A-FFE7-2FBA-F17BB72F9EEE}"/>
              </a:ext>
            </a:extLst>
          </p:cNvPr>
          <p:cNvSpPr txBox="1"/>
          <p:nvPr/>
        </p:nvSpPr>
        <p:spPr>
          <a:xfrm>
            <a:off x="8277789" y="4306679"/>
            <a:ext cx="3243072" cy="1202714"/>
          </a:xfrm>
          <a:prstGeom prst="rect">
            <a:avLst/>
          </a:prstGeom>
          <a:noFill/>
        </p:spPr>
        <p:txBody>
          <a:bodyPr wrap="square" lIns="0" tIns="0" rIns="0" bIns="0" anchor="t">
            <a:noAutofit/>
          </a:bodyPr>
          <a:lstStyle/>
          <a:p>
            <a:pPr algn="l">
              <a:lnSpc>
                <a:spcPct val="120000"/>
              </a:lnSpc>
              <a:spcBef>
                <a:spcPts val="0"/>
              </a:spcBef>
              <a:spcAft>
                <a:spcPts val="0"/>
              </a:spcAft>
            </a:pPr>
            <a:r>
              <a:rPr lang="en-US" sz="1600" b="0" i="0">
                <a:solidFill>
                  <a:srgbClr val="4D3A24"/>
                </a:solidFill>
                <a:latin typeface="Calibri"/>
              </a:rPr>
              <a:t>Savings claims are scrutinized and take a full plan year to mature. Needs rigorous measurement design.</a:t>
            </a:r>
          </a:p>
        </p:txBody>
      </p:sp>
      <p:sp>
        <p:nvSpPr>
          <p:cNvPr id="61" name="TextBox 60">
            <a:extLst>
              <a:ext uri="{FF2B5EF4-FFF2-40B4-BE49-F238E27FC236}">
                <a16:creationId xmlns:a16="http://schemas.microsoft.com/office/drawing/2014/main" id="{62DD455C-6E33-3A1C-97D8-EF774382E6AB}"/>
              </a:ext>
            </a:extLst>
          </p:cNvPr>
          <p:cNvSpPr txBox="1"/>
          <p:nvPr/>
        </p:nvSpPr>
        <p:spPr>
          <a:xfrm>
            <a:off x="422148" y="6247045"/>
            <a:ext cx="11347704" cy="182880"/>
          </a:xfrm>
          <a:prstGeom prst="rect">
            <a:avLst/>
          </a:prstGeom>
          <a:noFill/>
        </p:spPr>
        <p:txBody>
          <a:bodyPr wrap="square" lIns="0" tIns="0" rIns="0" bIns="0" anchor="ctr">
            <a:noAutofit/>
          </a:bodyPr>
          <a:lstStyle/>
          <a:p>
            <a:pPr algn="l">
              <a:spcBef>
                <a:spcPts val="0"/>
              </a:spcBef>
              <a:spcAft>
                <a:spcPts val="0"/>
              </a:spcAft>
            </a:pPr>
            <a:r>
              <a:rPr sz="850" b="0" i="1">
                <a:solidFill>
                  <a:srgbClr val="ACA79F"/>
                </a:solidFill>
                <a:latin typeface="Calibri"/>
              </a:rPr>
              <a:t>The carve-out model is limited to self-funded (ERISA) employers, capping the addressable base at roughly 100 to 105 million covered lives regardless of how these barriers are cleared.</a:t>
            </a:r>
          </a:p>
        </p:txBody>
      </p:sp>
    </p:spTree>
    <p:extLst>
      <p:ext uri="{BB962C8B-B14F-4D97-AF65-F5344CB8AC3E}">
        <p14:creationId xmlns:p14="http://schemas.microsoft.com/office/powerpoint/2010/main" val="4062813214"/>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35CD6-65F9-3EF7-571D-79DEC68E8AD2}"/>
            </a:ext>
          </a:extLst>
        </p:cNvPr>
        <p:cNvGrpSpPr/>
        <p:nvPr/>
      </p:nvGrpSpPr>
      <p:grpSpPr>
        <a:xfrm>
          <a:off x="0" y="0"/>
          <a:ext cx="0" cy="0"/>
          <a:chOff x="0" y="0"/>
          <a:chExt cx="0" cy="0"/>
        </a:xfrm>
      </p:grpSpPr>
      <p:sp>
        <p:nvSpPr>
          <p:cNvPr id="48" name="Title 47">
            <a:extLst>
              <a:ext uri="{FF2B5EF4-FFF2-40B4-BE49-F238E27FC236}">
                <a16:creationId xmlns:a16="http://schemas.microsoft.com/office/drawing/2014/main" id="{D928928B-1EDF-F0DA-191E-C07E2D585EC2}"/>
              </a:ext>
            </a:extLst>
          </p:cNvPr>
          <p:cNvSpPr>
            <a:spLocks noGrp="1"/>
          </p:cNvSpPr>
          <p:nvPr>
            <p:ph type="title"/>
          </p:nvPr>
        </p:nvSpPr>
        <p:spPr>
          <a:xfrm>
            <a:off x="378135" y="506431"/>
            <a:ext cx="11560436" cy="364766"/>
          </a:xfrm>
        </p:spPr>
        <p:txBody>
          <a:bodyPr anchor="ctr"/>
          <a:lstStyle/>
          <a:p>
            <a:r>
              <a:rPr lang="en-US">
                <a:latin typeface="Open Sans Light" panose="020B0306030504020204" pitchFamily="34" charset="0"/>
                <a:ea typeface="Open Sans Light" panose="020B0306030504020204" pitchFamily="34" charset="0"/>
                <a:cs typeface="Open Sans Light" panose="020B0306030504020204" pitchFamily="34" charset="0"/>
              </a:rPr>
              <a:t>Employers Take Up to 15 Months to Move From Strategy to Launch</a:t>
            </a:r>
          </a:p>
        </p:txBody>
      </p:sp>
      <p:sp>
        <p:nvSpPr>
          <p:cNvPr id="49" name="Text Placeholder 48">
            <a:extLst>
              <a:ext uri="{FF2B5EF4-FFF2-40B4-BE49-F238E27FC236}">
                <a16:creationId xmlns:a16="http://schemas.microsoft.com/office/drawing/2014/main" id="{C77705B4-0DC1-4DC9-3019-5DAEEB3C7AEC}"/>
              </a:ext>
            </a:extLst>
          </p:cNvPr>
          <p:cNvSpPr>
            <a:spLocks noGrp="1"/>
          </p:cNvSpPr>
          <p:nvPr>
            <p:ph type="body" sz="quarter" idx="15"/>
          </p:nvPr>
        </p:nvSpPr>
        <p:spPr/>
        <p:txBody>
          <a:bodyPr/>
          <a:lstStyle/>
          <a:p>
            <a:r>
              <a:rPr lang="en-US">
                <a:latin typeface="Open Sans Light" panose="020B0306030504020204" pitchFamily="34" charset="0"/>
                <a:ea typeface="Open Sans Light" panose="020B0306030504020204" pitchFamily="34" charset="0"/>
                <a:cs typeface="Open Sans Light" panose="020B0306030504020204" pitchFamily="34" charset="0"/>
              </a:rPr>
              <a:t>6. BARRIERS &amp; BUYING PATHWAY </a:t>
            </a:r>
          </a:p>
        </p:txBody>
      </p:sp>
      <p:sp>
        <p:nvSpPr>
          <p:cNvPr id="92" name="TextBox 91">
            <a:extLst>
              <a:ext uri="{FF2B5EF4-FFF2-40B4-BE49-F238E27FC236}">
                <a16:creationId xmlns:a16="http://schemas.microsoft.com/office/drawing/2014/main" id="{7A3980BC-D089-E90D-3898-550086AF335D}"/>
              </a:ext>
            </a:extLst>
          </p:cNvPr>
          <p:cNvSpPr txBox="1"/>
          <p:nvPr/>
        </p:nvSpPr>
        <p:spPr>
          <a:xfrm>
            <a:off x="386080" y="6444759"/>
            <a:ext cx="11027664" cy="182880"/>
          </a:xfrm>
          <a:prstGeom prst="rect">
            <a:avLst/>
          </a:prstGeom>
          <a:noFill/>
        </p:spPr>
        <p:txBody>
          <a:bodyPr wrap="square" lIns="0" tIns="0" rIns="0" bIns="0" anchor="ctr">
            <a:noAutofit/>
          </a:bodyPr>
          <a:lstStyle/>
          <a:p>
            <a:r>
              <a:rPr lang="en-US" sz="800" b="1">
                <a:solidFill>
                  <a:srgbClr val="8A7658"/>
                </a:solidFill>
                <a:latin typeface="Open Sans Light" panose="020B0306030504020204" pitchFamily="34" charset="0"/>
                <a:ea typeface="Open Sans Light" panose="020B0306030504020204" pitchFamily="34" charset="0"/>
                <a:cs typeface="Open Sans Light" panose="020B0306030504020204" pitchFamily="34" charset="0"/>
              </a:rPr>
              <a:t>Sources: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[1] KFF, 2025 Employer Health Benefits Survey</a:t>
            </a:r>
            <a:r>
              <a:rPr lang="en-US" sz="800">
                <a:solidFill>
                  <a:srgbClr val="4D3A24"/>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800" u="sng">
                <a:solidFill>
                  <a:srgbClr val="4C5C96"/>
                </a:solidFill>
                <a:latin typeface="Open Sans Light" panose="020B0306030504020204" pitchFamily="34" charset="0"/>
                <a:ea typeface="Open Sans Light" panose="020B0306030504020204" pitchFamily="34" charset="0"/>
                <a:cs typeface="Open Sans Light" panose="020B0306030504020204" pitchFamily="34" charset="0"/>
              </a:rPr>
              <a:t>[2] Mercer, 2025 National Survey of Employer-Sponsored Health Plans</a:t>
            </a:r>
          </a:p>
        </p:txBody>
      </p:sp>
      <p:sp>
        <p:nvSpPr>
          <p:cNvPr id="223" name="Content Placeholder 222">
            <a:extLst>
              <a:ext uri="{FF2B5EF4-FFF2-40B4-BE49-F238E27FC236}">
                <a16:creationId xmlns:a16="http://schemas.microsoft.com/office/drawing/2014/main" id="{E8FD7B44-FC0E-FA53-7ED0-E8C4CDBDC11C}"/>
              </a:ext>
            </a:extLst>
          </p:cNvPr>
          <p:cNvSpPr>
            <a:spLocks noGrp="1"/>
          </p:cNvSpPr>
          <p:nvPr>
            <p:ph sz="quarter" idx="16"/>
          </p:nvPr>
        </p:nvSpPr>
        <p:spPr/>
        <p:txBody>
          <a:bodyPr/>
          <a:lstStyle/>
          <a:p>
            <a:r>
              <a:rPr lang="en-US">
                <a:latin typeface="Open Sans" panose="020B0606030504020204" pitchFamily="34" charset="0"/>
                <a:ea typeface="Open Sans" panose="020B0606030504020204" pitchFamily="34" charset="0"/>
                <a:cs typeface="Open Sans" panose="020B0606030504020204" pitchFamily="34" charset="0"/>
              </a:rPr>
              <a:t>The pathway to an employer contract is long and sequential, with few chances to compress the timeline</a:t>
            </a:r>
          </a:p>
        </p:txBody>
      </p:sp>
      <p:cxnSp>
        <p:nvCxnSpPr>
          <p:cNvPr id="2" name="Connector 7">
            <a:extLst>
              <a:ext uri="{FF2B5EF4-FFF2-40B4-BE49-F238E27FC236}">
                <a16:creationId xmlns:a16="http://schemas.microsoft.com/office/drawing/2014/main" id="{707E53EC-1FF2-A8AD-6FA4-510E0F0EBBE7}"/>
              </a:ext>
            </a:extLst>
          </p:cNvPr>
          <p:cNvCxnSpPr/>
          <p:nvPr/>
        </p:nvCxnSpPr>
        <p:spPr>
          <a:xfrm>
            <a:off x="1609158" y="3089097"/>
            <a:ext cx="8698687" cy="0"/>
          </a:xfrm>
          <a:prstGeom prst="line">
            <a:avLst/>
          </a:prstGeom>
          <a:ln w="38100">
            <a:solidFill>
              <a:srgbClr val="D3BD8E"/>
            </a:solidFill>
          </a:ln>
          <a:effectLst/>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B2644372-94BC-92F0-6DAB-D87A8B89DE9E}"/>
              </a:ext>
            </a:extLst>
          </p:cNvPr>
          <p:cNvSpPr txBox="1"/>
          <p:nvPr/>
        </p:nvSpPr>
        <p:spPr>
          <a:xfrm>
            <a:off x="603318" y="2440788"/>
            <a:ext cx="2011680" cy="237744"/>
          </a:xfrm>
          <a:prstGeom prst="rect">
            <a:avLst/>
          </a:prstGeom>
          <a:noFill/>
        </p:spPr>
        <p:txBody>
          <a:bodyPr wrap="square" lIns="0" tIns="0" rIns="0" bIns="0" anchor="ctr">
            <a:noAutofit/>
          </a:bodyPr>
          <a:lstStyle/>
          <a:p>
            <a:pPr algn="ctr">
              <a:spcBef>
                <a:spcPts val="0"/>
              </a:spcBef>
              <a:spcAft>
                <a:spcPts val="0"/>
              </a:spcAft>
            </a:pPr>
            <a:r>
              <a:rPr sz="1400" b="1" i="0">
                <a:solidFill>
                  <a:srgbClr val="231505"/>
                </a:solidFill>
                <a:latin typeface="Calibri"/>
              </a:rPr>
              <a:t>Strategy &amp; alignment</a:t>
            </a:r>
          </a:p>
        </p:txBody>
      </p:sp>
      <p:sp>
        <p:nvSpPr>
          <p:cNvPr id="4" name="Oval 3">
            <a:extLst>
              <a:ext uri="{FF2B5EF4-FFF2-40B4-BE49-F238E27FC236}">
                <a16:creationId xmlns:a16="http://schemas.microsoft.com/office/drawing/2014/main" id="{C85E09AC-EF2D-C8AA-5728-E764D11F2406}"/>
              </a:ext>
            </a:extLst>
          </p:cNvPr>
          <p:cNvSpPr/>
          <p:nvPr/>
        </p:nvSpPr>
        <p:spPr>
          <a:xfrm>
            <a:off x="1375529" y="2855468"/>
            <a:ext cx="467258" cy="467258"/>
          </a:xfrm>
          <a:prstGeom prst="ellipse">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47CDAD1D-1E96-08D0-60D9-BDE5395ECF1D}"/>
              </a:ext>
            </a:extLst>
          </p:cNvPr>
          <p:cNvSpPr txBox="1"/>
          <p:nvPr/>
        </p:nvSpPr>
        <p:spPr>
          <a:xfrm>
            <a:off x="1375529" y="2970225"/>
            <a:ext cx="467258" cy="237744"/>
          </a:xfrm>
          <a:prstGeom prst="rect">
            <a:avLst/>
          </a:prstGeom>
          <a:noFill/>
        </p:spPr>
        <p:txBody>
          <a:bodyPr wrap="square" lIns="0" tIns="0" rIns="0" bIns="0" anchor="ctr">
            <a:noAutofit/>
          </a:bodyPr>
          <a:lstStyle/>
          <a:p>
            <a:pPr algn="ctr">
              <a:spcBef>
                <a:spcPts val="0"/>
              </a:spcBef>
              <a:spcAft>
                <a:spcPts val="0"/>
              </a:spcAft>
            </a:pPr>
            <a:r>
              <a:rPr sz="1500" b="1" i="0">
                <a:solidFill>
                  <a:srgbClr val="FFFFFF"/>
                </a:solidFill>
                <a:latin typeface="Calibri"/>
              </a:rPr>
              <a:t>1</a:t>
            </a:r>
          </a:p>
        </p:txBody>
      </p:sp>
      <p:sp>
        <p:nvSpPr>
          <p:cNvPr id="6" name="TextBox 5">
            <a:extLst>
              <a:ext uri="{FF2B5EF4-FFF2-40B4-BE49-F238E27FC236}">
                <a16:creationId xmlns:a16="http://schemas.microsoft.com/office/drawing/2014/main" id="{F4B4DA8E-AF36-9163-8156-565145D396B2}"/>
              </a:ext>
            </a:extLst>
          </p:cNvPr>
          <p:cNvSpPr txBox="1"/>
          <p:nvPr/>
        </p:nvSpPr>
        <p:spPr>
          <a:xfrm>
            <a:off x="603318" y="3437484"/>
            <a:ext cx="2011680" cy="201168"/>
          </a:xfrm>
          <a:prstGeom prst="rect">
            <a:avLst/>
          </a:prstGeom>
          <a:noFill/>
        </p:spPr>
        <p:txBody>
          <a:bodyPr wrap="square" lIns="0" tIns="0" rIns="0" bIns="0" anchor="ctr">
            <a:noAutofit/>
          </a:bodyPr>
          <a:lstStyle/>
          <a:p>
            <a:pPr algn="ctr">
              <a:spcBef>
                <a:spcPts val="0"/>
              </a:spcBef>
              <a:spcAft>
                <a:spcPts val="0"/>
              </a:spcAft>
            </a:pPr>
            <a:r>
              <a:rPr sz="1100" b="0" i="0">
                <a:solidFill>
                  <a:srgbClr val="8A7658"/>
                </a:solidFill>
                <a:latin typeface="Calibri"/>
              </a:rPr>
              <a:t>9–15 mo. before launch</a:t>
            </a:r>
          </a:p>
        </p:txBody>
      </p:sp>
      <p:sp>
        <p:nvSpPr>
          <p:cNvPr id="8" name="TextBox 7">
            <a:extLst>
              <a:ext uri="{FF2B5EF4-FFF2-40B4-BE49-F238E27FC236}">
                <a16:creationId xmlns:a16="http://schemas.microsoft.com/office/drawing/2014/main" id="{53B14E90-62A9-5D87-FC14-218AB3EB3997}"/>
              </a:ext>
            </a:extLst>
          </p:cNvPr>
          <p:cNvSpPr txBox="1"/>
          <p:nvPr/>
        </p:nvSpPr>
        <p:spPr>
          <a:xfrm>
            <a:off x="2776847" y="2440788"/>
            <a:ext cx="2011680" cy="237744"/>
          </a:xfrm>
          <a:prstGeom prst="rect">
            <a:avLst/>
          </a:prstGeom>
          <a:noFill/>
        </p:spPr>
        <p:txBody>
          <a:bodyPr wrap="square" lIns="0" tIns="0" rIns="0" bIns="0" anchor="ctr">
            <a:noAutofit/>
          </a:bodyPr>
          <a:lstStyle/>
          <a:p>
            <a:pPr algn="ctr">
              <a:spcBef>
                <a:spcPts val="0"/>
              </a:spcBef>
              <a:spcAft>
                <a:spcPts val="0"/>
              </a:spcAft>
            </a:pPr>
            <a:r>
              <a:rPr sz="1400" b="1" i="0">
                <a:solidFill>
                  <a:srgbClr val="231505"/>
                </a:solidFill>
                <a:latin typeface="Calibri"/>
              </a:rPr>
              <a:t>RFP &amp; selection</a:t>
            </a:r>
          </a:p>
        </p:txBody>
      </p:sp>
      <p:sp>
        <p:nvSpPr>
          <p:cNvPr id="10" name="Oval 9">
            <a:extLst>
              <a:ext uri="{FF2B5EF4-FFF2-40B4-BE49-F238E27FC236}">
                <a16:creationId xmlns:a16="http://schemas.microsoft.com/office/drawing/2014/main" id="{6B1FB2EF-F868-CDC8-A93A-5A39CAF0CC8C}"/>
              </a:ext>
            </a:extLst>
          </p:cNvPr>
          <p:cNvSpPr/>
          <p:nvPr/>
        </p:nvSpPr>
        <p:spPr>
          <a:xfrm>
            <a:off x="3549058" y="2855468"/>
            <a:ext cx="467258" cy="467258"/>
          </a:xfrm>
          <a:prstGeom prst="ellipse">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BBBF5AF6-0BD3-F965-DEAD-6B5A74ADA13E}"/>
              </a:ext>
            </a:extLst>
          </p:cNvPr>
          <p:cNvSpPr txBox="1"/>
          <p:nvPr/>
        </p:nvSpPr>
        <p:spPr>
          <a:xfrm>
            <a:off x="3549058" y="2970225"/>
            <a:ext cx="467258" cy="237744"/>
          </a:xfrm>
          <a:prstGeom prst="rect">
            <a:avLst/>
          </a:prstGeom>
          <a:noFill/>
        </p:spPr>
        <p:txBody>
          <a:bodyPr wrap="square" lIns="0" tIns="0" rIns="0" bIns="0" anchor="ctr">
            <a:noAutofit/>
          </a:bodyPr>
          <a:lstStyle/>
          <a:p>
            <a:pPr algn="ctr">
              <a:spcBef>
                <a:spcPts val="0"/>
              </a:spcBef>
              <a:spcAft>
                <a:spcPts val="0"/>
              </a:spcAft>
            </a:pPr>
            <a:r>
              <a:rPr sz="1500" b="1" i="0">
                <a:solidFill>
                  <a:srgbClr val="FFFFFF"/>
                </a:solidFill>
                <a:latin typeface="Calibri"/>
              </a:rPr>
              <a:t>2</a:t>
            </a:r>
          </a:p>
        </p:txBody>
      </p:sp>
      <p:sp>
        <p:nvSpPr>
          <p:cNvPr id="14" name="TextBox 13">
            <a:extLst>
              <a:ext uri="{FF2B5EF4-FFF2-40B4-BE49-F238E27FC236}">
                <a16:creationId xmlns:a16="http://schemas.microsoft.com/office/drawing/2014/main" id="{03DCE42C-2655-007D-B0ED-AF08688586D2}"/>
              </a:ext>
            </a:extLst>
          </p:cNvPr>
          <p:cNvSpPr txBox="1"/>
          <p:nvPr/>
        </p:nvSpPr>
        <p:spPr>
          <a:xfrm>
            <a:off x="2776847" y="3437484"/>
            <a:ext cx="2011680" cy="201168"/>
          </a:xfrm>
          <a:prstGeom prst="rect">
            <a:avLst/>
          </a:prstGeom>
          <a:noFill/>
        </p:spPr>
        <p:txBody>
          <a:bodyPr wrap="square" lIns="0" tIns="0" rIns="0" bIns="0" anchor="ctr">
            <a:noAutofit/>
          </a:bodyPr>
          <a:lstStyle/>
          <a:p>
            <a:pPr algn="ctr">
              <a:spcBef>
                <a:spcPts val="0"/>
              </a:spcBef>
              <a:spcAft>
                <a:spcPts val="0"/>
              </a:spcAft>
            </a:pPr>
            <a:r>
              <a:rPr sz="1100" b="0" i="0">
                <a:solidFill>
                  <a:srgbClr val="8A7658"/>
                </a:solidFill>
                <a:latin typeface="Calibri"/>
              </a:rPr>
              <a:t>6–9 mo. before launch</a:t>
            </a:r>
          </a:p>
        </p:txBody>
      </p:sp>
      <p:sp>
        <p:nvSpPr>
          <p:cNvPr id="16" name="TextBox 15">
            <a:extLst>
              <a:ext uri="{FF2B5EF4-FFF2-40B4-BE49-F238E27FC236}">
                <a16:creationId xmlns:a16="http://schemas.microsoft.com/office/drawing/2014/main" id="{0C792506-FE03-7DE1-C299-D827C791F46D}"/>
              </a:ext>
            </a:extLst>
          </p:cNvPr>
          <p:cNvSpPr txBox="1"/>
          <p:nvPr/>
        </p:nvSpPr>
        <p:spPr>
          <a:xfrm>
            <a:off x="4952204" y="2440788"/>
            <a:ext cx="2011680" cy="237744"/>
          </a:xfrm>
          <a:prstGeom prst="rect">
            <a:avLst/>
          </a:prstGeom>
          <a:noFill/>
        </p:spPr>
        <p:txBody>
          <a:bodyPr wrap="square" lIns="0" tIns="0" rIns="0" bIns="0" anchor="ctr">
            <a:noAutofit/>
          </a:bodyPr>
          <a:lstStyle/>
          <a:p>
            <a:pPr algn="ctr">
              <a:spcBef>
                <a:spcPts val="0"/>
              </a:spcBef>
              <a:spcAft>
                <a:spcPts val="0"/>
              </a:spcAft>
            </a:pPr>
            <a:r>
              <a:rPr sz="1400" b="1" i="0">
                <a:solidFill>
                  <a:srgbClr val="231505"/>
                </a:solidFill>
                <a:latin typeface="Calibri"/>
              </a:rPr>
              <a:t>Data &amp; service design</a:t>
            </a:r>
          </a:p>
        </p:txBody>
      </p:sp>
      <p:sp>
        <p:nvSpPr>
          <p:cNvPr id="18" name="Oval 17">
            <a:extLst>
              <a:ext uri="{FF2B5EF4-FFF2-40B4-BE49-F238E27FC236}">
                <a16:creationId xmlns:a16="http://schemas.microsoft.com/office/drawing/2014/main" id="{84E079C3-78A5-A44B-7D39-994FB0994D1B}"/>
              </a:ext>
            </a:extLst>
          </p:cNvPr>
          <p:cNvSpPr/>
          <p:nvPr/>
        </p:nvSpPr>
        <p:spPr>
          <a:xfrm>
            <a:off x="5724415" y="2855468"/>
            <a:ext cx="467258" cy="467258"/>
          </a:xfrm>
          <a:prstGeom prst="ellipse">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B613BE04-37A9-CFB3-75FB-7AFCB6234028}"/>
              </a:ext>
            </a:extLst>
          </p:cNvPr>
          <p:cNvSpPr txBox="1"/>
          <p:nvPr/>
        </p:nvSpPr>
        <p:spPr>
          <a:xfrm>
            <a:off x="5724415" y="2970225"/>
            <a:ext cx="467258" cy="237744"/>
          </a:xfrm>
          <a:prstGeom prst="rect">
            <a:avLst/>
          </a:prstGeom>
          <a:noFill/>
        </p:spPr>
        <p:txBody>
          <a:bodyPr wrap="square" lIns="0" tIns="0" rIns="0" bIns="0" anchor="ctr">
            <a:noAutofit/>
          </a:bodyPr>
          <a:lstStyle/>
          <a:p>
            <a:pPr algn="ctr">
              <a:spcBef>
                <a:spcPts val="0"/>
              </a:spcBef>
              <a:spcAft>
                <a:spcPts val="0"/>
              </a:spcAft>
            </a:pPr>
            <a:r>
              <a:rPr sz="1500" b="1" i="0">
                <a:solidFill>
                  <a:srgbClr val="FFFFFF"/>
                </a:solidFill>
                <a:latin typeface="Calibri"/>
              </a:rPr>
              <a:t>3</a:t>
            </a:r>
          </a:p>
        </p:txBody>
      </p:sp>
      <p:sp>
        <p:nvSpPr>
          <p:cNvPr id="22" name="TextBox 21">
            <a:extLst>
              <a:ext uri="{FF2B5EF4-FFF2-40B4-BE49-F238E27FC236}">
                <a16:creationId xmlns:a16="http://schemas.microsoft.com/office/drawing/2014/main" id="{11036B88-0608-2E37-FF1D-D57AAA2A4BB9}"/>
              </a:ext>
            </a:extLst>
          </p:cNvPr>
          <p:cNvSpPr txBox="1"/>
          <p:nvPr/>
        </p:nvSpPr>
        <p:spPr>
          <a:xfrm>
            <a:off x="4952204" y="3437484"/>
            <a:ext cx="2011680" cy="201168"/>
          </a:xfrm>
          <a:prstGeom prst="rect">
            <a:avLst/>
          </a:prstGeom>
          <a:noFill/>
        </p:spPr>
        <p:txBody>
          <a:bodyPr wrap="square" lIns="0" tIns="0" rIns="0" bIns="0" anchor="ctr">
            <a:noAutofit/>
          </a:bodyPr>
          <a:lstStyle/>
          <a:p>
            <a:pPr algn="ctr">
              <a:spcBef>
                <a:spcPts val="0"/>
              </a:spcBef>
              <a:spcAft>
                <a:spcPts val="0"/>
              </a:spcAft>
            </a:pPr>
            <a:r>
              <a:rPr sz="1100" b="0" i="0">
                <a:solidFill>
                  <a:srgbClr val="8A7658"/>
                </a:solidFill>
                <a:latin typeface="Calibri"/>
              </a:rPr>
              <a:t>3–6 mo. before launch</a:t>
            </a:r>
          </a:p>
        </p:txBody>
      </p:sp>
      <p:sp>
        <p:nvSpPr>
          <p:cNvPr id="24" name="TextBox 23">
            <a:extLst>
              <a:ext uri="{FF2B5EF4-FFF2-40B4-BE49-F238E27FC236}">
                <a16:creationId xmlns:a16="http://schemas.microsoft.com/office/drawing/2014/main" id="{52E9618E-A66C-C2D3-30AC-4EA1BB7CC943}"/>
              </a:ext>
            </a:extLst>
          </p:cNvPr>
          <p:cNvSpPr txBox="1"/>
          <p:nvPr/>
        </p:nvSpPr>
        <p:spPr>
          <a:xfrm>
            <a:off x="7126648" y="2440788"/>
            <a:ext cx="2011680" cy="237744"/>
          </a:xfrm>
          <a:prstGeom prst="rect">
            <a:avLst/>
          </a:prstGeom>
          <a:noFill/>
        </p:spPr>
        <p:txBody>
          <a:bodyPr wrap="square" lIns="0" tIns="0" rIns="0" bIns="0" anchor="ctr">
            <a:noAutofit/>
          </a:bodyPr>
          <a:lstStyle/>
          <a:p>
            <a:pPr algn="ctr">
              <a:spcBef>
                <a:spcPts val="0"/>
              </a:spcBef>
              <a:spcAft>
                <a:spcPts val="0"/>
              </a:spcAft>
            </a:pPr>
            <a:r>
              <a:rPr sz="1400" b="1" i="0">
                <a:solidFill>
                  <a:srgbClr val="231505"/>
                </a:solidFill>
                <a:latin typeface="Calibri"/>
              </a:rPr>
              <a:t>Enrollment &amp; launch</a:t>
            </a:r>
          </a:p>
        </p:txBody>
      </p:sp>
      <p:sp>
        <p:nvSpPr>
          <p:cNvPr id="26" name="Oval 25">
            <a:extLst>
              <a:ext uri="{FF2B5EF4-FFF2-40B4-BE49-F238E27FC236}">
                <a16:creationId xmlns:a16="http://schemas.microsoft.com/office/drawing/2014/main" id="{250CD742-AA07-8D9A-3CEC-DC0F92587F2C}"/>
              </a:ext>
            </a:extLst>
          </p:cNvPr>
          <p:cNvSpPr/>
          <p:nvPr/>
        </p:nvSpPr>
        <p:spPr>
          <a:xfrm>
            <a:off x="7898859" y="2855468"/>
            <a:ext cx="467258" cy="467258"/>
          </a:xfrm>
          <a:prstGeom prst="ellipse">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E06043A0-120D-BD1E-578E-590A20FB4167}"/>
              </a:ext>
            </a:extLst>
          </p:cNvPr>
          <p:cNvSpPr txBox="1"/>
          <p:nvPr/>
        </p:nvSpPr>
        <p:spPr>
          <a:xfrm>
            <a:off x="7898859" y="2970225"/>
            <a:ext cx="467258" cy="237744"/>
          </a:xfrm>
          <a:prstGeom prst="rect">
            <a:avLst/>
          </a:prstGeom>
          <a:noFill/>
        </p:spPr>
        <p:txBody>
          <a:bodyPr wrap="square" lIns="0" tIns="0" rIns="0" bIns="0" anchor="ctr">
            <a:noAutofit/>
          </a:bodyPr>
          <a:lstStyle/>
          <a:p>
            <a:pPr algn="ctr">
              <a:spcBef>
                <a:spcPts val="0"/>
              </a:spcBef>
              <a:spcAft>
                <a:spcPts val="0"/>
              </a:spcAft>
            </a:pPr>
            <a:r>
              <a:rPr sz="1500" b="1" i="0">
                <a:solidFill>
                  <a:srgbClr val="FFFFFF"/>
                </a:solidFill>
                <a:latin typeface="Calibri"/>
              </a:rPr>
              <a:t>4</a:t>
            </a:r>
          </a:p>
        </p:txBody>
      </p:sp>
      <p:sp>
        <p:nvSpPr>
          <p:cNvPr id="30" name="TextBox 29">
            <a:extLst>
              <a:ext uri="{FF2B5EF4-FFF2-40B4-BE49-F238E27FC236}">
                <a16:creationId xmlns:a16="http://schemas.microsoft.com/office/drawing/2014/main" id="{040A6C60-130F-13A2-2DF5-409ABF045768}"/>
              </a:ext>
            </a:extLst>
          </p:cNvPr>
          <p:cNvSpPr txBox="1"/>
          <p:nvPr/>
        </p:nvSpPr>
        <p:spPr>
          <a:xfrm>
            <a:off x="7126648" y="3437484"/>
            <a:ext cx="2011680" cy="201168"/>
          </a:xfrm>
          <a:prstGeom prst="rect">
            <a:avLst/>
          </a:prstGeom>
          <a:noFill/>
        </p:spPr>
        <p:txBody>
          <a:bodyPr wrap="square" lIns="0" tIns="0" rIns="0" bIns="0" anchor="ctr">
            <a:noAutofit/>
          </a:bodyPr>
          <a:lstStyle/>
          <a:p>
            <a:pPr algn="ctr">
              <a:spcBef>
                <a:spcPts val="0"/>
              </a:spcBef>
              <a:spcAft>
                <a:spcPts val="0"/>
              </a:spcAft>
            </a:pPr>
            <a:r>
              <a:rPr sz="1100" b="0" i="0">
                <a:solidFill>
                  <a:srgbClr val="8A7658"/>
                </a:solidFill>
                <a:latin typeface="Calibri"/>
              </a:rPr>
              <a:t>Plan-year calendar</a:t>
            </a:r>
          </a:p>
        </p:txBody>
      </p:sp>
      <p:sp>
        <p:nvSpPr>
          <p:cNvPr id="32" name="TextBox 31">
            <a:extLst>
              <a:ext uri="{FF2B5EF4-FFF2-40B4-BE49-F238E27FC236}">
                <a16:creationId xmlns:a16="http://schemas.microsoft.com/office/drawing/2014/main" id="{2566FC05-E3EB-1A10-BECB-B3E474B233C1}"/>
              </a:ext>
            </a:extLst>
          </p:cNvPr>
          <p:cNvSpPr txBox="1"/>
          <p:nvPr/>
        </p:nvSpPr>
        <p:spPr>
          <a:xfrm>
            <a:off x="9302005" y="2440788"/>
            <a:ext cx="2011680" cy="237744"/>
          </a:xfrm>
          <a:prstGeom prst="rect">
            <a:avLst/>
          </a:prstGeom>
          <a:noFill/>
        </p:spPr>
        <p:txBody>
          <a:bodyPr wrap="square" lIns="0" tIns="0" rIns="0" bIns="0" anchor="ctr">
            <a:noAutofit/>
          </a:bodyPr>
          <a:lstStyle/>
          <a:p>
            <a:pPr algn="ctr">
              <a:spcBef>
                <a:spcPts val="0"/>
              </a:spcBef>
              <a:spcAft>
                <a:spcPts val="0"/>
              </a:spcAft>
            </a:pPr>
            <a:r>
              <a:rPr sz="1400" b="1" i="0">
                <a:solidFill>
                  <a:srgbClr val="231505"/>
                </a:solidFill>
                <a:latin typeface="Calibri"/>
              </a:rPr>
              <a:t>Measurement &amp; renewal</a:t>
            </a:r>
          </a:p>
        </p:txBody>
      </p:sp>
      <p:sp>
        <p:nvSpPr>
          <p:cNvPr id="34" name="Oval 33">
            <a:extLst>
              <a:ext uri="{FF2B5EF4-FFF2-40B4-BE49-F238E27FC236}">
                <a16:creationId xmlns:a16="http://schemas.microsoft.com/office/drawing/2014/main" id="{E45A6DD0-51F9-E109-60BC-14E635CC0FFA}"/>
              </a:ext>
            </a:extLst>
          </p:cNvPr>
          <p:cNvSpPr/>
          <p:nvPr/>
        </p:nvSpPr>
        <p:spPr>
          <a:xfrm>
            <a:off x="10074216" y="2855468"/>
            <a:ext cx="467258" cy="467258"/>
          </a:xfrm>
          <a:prstGeom prst="ellipse">
            <a:avLst/>
          </a:prstGeom>
          <a:solidFill>
            <a:srgbClr val="3D4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a:extLst>
              <a:ext uri="{FF2B5EF4-FFF2-40B4-BE49-F238E27FC236}">
                <a16:creationId xmlns:a16="http://schemas.microsoft.com/office/drawing/2014/main" id="{0150957E-73A3-8129-46D7-D47B2896ACC0}"/>
              </a:ext>
            </a:extLst>
          </p:cNvPr>
          <p:cNvSpPr txBox="1"/>
          <p:nvPr/>
        </p:nvSpPr>
        <p:spPr>
          <a:xfrm>
            <a:off x="10074216" y="2970225"/>
            <a:ext cx="467258" cy="237744"/>
          </a:xfrm>
          <a:prstGeom prst="rect">
            <a:avLst/>
          </a:prstGeom>
          <a:noFill/>
        </p:spPr>
        <p:txBody>
          <a:bodyPr wrap="square" lIns="0" tIns="0" rIns="0" bIns="0" anchor="ctr">
            <a:noAutofit/>
          </a:bodyPr>
          <a:lstStyle/>
          <a:p>
            <a:pPr algn="ctr">
              <a:spcBef>
                <a:spcPts val="0"/>
              </a:spcBef>
              <a:spcAft>
                <a:spcPts val="0"/>
              </a:spcAft>
            </a:pPr>
            <a:r>
              <a:rPr sz="1500" b="1" i="0">
                <a:solidFill>
                  <a:srgbClr val="FFFFFF"/>
                </a:solidFill>
                <a:latin typeface="Calibri"/>
              </a:rPr>
              <a:t>5</a:t>
            </a:r>
          </a:p>
        </p:txBody>
      </p:sp>
      <p:sp>
        <p:nvSpPr>
          <p:cNvPr id="38" name="TextBox 37">
            <a:extLst>
              <a:ext uri="{FF2B5EF4-FFF2-40B4-BE49-F238E27FC236}">
                <a16:creationId xmlns:a16="http://schemas.microsoft.com/office/drawing/2014/main" id="{9B7B595F-BBF9-6E58-A39B-3617B008FC23}"/>
              </a:ext>
            </a:extLst>
          </p:cNvPr>
          <p:cNvSpPr txBox="1"/>
          <p:nvPr/>
        </p:nvSpPr>
        <p:spPr>
          <a:xfrm>
            <a:off x="9302005" y="3437484"/>
            <a:ext cx="2011680" cy="201168"/>
          </a:xfrm>
          <a:prstGeom prst="rect">
            <a:avLst/>
          </a:prstGeom>
          <a:noFill/>
        </p:spPr>
        <p:txBody>
          <a:bodyPr wrap="square" lIns="0" tIns="0" rIns="0" bIns="0" anchor="ctr">
            <a:noAutofit/>
          </a:bodyPr>
          <a:lstStyle/>
          <a:p>
            <a:pPr algn="ctr">
              <a:spcBef>
                <a:spcPts val="0"/>
              </a:spcBef>
              <a:spcAft>
                <a:spcPts val="0"/>
              </a:spcAft>
            </a:pPr>
            <a:r>
              <a:rPr sz="1100" b="0" i="0">
                <a:solidFill>
                  <a:srgbClr val="8A7658"/>
                </a:solidFill>
                <a:latin typeface="Calibri"/>
              </a:rPr>
              <a:t>Full plan year+</a:t>
            </a:r>
          </a:p>
        </p:txBody>
      </p:sp>
      <p:sp>
        <p:nvSpPr>
          <p:cNvPr id="40" name="Rounded Rectangle 28">
            <a:extLst>
              <a:ext uri="{FF2B5EF4-FFF2-40B4-BE49-F238E27FC236}">
                <a16:creationId xmlns:a16="http://schemas.microsoft.com/office/drawing/2014/main" id="{61C2486D-D547-1576-4CC8-47C71473567B}"/>
              </a:ext>
            </a:extLst>
          </p:cNvPr>
          <p:cNvSpPr/>
          <p:nvPr/>
        </p:nvSpPr>
        <p:spPr>
          <a:xfrm>
            <a:off x="337228" y="5048590"/>
            <a:ext cx="11237976" cy="493776"/>
          </a:xfrm>
          <a:prstGeom prst="roundRect">
            <a:avLst/>
          </a:prstGeom>
          <a:solidFill>
            <a:srgbClr val="5C37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solidFill>
                  <a:srgbClr val="FFFFFF"/>
                </a:solidFill>
              </a:rPr>
              <a:t>Employers renew benefits once a year, so a missed cycle means waiting a full year for the next opportunity to compete.</a:t>
            </a:r>
          </a:p>
        </p:txBody>
      </p:sp>
    </p:spTree>
    <p:extLst>
      <p:ext uri="{BB962C8B-B14F-4D97-AF65-F5344CB8AC3E}">
        <p14:creationId xmlns:p14="http://schemas.microsoft.com/office/powerpoint/2010/main" val="125146088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01392-58D3-8868-BE70-DA78883F0C5C}"/>
            </a:ext>
          </a:extLst>
        </p:cNvPr>
        <p:cNvGrpSpPr/>
        <p:nvPr/>
      </p:nvGrpSpPr>
      <p:grpSpPr>
        <a:xfrm>
          <a:off x="0" y="0"/>
          <a:ext cx="0" cy="0"/>
          <a:chOff x="0" y="0"/>
          <a:chExt cx="0" cy="0"/>
        </a:xfrm>
      </p:grpSpPr>
      <p:sp>
        <p:nvSpPr>
          <p:cNvPr id="48" name="Title 47">
            <a:extLst>
              <a:ext uri="{FF2B5EF4-FFF2-40B4-BE49-F238E27FC236}">
                <a16:creationId xmlns:a16="http://schemas.microsoft.com/office/drawing/2014/main" id="{B4F5B116-3C17-DB07-9D4A-990DCFE506EB}"/>
              </a:ext>
            </a:extLst>
          </p:cNvPr>
          <p:cNvSpPr>
            <a:spLocks noGrp="1"/>
          </p:cNvSpPr>
          <p:nvPr>
            <p:ph type="title"/>
          </p:nvPr>
        </p:nvSpPr>
        <p:spPr>
          <a:xfrm>
            <a:off x="631564" y="3064234"/>
            <a:ext cx="11560436" cy="364766"/>
          </a:xfrm>
        </p:spPr>
        <p:txBody>
          <a:bodyPr anchor="ctr"/>
          <a:lstStyle/>
          <a:p>
            <a:r>
              <a:rPr lang="en-US" sz="5400">
                <a:latin typeface="Open Sans Light" panose="020B0306030504020204" pitchFamily="34" charset="0"/>
                <a:ea typeface="Open Sans Light" panose="020B0306030504020204" pitchFamily="34" charset="0"/>
                <a:cs typeface="Open Sans Light" panose="020B0306030504020204" pitchFamily="34" charset="0"/>
              </a:rPr>
              <a:t>APPENDIX</a:t>
            </a:r>
          </a:p>
        </p:txBody>
      </p:sp>
    </p:spTree>
    <p:extLst>
      <p:ext uri="{BB962C8B-B14F-4D97-AF65-F5344CB8AC3E}">
        <p14:creationId xmlns:p14="http://schemas.microsoft.com/office/powerpoint/2010/main" val="4170224584"/>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F7A98-0F8C-2A02-6494-0FB835808708}"/>
            </a:ext>
          </a:extLst>
        </p:cNvPr>
        <p:cNvGrpSpPr/>
        <p:nvPr/>
      </p:nvGrpSpPr>
      <p:grpSpPr>
        <a:xfrm>
          <a:off x="0" y="0"/>
          <a:ext cx="0" cy="0"/>
          <a:chOff x="0" y="0"/>
          <a:chExt cx="0" cy="0"/>
        </a:xfrm>
      </p:grpSpPr>
      <p:sp>
        <p:nvSpPr>
          <p:cNvPr id="48" name="Title 47">
            <a:extLst>
              <a:ext uri="{FF2B5EF4-FFF2-40B4-BE49-F238E27FC236}">
                <a16:creationId xmlns:a16="http://schemas.microsoft.com/office/drawing/2014/main" id="{D42018BF-4B5E-9B50-276D-A58FD20D6C2D}"/>
              </a:ext>
            </a:extLst>
          </p:cNvPr>
          <p:cNvSpPr>
            <a:spLocks noGrp="1"/>
          </p:cNvSpPr>
          <p:nvPr>
            <p:ph type="title"/>
          </p:nvPr>
        </p:nvSpPr>
        <p:spPr>
          <a:xfrm>
            <a:off x="378135" y="506430"/>
            <a:ext cx="11619234" cy="376493"/>
          </a:xfrm>
        </p:spPr>
        <p:txBody>
          <a:bodyPr anchor="t"/>
          <a:lstStyle/>
          <a:p>
            <a:r>
              <a:rPr lang="en-US"/>
              <a:t>Accolade built an employer navigation platform, pairing benefits advocacy with care pathways</a:t>
            </a:r>
          </a:p>
        </p:txBody>
      </p:sp>
      <p:sp>
        <p:nvSpPr>
          <p:cNvPr id="49" name="Text Placeholder 48">
            <a:extLst>
              <a:ext uri="{FF2B5EF4-FFF2-40B4-BE49-F238E27FC236}">
                <a16:creationId xmlns:a16="http://schemas.microsoft.com/office/drawing/2014/main" id="{AFC0F865-F1A4-5944-236F-C42AC9E3B4CE}"/>
              </a:ext>
            </a:extLst>
          </p:cNvPr>
          <p:cNvSpPr>
            <a:spLocks noGrp="1"/>
          </p:cNvSpPr>
          <p:nvPr>
            <p:ph type="body" sz="quarter" idx="15"/>
          </p:nvPr>
        </p:nvSpPr>
        <p:spPr/>
        <p:txBody>
          <a:bodyPr/>
          <a:lstStyle/>
          <a:p>
            <a:r>
              <a:rPr lang="en-US"/>
              <a:t>Appendix · Employer Ecosystem Case Studies</a:t>
            </a:r>
          </a:p>
        </p:txBody>
      </p:sp>
      <p:sp>
        <p:nvSpPr>
          <p:cNvPr id="2" name="Content Placeholder 1">
            <a:extLst>
              <a:ext uri="{FF2B5EF4-FFF2-40B4-BE49-F238E27FC236}">
                <a16:creationId xmlns:a16="http://schemas.microsoft.com/office/drawing/2014/main" id="{5C76CB0C-BF86-9906-D2E7-4D7157ECECD2}"/>
              </a:ext>
            </a:extLst>
          </p:cNvPr>
          <p:cNvSpPr>
            <a:spLocks noGrp="1"/>
          </p:cNvSpPr>
          <p:nvPr>
            <p:ph sz="quarter" idx="16"/>
          </p:nvPr>
        </p:nvSpPr>
        <p:spPr/>
        <p:txBody>
          <a:bodyPr/>
          <a:lstStyle/>
          <a:p>
            <a:r>
              <a:rPr lang="en-US"/>
              <a:t>It expanded from a health-and-benefits advocate into a multi-offering platform spanning navigation, clinical support, expert medical opinion and virtual care, before combining with </a:t>
            </a:r>
            <a:r>
              <a:rPr lang="en-US" err="1"/>
              <a:t>Transcarent</a:t>
            </a:r>
            <a:r>
              <a:rPr lang="en-US"/>
              <a:t> in 2025.</a:t>
            </a:r>
          </a:p>
        </p:txBody>
      </p:sp>
      <p:cxnSp>
        <p:nvCxnSpPr>
          <p:cNvPr id="51" name="Straight Connector 50">
            <a:extLst>
              <a:ext uri="{FF2B5EF4-FFF2-40B4-BE49-F238E27FC236}">
                <a16:creationId xmlns:a16="http://schemas.microsoft.com/office/drawing/2014/main" id="{4DDDD5C1-BB27-6167-56A2-AC0BFDB8468F}"/>
              </a:ext>
            </a:extLst>
          </p:cNvPr>
          <p:cNvCxnSpPr>
            <a:cxnSpLocks/>
          </p:cNvCxnSpPr>
          <p:nvPr/>
        </p:nvCxnSpPr>
        <p:spPr>
          <a:xfrm>
            <a:off x="384490" y="421894"/>
            <a:ext cx="1137684" cy="0"/>
          </a:xfrm>
          <a:prstGeom prst="line">
            <a:avLst/>
          </a:prstGeom>
          <a:ln w="60325">
            <a:solidFill>
              <a:schemeClr val="accent4">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92" name="TextBox 91">
            <a:extLst>
              <a:ext uri="{FF2B5EF4-FFF2-40B4-BE49-F238E27FC236}">
                <a16:creationId xmlns:a16="http://schemas.microsoft.com/office/drawing/2014/main" id="{C2DA6B89-26EE-39A2-ACF1-6D7975CD0C0E}"/>
              </a:ext>
            </a:extLst>
          </p:cNvPr>
          <p:cNvSpPr txBox="1"/>
          <p:nvPr/>
        </p:nvSpPr>
        <p:spPr>
          <a:xfrm>
            <a:off x="3129534" y="6640044"/>
            <a:ext cx="6435090" cy="217955"/>
          </a:xfrm>
          <a:prstGeom prst="rect">
            <a:avLst/>
          </a:prstGeom>
          <a:noFill/>
        </p:spPr>
        <p:txBody>
          <a:bodyPr wrap="square" lIns="0" tIns="0" rIns="0" bIns="0" anchor="ctr">
            <a:noAutofit/>
          </a:bodyPr>
          <a:lstStyle/>
          <a:p>
            <a:r>
              <a:rPr lang="en-US" sz="800" b="1">
                <a:solidFill>
                  <a:srgbClr val="231505"/>
                </a:solidFill>
              </a:rPr>
              <a:t>1. </a:t>
            </a:r>
            <a:r>
              <a:rPr lang="en-US" sz="800">
                <a:solidFill>
                  <a:srgbClr val="4D3A24"/>
                </a:solidFill>
              </a:rPr>
              <a:t>Accolade, FY2024 Form 10-K (filed May 2, 2024; </a:t>
            </a:r>
            <a:r>
              <a:rPr lang="en-US" sz="800" u="sng">
                <a:solidFill>
                  <a:srgbClr val="4C5C96"/>
                </a:solidFill>
                <a:hlinkClick r:id="rId2"/>
              </a:rPr>
              <a:t>pp. 4–6, 50–53, 63</a:t>
            </a:r>
            <a:r>
              <a:rPr lang="en-US" sz="800">
                <a:solidFill>
                  <a:srgbClr val="4D3A24"/>
                </a:solidFill>
              </a:rPr>
              <a:t>)   </a:t>
            </a:r>
            <a:r>
              <a:rPr lang="en-US" sz="800" b="1">
                <a:solidFill>
                  <a:srgbClr val="231505"/>
                </a:solidFill>
              </a:rPr>
              <a:t>2. </a:t>
            </a:r>
            <a:r>
              <a:rPr lang="en-US" sz="800" u="sng" err="1">
                <a:solidFill>
                  <a:srgbClr val="4C5C96"/>
                </a:solidFill>
                <a:hlinkClick r:id="rId3"/>
              </a:rPr>
              <a:t>Transcarent</a:t>
            </a:r>
            <a:r>
              <a:rPr lang="en-US" sz="800" u="sng">
                <a:solidFill>
                  <a:srgbClr val="4C5C96"/>
                </a:solidFill>
                <a:hlinkClick r:id="rId3"/>
              </a:rPr>
              <a:t>, “</a:t>
            </a:r>
            <a:r>
              <a:rPr lang="en-US" sz="800" u="sng" err="1">
                <a:solidFill>
                  <a:srgbClr val="4C5C96"/>
                </a:solidFill>
                <a:hlinkClick r:id="rId3"/>
              </a:rPr>
              <a:t>Transcarent</a:t>
            </a:r>
            <a:r>
              <a:rPr lang="en-US" sz="800" u="sng">
                <a:solidFill>
                  <a:srgbClr val="4C5C96"/>
                </a:solidFill>
                <a:hlinkClick r:id="rId3"/>
              </a:rPr>
              <a:t> Completes Merger with Accolade” (Apr 8, 2025)</a:t>
            </a:r>
            <a:endParaRPr lang="en-US" sz="800" u="sng">
              <a:solidFill>
                <a:srgbClr val="4C5C96"/>
              </a:solidFill>
            </a:endParaRPr>
          </a:p>
        </p:txBody>
      </p:sp>
      <p:sp>
        <p:nvSpPr>
          <p:cNvPr id="3" name="Rounded Rectangle 5">
            <a:extLst>
              <a:ext uri="{FF2B5EF4-FFF2-40B4-BE49-F238E27FC236}">
                <a16:creationId xmlns:a16="http://schemas.microsoft.com/office/drawing/2014/main" id="{91592656-8900-91DC-D782-212D2408DA13}"/>
              </a:ext>
            </a:extLst>
          </p:cNvPr>
          <p:cNvSpPr/>
          <p:nvPr/>
        </p:nvSpPr>
        <p:spPr>
          <a:xfrm>
            <a:off x="274319" y="1371600"/>
            <a:ext cx="1737360" cy="237744"/>
          </a:xfrm>
          <a:prstGeom prst="roundRect">
            <a:avLst>
              <a:gd name="adj" fmla="val 50000"/>
            </a:avLst>
          </a:prstGeom>
          <a:solidFill>
            <a:srgbClr val="F2ECDF"/>
          </a:solidFill>
          <a:ln w="9525">
            <a:solidFill>
              <a:srgbClr val="442A1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674526"/>
                </a:solidFill>
                <a:latin typeface="Calibri"/>
              </a:rPr>
              <a:t>$414.3M FY2024 revenue</a:t>
            </a:r>
          </a:p>
        </p:txBody>
      </p:sp>
      <p:sp>
        <p:nvSpPr>
          <p:cNvPr id="4" name="Rounded Rectangle 6">
            <a:extLst>
              <a:ext uri="{FF2B5EF4-FFF2-40B4-BE49-F238E27FC236}">
                <a16:creationId xmlns:a16="http://schemas.microsoft.com/office/drawing/2014/main" id="{9135E6C2-BCC7-0CCF-E2F0-B06039A6CA38}"/>
              </a:ext>
            </a:extLst>
          </p:cNvPr>
          <p:cNvSpPr/>
          <p:nvPr/>
        </p:nvSpPr>
        <p:spPr>
          <a:xfrm>
            <a:off x="2116936" y="1371600"/>
            <a:ext cx="3108960" cy="237744"/>
          </a:xfrm>
          <a:prstGeom prst="roundRect">
            <a:avLst>
              <a:gd name="adj" fmla="val 50000"/>
            </a:avLst>
          </a:prstGeom>
          <a:solidFill>
            <a:srgbClr val="F2ECDF"/>
          </a:solidFill>
          <a:ln w="9525">
            <a:solidFill>
              <a:srgbClr val="442A1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674526"/>
                </a:solidFill>
                <a:latin typeface="Calibri"/>
              </a:rPr>
              <a:t>1,200+ customers · 14M+ members (Feb 2024)</a:t>
            </a:r>
          </a:p>
        </p:txBody>
      </p:sp>
      <p:sp>
        <p:nvSpPr>
          <p:cNvPr id="5" name="Rounded Rectangle 7">
            <a:extLst>
              <a:ext uri="{FF2B5EF4-FFF2-40B4-BE49-F238E27FC236}">
                <a16:creationId xmlns:a16="http://schemas.microsoft.com/office/drawing/2014/main" id="{7AB196FF-EDC7-CC42-1F25-471BBFBD3CB2}"/>
              </a:ext>
            </a:extLst>
          </p:cNvPr>
          <p:cNvSpPr/>
          <p:nvPr/>
        </p:nvSpPr>
        <p:spPr>
          <a:xfrm>
            <a:off x="5357569" y="1371600"/>
            <a:ext cx="2834640" cy="237744"/>
          </a:xfrm>
          <a:prstGeom prst="roundRect">
            <a:avLst>
              <a:gd name="adj" fmla="val 50000"/>
            </a:avLst>
          </a:prstGeom>
          <a:solidFill>
            <a:srgbClr val="F2ECDF"/>
          </a:solidFill>
          <a:ln w="9525">
            <a:solidFill>
              <a:srgbClr val="442A1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674526"/>
                </a:solidFill>
                <a:latin typeface="Calibri"/>
              </a:rPr>
              <a:t>PMPM base fee + performance component</a:t>
            </a:r>
          </a:p>
        </p:txBody>
      </p:sp>
      <p:sp>
        <p:nvSpPr>
          <p:cNvPr id="6" name="Rounded Rectangle 8">
            <a:extLst>
              <a:ext uri="{FF2B5EF4-FFF2-40B4-BE49-F238E27FC236}">
                <a16:creationId xmlns:a16="http://schemas.microsoft.com/office/drawing/2014/main" id="{50427F2F-EBD0-F5C9-4A17-AD3B35D7CB7C}"/>
              </a:ext>
            </a:extLst>
          </p:cNvPr>
          <p:cNvSpPr/>
          <p:nvPr/>
        </p:nvSpPr>
        <p:spPr>
          <a:xfrm>
            <a:off x="8314739" y="1371600"/>
            <a:ext cx="3383280" cy="237744"/>
          </a:xfrm>
          <a:prstGeom prst="roundRect">
            <a:avLst>
              <a:gd name="adj" fmla="val 50000"/>
            </a:avLst>
          </a:prstGeom>
          <a:solidFill>
            <a:srgbClr val="F2ECDF"/>
          </a:solidFill>
          <a:ln w="9525">
            <a:solidFill>
              <a:srgbClr val="442A1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674526"/>
                </a:solidFill>
                <a:latin typeface="Calibri"/>
              </a:rPr>
              <a:t>Apr 2025 merger → 20M+ members, 1,700+ clients</a:t>
            </a:r>
          </a:p>
        </p:txBody>
      </p:sp>
      <p:sp>
        <p:nvSpPr>
          <p:cNvPr id="8" name="TextBox 7">
            <a:extLst>
              <a:ext uri="{FF2B5EF4-FFF2-40B4-BE49-F238E27FC236}">
                <a16:creationId xmlns:a16="http://schemas.microsoft.com/office/drawing/2014/main" id="{ADD90F6E-93F1-AFE9-3B33-C24738E692D8}"/>
              </a:ext>
            </a:extLst>
          </p:cNvPr>
          <p:cNvSpPr txBox="1"/>
          <p:nvPr/>
        </p:nvSpPr>
        <p:spPr>
          <a:xfrm>
            <a:off x="274320" y="1780032"/>
            <a:ext cx="11640312" cy="146304"/>
          </a:xfrm>
          <a:prstGeom prst="rect">
            <a:avLst/>
          </a:prstGeom>
          <a:noFill/>
        </p:spPr>
        <p:txBody>
          <a:bodyPr wrap="square" lIns="0" tIns="0" rIns="0" bIns="0" anchor="ctr">
            <a:noAutofit/>
          </a:bodyPr>
          <a:lstStyle/>
          <a:p>
            <a:pPr algn="l">
              <a:spcBef>
                <a:spcPts val="0"/>
              </a:spcBef>
              <a:spcAft>
                <a:spcPts val="0"/>
              </a:spcAft>
            </a:pPr>
            <a:r>
              <a:rPr sz="1200" b="1" i="0" spc="40">
                <a:solidFill>
                  <a:srgbClr val="67411F"/>
                </a:solidFill>
                <a:latin typeface="Calibri"/>
              </a:rPr>
              <a:t>CAPABILITY: FIVE LAYERS, ONE EMPLOYER RELATIONSHIP</a:t>
            </a:r>
          </a:p>
        </p:txBody>
      </p:sp>
      <p:cxnSp>
        <p:nvCxnSpPr>
          <p:cNvPr id="10" name="Connector 10">
            <a:extLst>
              <a:ext uri="{FF2B5EF4-FFF2-40B4-BE49-F238E27FC236}">
                <a16:creationId xmlns:a16="http://schemas.microsoft.com/office/drawing/2014/main" id="{30BBC1EA-1DF2-1132-774B-1B3163FD1A75}"/>
              </a:ext>
            </a:extLst>
          </p:cNvPr>
          <p:cNvCxnSpPr/>
          <p:nvPr/>
        </p:nvCxnSpPr>
        <p:spPr>
          <a:xfrm>
            <a:off x="274320" y="1944624"/>
            <a:ext cx="11640312" cy="0"/>
          </a:xfrm>
          <a:prstGeom prst="line">
            <a:avLst/>
          </a:prstGeom>
          <a:ln w="9525">
            <a:solidFill>
              <a:srgbClr val="F4E9D3"/>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a:extLst>
              <a:ext uri="{FF2B5EF4-FFF2-40B4-BE49-F238E27FC236}">
                <a16:creationId xmlns:a16="http://schemas.microsoft.com/office/drawing/2014/main" id="{485C4162-EB66-85C1-8420-E8E2023F12A9}"/>
              </a:ext>
            </a:extLst>
          </p:cNvPr>
          <p:cNvSpPr/>
          <p:nvPr/>
        </p:nvSpPr>
        <p:spPr>
          <a:xfrm>
            <a:off x="274320" y="1999488"/>
            <a:ext cx="2240280" cy="973330"/>
          </a:xfrm>
          <a:prstGeom prst="roundRect">
            <a:avLst/>
          </a:prstGeom>
          <a:solidFill>
            <a:srgbClr val="FFFDF8"/>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B594B8C5-0F90-6E6B-B1A6-4D878ECDFB10}"/>
              </a:ext>
            </a:extLst>
          </p:cNvPr>
          <p:cNvSpPr txBox="1"/>
          <p:nvPr/>
        </p:nvSpPr>
        <p:spPr>
          <a:xfrm>
            <a:off x="402336" y="2090928"/>
            <a:ext cx="457200" cy="164592"/>
          </a:xfrm>
          <a:prstGeom prst="rect">
            <a:avLst/>
          </a:prstGeom>
          <a:noFill/>
        </p:spPr>
        <p:txBody>
          <a:bodyPr wrap="square" lIns="0" tIns="0" rIns="0" bIns="0" anchor="ctr">
            <a:noAutofit/>
          </a:bodyPr>
          <a:lstStyle/>
          <a:p>
            <a:pPr algn="l">
              <a:spcBef>
                <a:spcPts val="0"/>
              </a:spcBef>
              <a:spcAft>
                <a:spcPts val="0"/>
              </a:spcAft>
            </a:pPr>
            <a:r>
              <a:rPr sz="1600" b="1" i="0">
                <a:solidFill>
                  <a:srgbClr val="67411F"/>
                </a:solidFill>
                <a:latin typeface="Calibri"/>
              </a:rPr>
              <a:t>01</a:t>
            </a:r>
          </a:p>
        </p:txBody>
      </p:sp>
      <p:sp>
        <p:nvSpPr>
          <p:cNvPr id="18" name="TextBox 17">
            <a:extLst>
              <a:ext uri="{FF2B5EF4-FFF2-40B4-BE49-F238E27FC236}">
                <a16:creationId xmlns:a16="http://schemas.microsoft.com/office/drawing/2014/main" id="{0AEB8E67-CE16-1824-0CE8-6BE3A67222A5}"/>
              </a:ext>
            </a:extLst>
          </p:cNvPr>
          <p:cNvSpPr txBox="1"/>
          <p:nvPr/>
        </p:nvSpPr>
        <p:spPr>
          <a:xfrm>
            <a:off x="402336" y="2255520"/>
            <a:ext cx="1984248" cy="201168"/>
          </a:xfrm>
          <a:prstGeom prst="rect">
            <a:avLst/>
          </a:prstGeom>
          <a:noFill/>
        </p:spPr>
        <p:txBody>
          <a:bodyPr wrap="square" lIns="0" tIns="0" rIns="0" bIns="0" anchor="ctr">
            <a:noAutofit/>
          </a:bodyPr>
          <a:lstStyle/>
          <a:p>
            <a:pPr algn="l">
              <a:spcBef>
                <a:spcPts val="0"/>
              </a:spcBef>
              <a:spcAft>
                <a:spcPts val="0"/>
              </a:spcAft>
            </a:pPr>
            <a:r>
              <a:rPr sz="1200" b="1" i="0">
                <a:solidFill>
                  <a:srgbClr val="231505"/>
                </a:solidFill>
                <a:latin typeface="Calibri"/>
              </a:rPr>
              <a:t>Benefits &amp; Care Navigation</a:t>
            </a:r>
          </a:p>
        </p:txBody>
      </p:sp>
      <p:sp>
        <p:nvSpPr>
          <p:cNvPr id="20" name="TextBox 19">
            <a:extLst>
              <a:ext uri="{FF2B5EF4-FFF2-40B4-BE49-F238E27FC236}">
                <a16:creationId xmlns:a16="http://schemas.microsoft.com/office/drawing/2014/main" id="{36B31402-2EBD-DF0D-21F6-18995BD47746}"/>
              </a:ext>
            </a:extLst>
          </p:cNvPr>
          <p:cNvSpPr txBox="1"/>
          <p:nvPr/>
        </p:nvSpPr>
        <p:spPr>
          <a:xfrm>
            <a:off x="402336" y="2456688"/>
            <a:ext cx="2112264" cy="411480"/>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4D3A24"/>
                </a:solidFill>
                <a:latin typeface="Calibri"/>
              </a:rPr>
              <a:t>One front door for benefits questions, options</a:t>
            </a:r>
            <a:r>
              <a:rPr lang="en-US" sz="1200" b="0" i="0">
                <a:solidFill>
                  <a:srgbClr val="4D3A24"/>
                </a:solidFill>
                <a:latin typeface="Calibri"/>
              </a:rPr>
              <a:t> &amp; </a:t>
            </a:r>
            <a:r>
              <a:rPr sz="1200" b="0" i="0">
                <a:solidFill>
                  <a:srgbClr val="4D3A24"/>
                </a:solidFill>
                <a:latin typeface="Calibri"/>
              </a:rPr>
              <a:t>next step</a:t>
            </a:r>
            <a:r>
              <a:rPr lang="en-US" sz="1200" b="0" i="0">
                <a:solidFill>
                  <a:srgbClr val="4D3A24"/>
                </a:solidFill>
                <a:latin typeface="Calibri"/>
              </a:rPr>
              <a:t>s</a:t>
            </a:r>
            <a:r>
              <a:rPr sz="1200" b="0" i="0">
                <a:solidFill>
                  <a:srgbClr val="4D3A24"/>
                </a:solidFill>
                <a:latin typeface="Calibri"/>
              </a:rPr>
              <a:t> </a:t>
            </a:r>
            <a:r>
              <a:rPr sz="1200" b="0" i="0" baseline="30000">
                <a:solidFill>
                  <a:srgbClr val="4D3A24"/>
                </a:solidFill>
                <a:latin typeface="Calibri"/>
              </a:rPr>
              <a:t>1</a:t>
            </a:r>
          </a:p>
        </p:txBody>
      </p:sp>
      <p:sp>
        <p:nvSpPr>
          <p:cNvPr id="22" name="Rounded Rectangle 16">
            <a:extLst>
              <a:ext uri="{FF2B5EF4-FFF2-40B4-BE49-F238E27FC236}">
                <a16:creationId xmlns:a16="http://schemas.microsoft.com/office/drawing/2014/main" id="{DA58CB20-1898-7ECD-38E6-F902A8DB45A6}"/>
              </a:ext>
            </a:extLst>
          </p:cNvPr>
          <p:cNvSpPr/>
          <p:nvPr/>
        </p:nvSpPr>
        <p:spPr>
          <a:xfrm>
            <a:off x="2624328" y="1999488"/>
            <a:ext cx="2240280" cy="973330"/>
          </a:xfrm>
          <a:prstGeom prst="roundRect">
            <a:avLst/>
          </a:prstGeom>
          <a:solidFill>
            <a:srgbClr val="FFFDF8"/>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5144F67D-34B3-6BD7-6592-98F34E23080F}"/>
              </a:ext>
            </a:extLst>
          </p:cNvPr>
          <p:cNvSpPr txBox="1"/>
          <p:nvPr/>
        </p:nvSpPr>
        <p:spPr>
          <a:xfrm>
            <a:off x="2752344" y="2090928"/>
            <a:ext cx="457200" cy="164592"/>
          </a:xfrm>
          <a:prstGeom prst="rect">
            <a:avLst/>
          </a:prstGeom>
          <a:noFill/>
        </p:spPr>
        <p:txBody>
          <a:bodyPr wrap="square" lIns="0" tIns="0" rIns="0" bIns="0" anchor="ctr">
            <a:noAutofit/>
          </a:bodyPr>
          <a:lstStyle/>
          <a:p>
            <a:pPr algn="l">
              <a:spcBef>
                <a:spcPts val="0"/>
              </a:spcBef>
              <a:spcAft>
                <a:spcPts val="0"/>
              </a:spcAft>
            </a:pPr>
            <a:r>
              <a:rPr sz="1600" b="1" i="0">
                <a:solidFill>
                  <a:srgbClr val="67411F"/>
                </a:solidFill>
                <a:latin typeface="Calibri"/>
              </a:rPr>
              <a:t>02</a:t>
            </a:r>
          </a:p>
        </p:txBody>
      </p:sp>
      <p:sp>
        <p:nvSpPr>
          <p:cNvPr id="28" name="TextBox 27">
            <a:extLst>
              <a:ext uri="{FF2B5EF4-FFF2-40B4-BE49-F238E27FC236}">
                <a16:creationId xmlns:a16="http://schemas.microsoft.com/office/drawing/2014/main" id="{88243F4E-11F9-465F-E9AB-4BF47B8E0641}"/>
              </a:ext>
            </a:extLst>
          </p:cNvPr>
          <p:cNvSpPr txBox="1"/>
          <p:nvPr/>
        </p:nvSpPr>
        <p:spPr>
          <a:xfrm>
            <a:off x="2752344" y="2255520"/>
            <a:ext cx="1984248" cy="201168"/>
          </a:xfrm>
          <a:prstGeom prst="rect">
            <a:avLst/>
          </a:prstGeom>
          <a:noFill/>
        </p:spPr>
        <p:txBody>
          <a:bodyPr wrap="square" lIns="0" tIns="0" rIns="0" bIns="0" anchor="ctr">
            <a:noAutofit/>
          </a:bodyPr>
          <a:lstStyle/>
          <a:p>
            <a:pPr algn="l">
              <a:spcBef>
                <a:spcPts val="0"/>
              </a:spcBef>
              <a:spcAft>
                <a:spcPts val="0"/>
              </a:spcAft>
            </a:pPr>
            <a:r>
              <a:rPr sz="1200" b="1" i="0">
                <a:solidFill>
                  <a:srgbClr val="231505"/>
                </a:solidFill>
                <a:latin typeface="Calibri"/>
              </a:rPr>
              <a:t>Care Advocates &amp; Clinical Team</a:t>
            </a:r>
          </a:p>
        </p:txBody>
      </p:sp>
      <p:sp>
        <p:nvSpPr>
          <p:cNvPr id="30" name="TextBox 29">
            <a:extLst>
              <a:ext uri="{FF2B5EF4-FFF2-40B4-BE49-F238E27FC236}">
                <a16:creationId xmlns:a16="http://schemas.microsoft.com/office/drawing/2014/main" id="{81134C2F-EAD7-204A-3218-974CEF10A0CB}"/>
              </a:ext>
            </a:extLst>
          </p:cNvPr>
          <p:cNvSpPr txBox="1"/>
          <p:nvPr/>
        </p:nvSpPr>
        <p:spPr>
          <a:xfrm>
            <a:off x="2752344" y="2456688"/>
            <a:ext cx="1984248" cy="411480"/>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4D3A24"/>
                </a:solidFill>
                <a:latin typeface="Calibri"/>
              </a:rPr>
              <a:t>A trusted human</a:t>
            </a:r>
            <a:r>
              <a:rPr lang="en-US" sz="1200" b="0" i="0">
                <a:solidFill>
                  <a:srgbClr val="4D3A24"/>
                </a:solidFill>
                <a:latin typeface="Calibri"/>
              </a:rPr>
              <a:t> POC</a:t>
            </a:r>
            <a:r>
              <a:rPr sz="1200" b="0" i="0">
                <a:solidFill>
                  <a:srgbClr val="4D3A24"/>
                </a:solidFill>
                <a:latin typeface="Calibri"/>
              </a:rPr>
              <a:t>, </a:t>
            </a:r>
            <a:r>
              <a:rPr lang="en-US" sz="1200">
                <a:solidFill>
                  <a:srgbClr val="4D3A24"/>
                </a:solidFill>
                <a:latin typeface="Calibri"/>
              </a:rPr>
              <a:t>assisting with </a:t>
            </a:r>
            <a:r>
              <a:rPr sz="1200" b="0" i="0">
                <a:solidFill>
                  <a:srgbClr val="4D3A24"/>
                </a:solidFill>
                <a:latin typeface="Calibri"/>
              </a:rPr>
              <a:t>clinical escalation </a:t>
            </a:r>
            <a:r>
              <a:rPr sz="1200" b="0" i="0" baseline="30000">
                <a:solidFill>
                  <a:srgbClr val="4D3A24"/>
                </a:solidFill>
                <a:latin typeface="Calibri"/>
              </a:rPr>
              <a:t>1</a:t>
            </a:r>
          </a:p>
        </p:txBody>
      </p:sp>
      <p:sp>
        <p:nvSpPr>
          <p:cNvPr id="32" name="Rounded Rectangle 21">
            <a:extLst>
              <a:ext uri="{FF2B5EF4-FFF2-40B4-BE49-F238E27FC236}">
                <a16:creationId xmlns:a16="http://schemas.microsoft.com/office/drawing/2014/main" id="{DCFE6616-F2C6-FE33-E360-4251A10C331C}"/>
              </a:ext>
            </a:extLst>
          </p:cNvPr>
          <p:cNvSpPr/>
          <p:nvPr/>
        </p:nvSpPr>
        <p:spPr>
          <a:xfrm>
            <a:off x="4974336" y="1999488"/>
            <a:ext cx="2240280" cy="973330"/>
          </a:xfrm>
          <a:prstGeom prst="roundRect">
            <a:avLst/>
          </a:prstGeom>
          <a:solidFill>
            <a:srgbClr val="FFFDF8"/>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a:extLst>
              <a:ext uri="{FF2B5EF4-FFF2-40B4-BE49-F238E27FC236}">
                <a16:creationId xmlns:a16="http://schemas.microsoft.com/office/drawing/2014/main" id="{40F9F31C-82AA-72DC-9137-ACFB8970EF67}"/>
              </a:ext>
            </a:extLst>
          </p:cNvPr>
          <p:cNvSpPr txBox="1"/>
          <p:nvPr/>
        </p:nvSpPr>
        <p:spPr>
          <a:xfrm>
            <a:off x="5102352" y="2090928"/>
            <a:ext cx="457200" cy="164592"/>
          </a:xfrm>
          <a:prstGeom prst="rect">
            <a:avLst/>
          </a:prstGeom>
          <a:noFill/>
        </p:spPr>
        <p:txBody>
          <a:bodyPr wrap="square" lIns="0" tIns="0" rIns="0" bIns="0" anchor="ctr">
            <a:noAutofit/>
          </a:bodyPr>
          <a:lstStyle/>
          <a:p>
            <a:pPr algn="l">
              <a:spcBef>
                <a:spcPts val="0"/>
              </a:spcBef>
              <a:spcAft>
                <a:spcPts val="0"/>
              </a:spcAft>
            </a:pPr>
            <a:r>
              <a:rPr sz="1600" b="1" i="0">
                <a:solidFill>
                  <a:srgbClr val="67411F"/>
                </a:solidFill>
                <a:latin typeface="Calibri"/>
              </a:rPr>
              <a:t>03</a:t>
            </a:r>
          </a:p>
        </p:txBody>
      </p:sp>
      <p:sp>
        <p:nvSpPr>
          <p:cNvPr id="38" name="TextBox 37">
            <a:extLst>
              <a:ext uri="{FF2B5EF4-FFF2-40B4-BE49-F238E27FC236}">
                <a16:creationId xmlns:a16="http://schemas.microsoft.com/office/drawing/2014/main" id="{FADE2E87-54BF-2B9B-8722-75160899922E}"/>
              </a:ext>
            </a:extLst>
          </p:cNvPr>
          <p:cNvSpPr txBox="1"/>
          <p:nvPr/>
        </p:nvSpPr>
        <p:spPr>
          <a:xfrm>
            <a:off x="5102352" y="2255520"/>
            <a:ext cx="1984248" cy="201168"/>
          </a:xfrm>
          <a:prstGeom prst="rect">
            <a:avLst/>
          </a:prstGeom>
          <a:noFill/>
        </p:spPr>
        <p:txBody>
          <a:bodyPr wrap="square" lIns="0" tIns="0" rIns="0" bIns="0" anchor="ctr">
            <a:noAutofit/>
          </a:bodyPr>
          <a:lstStyle/>
          <a:p>
            <a:pPr algn="l">
              <a:spcBef>
                <a:spcPts val="0"/>
              </a:spcBef>
              <a:spcAft>
                <a:spcPts val="0"/>
              </a:spcAft>
            </a:pPr>
            <a:r>
              <a:rPr sz="1200" b="1" i="0">
                <a:solidFill>
                  <a:srgbClr val="231505"/>
                </a:solidFill>
                <a:latin typeface="Calibri"/>
              </a:rPr>
              <a:t>Expert Medical Opinion</a:t>
            </a:r>
          </a:p>
        </p:txBody>
      </p:sp>
      <p:sp>
        <p:nvSpPr>
          <p:cNvPr id="40" name="TextBox 39">
            <a:extLst>
              <a:ext uri="{FF2B5EF4-FFF2-40B4-BE49-F238E27FC236}">
                <a16:creationId xmlns:a16="http://schemas.microsoft.com/office/drawing/2014/main" id="{C3B6BFDE-724B-D067-6C8D-D14B75222F64}"/>
              </a:ext>
            </a:extLst>
          </p:cNvPr>
          <p:cNvSpPr txBox="1"/>
          <p:nvPr/>
        </p:nvSpPr>
        <p:spPr>
          <a:xfrm>
            <a:off x="5102352" y="2456688"/>
            <a:ext cx="2221992" cy="411480"/>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4D3A24"/>
                </a:solidFill>
                <a:latin typeface="Calibri"/>
              </a:rPr>
              <a:t>Condition-specific specialist for high-stakes diagnosis </a:t>
            </a:r>
            <a:r>
              <a:rPr lang="en-US" sz="1200" b="0" i="0">
                <a:solidFill>
                  <a:srgbClr val="4D3A24"/>
                </a:solidFill>
                <a:latin typeface="Calibri"/>
              </a:rPr>
              <a:t>&amp;</a:t>
            </a:r>
            <a:r>
              <a:rPr lang="en-US" sz="1200">
                <a:solidFill>
                  <a:srgbClr val="4D3A24"/>
                </a:solidFill>
                <a:latin typeface="Calibri"/>
              </a:rPr>
              <a:t> </a:t>
            </a:r>
            <a:r>
              <a:rPr sz="1200" b="0" i="0">
                <a:solidFill>
                  <a:srgbClr val="4D3A24"/>
                </a:solidFill>
                <a:latin typeface="Calibri"/>
              </a:rPr>
              <a:t>decisions</a:t>
            </a:r>
            <a:r>
              <a:rPr sz="1200" b="0" i="0" baseline="30000">
                <a:solidFill>
                  <a:srgbClr val="4D3A24"/>
                </a:solidFill>
                <a:latin typeface="Calibri"/>
              </a:rPr>
              <a:t>1</a:t>
            </a:r>
          </a:p>
        </p:txBody>
      </p:sp>
      <p:sp>
        <p:nvSpPr>
          <p:cNvPr id="62" name="Rounded Rectangle 26">
            <a:extLst>
              <a:ext uri="{FF2B5EF4-FFF2-40B4-BE49-F238E27FC236}">
                <a16:creationId xmlns:a16="http://schemas.microsoft.com/office/drawing/2014/main" id="{34CECF14-B42D-15BD-B250-220890451FF6}"/>
              </a:ext>
            </a:extLst>
          </p:cNvPr>
          <p:cNvSpPr/>
          <p:nvPr/>
        </p:nvSpPr>
        <p:spPr>
          <a:xfrm>
            <a:off x="7324344" y="1999488"/>
            <a:ext cx="2240280" cy="973330"/>
          </a:xfrm>
          <a:prstGeom prst="roundRect">
            <a:avLst/>
          </a:prstGeom>
          <a:solidFill>
            <a:srgbClr val="FFFDF8"/>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a:extLst>
              <a:ext uri="{FF2B5EF4-FFF2-40B4-BE49-F238E27FC236}">
                <a16:creationId xmlns:a16="http://schemas.microsoft.com/office/drawing/2014/main" id="{B0036896-0A78-211A-01B0-B552DE01C92B}"/>
              </a:ext>
            </a:extLst>
          </p:cNvPr>
          <p:cNvSpPr txBox="1"/>
          <p:nvPr/>
        </p:nvSpPr>
        <p:spPr>
          <a:xfrm>
            <a:off x="7452360" y="2090928"/>
            <a:ext cx="457200" cy="164592"/>
          </a:xfrm>
          <a:prstGeom prst="rect">
            <a:avLst/>
          </a:prstGeom>
          <a:noFill/>
        </p:spPr>
        <p:txBody>
          <a:bodyPr wrap="square" lIns="0" tIns="0" rIns="0" bIns="0" anchor="ctr">
            <a:noAutofit/>
          </a:bodyPr>
          <a:lstStyle/>
          <a:p>
            <a:pPr algn="l">
              <a:spcBef>
                <a:spcPts val="0"/>
              </a:spcBef>
              <a:spcAft>
                <a:spcPts val="0"/>
              </a:spcAft>
            </a:pPr>
            <a:r>
              <a:rPr sz="1600" b="1" i="0">
                <a:solidFill>
                  <a:srgbClr val="67411F"/>
                </a:solidFill>
                <a:latin typeface="Calibri"/>
              </a:rPr>
              <a:t>04</a:t>
            </a:r>
          </a:p>
        </p:txBody>
      </p:sp>
      <p:sp>
        <p:nvSpPr>
          <p:cNvPr id="65" name="TextBox 64">
            <a:extLst>
              <a:ext uri="{FF2B5EF4-FFF2-40B4-BE49-F238E27FC236}">
                <a16:creationId xmlns:a16="http://schemas.microsoft.com/office/drawing/2014/main" id="{FD5189AC-0808-DA38-A508-82B01EB36C35}"/>
              </a:ext>
            </a:extLst>
          </p:cNvPr>
          <p:cNvSpPr txBox="1"/>
          <p:nvPr/>
        </p:nvSpPr>
        <p:spPr>
          <a:xfrm>
            <a:off x="7452360" y="2255520"/>
            <a:ext cx="1984248" cy="201168"/>
          </a:xfrm>
          <a:prstGeom prst="rect">
            <a:avLst/>
          </a:prstGeom>
          <a:noFill/>
        </p:spPr>
        <p:txBody>
          <a:bodyPr wrap="square" lIns="0" tIns="0" rIns="0" bIns="0" anchor="ctr">
            <a:noAutofit/>
          </a:bodyPr>
          <a:lstStyle/>
          <a:p>
            <a:pPr algn="l">
              <a:spcBef>
                <a:spcPts val="0"/>
              </a:spcBef>
              <a:spcAft>
                <a:spcPts val="0"/>
              </a:spcAft>
            </a:pPr>
            <a:r>
              <a:rPr sz="1200" b="1" i="0">
                <a:solidFill>
                  <a:srgbClr val="231505"/>
                </a:solidFill>
                <a:latin typeface="Calibri"/>
              </a:rPr>
              <a:t>Virtual Primary Care</a:t>
            </a:r>
          </a:p>
        </p:txBody>
      </p:sp>
      <p:sp>
        <p:nvSpPr>
          <p:cNvPr id="66" name="TextBox 65">
            <a:extLst>
              <a:ext uri="{FF2B5EF4-FFF2-40B4-BE49-F238E27FC236}">
                <a16:creationId xmlns:a16="http://schemas.microsoft.com/office/drawing/2014/main" id="{26986F0D-974D-B749-73A1-E17F7C99D61A}"/>
              </a:ext>
            </a:extLst>
          </p:cNvPr>
          <p:cNvSpPr txBox="1"/>
          <p:nvPr/>
        </p:nvSpPr>
        <p:spPr>
          <a:xfrm>
            <a:off x="7452360" y="2456688"/>
            <a:ext cx="1984248" cy="411480"/>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4D3A24"/>
                </a:solidFill>
                <a:latin typeface="Calibri"/>
              </a:rPr>
              <a:t>Primary care </a:t>
            </a:r>
            <a:r>
              <a:rPr lang="en-US" sz="1200">
                <a:solidFill>
                  <a:srgbClr val="4D3A24"/>
                </a:solidFill>
                <a:latin typeface="Calibri"/>
              </a:rPr>
              <a:t>&amp;</a:t>
            </a:r>
            <a:r>
              <a:rPr sz="1200" b="0" i="0">
                <a:solidFill>
                  <a:srgbClr val="4D3A24"/>
                </a:solidFill>
                <a:latin typeface="Calibri"/>
              </a:rPr>
              <a:t> mental-health support add clinical capacity </a:t>
            </a:r>
            <a:r>
              <a:rPr sz="1200" b="0" i="0" baseline="30000">
                <a:solidFill>
                  <a:srgbClr val="4D3A24"/>
                </a:solidFill>
                <a:latin typeface="Calibri"/>
              </a:rPr>
              <a:t>1</a:t>
            </a:r>
          </a:p>
        </p:txBody>
      </p:sp>
      <p:sp>
        <p:nvSpPr>
          <p:cNvPr id="67" name="Rounded Rectangle 31">
            <a:extLst>
              <a:ext uri="{FF2B5EF4-FFF2-40B4-BE49-F238E27FC236}">
                <a16:creationId xmlns:a16="http://schemas.microsoft.com/office/drawing/2014/main" id="{D215390E-2FF2-843C-E685-DAA2C90E7DB4}"/>
              </a:ext>
            </a:extLst>
          </p:cNvPr>
          <p:cNvSpPr/>
          <p:nvPr/>
        </p:nvSpPr>
        <p:spPr>
          <a:xfrm>
            <a:off x="9674352" y="1999488"/>
            <a:ext cx="2240280" cy="973330"/>
          </a:xfrm>
          <a:prstGeom prst="roundRect">
            <a:avLst/>
          </a:prstGeom>
          <a:solidFill>
            <a:srgbClr val="FFFDF8"/>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a:extLst>
              <a:ext uri="{FF2B5EF4-FFF2-40B4-BE49-F238E27FC236}">
                <a16:creationId xmlns:a16="http://schemas.microsoft.com/office/drawing/2014/main" id="{CB98997B-1577-5F0B-1B63-6533C7C5585E}"/>
              </a:ext>
            </a:extLst>
          </p:cNvPr>
          <p:cNvSpPr txBox="1"/>
          <p:nvPr/>
        </p:nvSpPr>
        <p:spPr>
          <a:xfrm>
            <a:off x="9802368" y="2090928"/>
            <a:ext cx="457200" cy="164592"/>
          </a:xfrm>
          <a:prstGeom prst="rect">
            <a:avLst/>
          </a:prstGeom>
          <a:noFill/>
        </p:spPr>
        <p:txBody>
          <a:bodyPr wrap="square" lIns="0" tIns="0" rIns="0" bIns="0" anchor="ctr">
            <a:noAutofit/>
          </a:bodyPr>
          <a:lstStyle/>
          <a:p>
            <a:pPr algn="l">
              <a:spcBef>
                <a:spcPts val="0"/>
              </a:spcBef>
              <a:spcAft>
                <a:spcPts val="0"/>
              </a:spcAft>
            </a:pPr>
            <a:r>
              <a:rPr sz="1600" b="1" i="0">
                <a:solidFill>
                  <a:srgbClr val="67411F"/>
                </a:solidFill>
                <a:latin typeface="Calibri"/>
              </a:rPr>
              <a:t>05</a:t>
            </a:r>
          </a:p>
        </p:txBody>
      </p:sp>
      <p:sp>
        <p:nvSpPr>
          <p:cNvPr id="70" name="TextBox 69">
            <a:extLst>
              <a:ext uri="{FF2B5EF4-FFF2-40B4-BE49-F238E27FC236}">
                <a16:creationId xmlns:a16="http://schemas.microsoft.com/office/drawing/2014/main" id="{32A07DFB-7F97-6274-F36B-792B11FD47B7}"/>
              </a:ext>
            </a:extLst>
          </p:cNvPr>
          <p:cNvSpPr txBox="1"/>
          <p:nvPr/>
        </p:nvSpPr>
        <p:spPr>
          <a:xfrm>
            <a:off x="9802368" y="2255520"/>
            <a:ext cx="1984248" cy="201168"/>
          </a:xfrm>
          <a:prstGeom prst="rect">
            <a:avLst/>
          </a:prstGeom>
          <a:noFill/>
        </p:spPr>
        <p:txBody>
          <a:bodyPr wrap="square" lIns="0" tIns="0" rIns="0" bIns="0" anchor="ctr">
            <a:noAutofit/>
          </a:bodyPr>
          <a:lstStyle/>
          <a:p>
            <a:pPr algn="l">
              <a:spcBef>
                <a:spcPts val="0"/>
              </a:spcBef>
              <a:spcAft>
                <a:spcPts val="0"/>
              </a:spcAft>
            </a:pPr>
            <a:r>
              <a:rPr sz="1200" b="1" i="0">
                <a:solidFill>
                  <a:srgbClr val="231505"/>
                </a:solidFill>
                <a:latin typeface="Calibri"/>
              </a:rPr>
              <a:t>Trusted Partner Ecosystem</a:t>
            </a:r>
          </a:p>
        </p:txBody>
      </p:sp>
      <p:sp>
        <p:nvSpPr>
          <p:cNvPr id="71" name="TextBox 70">
            <a:extLst>
              <a:ext uri="{FF2B5EF4-FFF2-40B4-BE49-F238E27FC236}">
                <a16:creationId xmlns:a16="http://schemas.microsoft.com/office/drawing/2014/main" id="{9665EFB1-F69F-0EE0-506E-C462EA2874E4}"/>
              </a:ext>
            </a:extLst>
          </p:cNvPr>
          <p:cNvSpPr txBox="1"/>
          <p:nvPr/>
        </p:nvSpPr>
        <p:spPr>
          <a:xfrm>
            <a:off x="9802368" y="2456688"/>
            <a:ext cx="1984248" cy="538482"/>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4D3A24"/>
                </a:solidFill>
                <a:latin typeface="Calibri"/>
              </a:rPr>
              <a:t>Specialty condition partners extend the platform </a:t>
            </a:r>
            <a:r>
              <a:rPr sz="1200" b="0" i="0" baseline="30000">
                <a:solidFill>
                  <a:srgbClr val="4D3A24"/>
                </a:solidFill>
                <a:latin typeface="Calibri"/>
              </a:rPr>
              <a:t>1</a:t>
            </a:r>
          </a:p>
        </p:txBody>
      </p:sp>
      <p:sp>
        <p:nvSpPr>
          <p:cNvPr id="72" name="TextBox 71">
            <a:extLst>
              <a:ext uri="{FF2B5EF4-FFF2-40B4-BE49-F238E27FC236}">
                <a16:creationId xmlns:a16="http://schemas.microsoft.com/office/drawing/2014/main" id="{305A700C-FC13-FD2C-8E30-70874956DC49}"/>
              </a:ext>
            </a:extLst>
          </p:cNvPr>
          <p:cNvSpPr txBox="1"/>
          <p:nvPr/>
        </p:nvSpPr>
        <p:spPr>
          <a:xfrm>
            <a:off x="264160" y="3143880"/>
            <a:ext cx="11640312" cy="146304"/>
          </a:xfrm>
          <a:prstGeom prst="rect">
            <a:avLst/>
          </a:prstGeom>
          <a:noFill/>
        </p:spPr>
        <p:txBody>
          <a:bodyPr wrap="square" lIns="0" tIns="0" rIns="0" bIns="0" anchor="ctr">
            <a:noAutofit/>
          </a:bodyPr>
          <a:lstStyle/>
          <a:p>
            <a:pPr algn="l">
              <a:spcBef>
                <a:spcPts val="0"/>
              </a:spcBef>
              <a:spcAft>
                <a:spcPts val="0"/>
              </a:spcAft>
            </a:pPr>
            <a:r>
              <a:rPr sz="1200" b="1" i="0" spc="40">
                <a:solidFill>
                  <a:srgbClr val="67411F"/>
                </a:solidFill>
                <a:latin typeface="Calibri"/>
              </a:rPr>
              <a:t>WHY EMPLOYERS BUY: THE OPERATING MODEL</a:t>
            </a:r>
          </a:p>
        </p:txBody>
      </p:sp>
      <p:cxnSp>
        <p:nvCxnSpPr>
          <p:cNvPr id="73" name="Connector 37">
            <a:extLst>
              <a:ext uri="{FF2B5EF4-FFF2-40B4-BE49-F238E27FC236}">
                <a16:creationId xmlns:a16="http://schemas.microsoft.com/office/drawing/2014/main" id="{941EB6F1-2B4C-25DD-7CCC-8FFA08FA2F5E}"/>
              </a:ext>
            </a:extLst>
          </p:cNvPr>
          <p:cNvCxnSpPr/>
          <p:nvPr/>
        </p:nvCxnSpPr>
        <p:spPr>
          <a:xfrm>
            <a:off x="264160" y="3308472"/>
            <a:ext cx="11640312" cy="0"/>
          </a:xfrm>
          <a:prstGeom prst="line">
            <a:avLst/>
          </a:prstGeom>
          <a:ln w="9525">
            <a:solidFill>
              <a:srgbClr val="F4E9D3"/>
            </a:solidFill>
          </a:ln>
          <a:effectLst/>
        </p:spPr>
        <p:style>
          <a:lnRef idx="2">
            <a:schemeClr val="accent1"/>
          </a:lnRef>
          <a:fillRef idx="0">
            <a:schemeClr val="accent1"/>
          </a:fillRef>
          <a:effectRef idx="1">
            <a:schemeClr val="accent1"/>
          </a:effectRef>
          <a:fontRef idx="minor">
            <a:schemeClr val="tx1"/>
          </a:fontRef>
        </p:style>
      </p:cxnSp>
      <p:sp>
        <p:nvSpPr>
          <p:cNvPr id="74" name="Rounded Rectangle 38">
            <a:extLst>
              <a:ext uri="{FF2B5EF4-FFF2-40B4-BE49-F238E27FC236}">
                <a16:creationId xmlns:a16="http://schemas.microsoft.com/office/drawing/2014/main" id="{B4E4C7AC-7209-2A49-F149-7C3E1B6E2A25}"/>
              </a:ext>
            </a:extLst>
          </p:cNvPr>
          <p:cNvSpPr/>
          <p:nvPr/>
        </p:nvSpPr>
        <p:spPr>
          <a:xfrm>
            <a:off x="264160" y="3363336"/>
            <a:ext cx="2807208" cy="914400"/>
          </a:xfrm>
          <a:prstGeom prst="roundRect">
            <a:avLst/>
          </a:prstGeom>
          <a:solidFill>
            <a:srgbClr val="F2ECDF"/>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5" name="TextBox 74">
            <a:extLst>
              <a:ext uri="{FF2B5EF4-FFF2-40B4-BE49-F238E27FC236}">
                <a16:creationId xmlns:a16="http://schemas.microsoft.com/office/drawing/2014/main" id="{938E7C57-B515-2E36-99BB-B10924CA76AE}"/>
              </a:ext>
            </a:extLst>
          </p:cNvPr>
          <p:cNvSpPr txBox="1"/>
          <p:nvPr/>
        </p:nvSpPr>
        <p:spPr>
          <a:xfrm>
            <a:off x="392176" y="3436488"/>
            <a:ext cx="2441448" cy="137160"/>
          </a:xfrm>
          <a:prstGeom prst="rect">
            <a:avLst/>
          </a:prstGeom>
          <a:noFill/>
        </p:spPr>
        <p:txBody>
          <a:bodyPr wrap="square" lIns="0" tIns="0" rIns="0" bIns="0" anchor="ctr">
            <a:noAutofit/>
          </a:bodyPr>
          <a:lstStyle/>
          <a:p>
            <a:pPr algn="l">
              <a:spcBef>
                <a:spcPts val="0"/>
              </a:spcBef>
              <a:spcAft>
                <a:spcPts val="0"/>
              </a:spcAft>
            </a:pPr>
            <a:r>
              <a:rPr sz="1200" b="0" i="1">
                <a:solidFill>
                  <a:srgbClr val="4D3A24"/>
                </a:solidFill>
                <a:latin typeface="Calibri"/>
              </a:rPr>
              <a:t>Employer-funded benefit</a:t>
            </a:r>
          </a:p>
        </p:txBody>
      </p:sp>
      <p:sp>
        <p:nvSpPr>
          <p:cNvPr id="77" name="TextBox 76">
            <a:extLst>
              <a:ext uri="{FF2B5EF4-FFF2-40B4-BE49-F238E27FC236}">
                <a16:creationId xmlns:a16="http://schemas.microsoft.com/office/drawing/2014/main" id="{CFBBBF0B-5360-191D-D90A-4353E4D7F7B0}"/>
              </a:ext>
            </a:extLst>
          </p:cNvPr>
          <p:cNvSpPr txBox="1"/>
          <p:nvPr/>
        </p:nvSpPr>
        <p:spPr>
          <a:xfrm>
            <a:off x="392176" y="3582792"/>
            <a:ext cx="2551176" cy="219456"/>
          </a:xfrm>
          <a:prstGeom prst="rect">
            <a:avLst/>
          </a:prstGeom>
          <a:noFill/>
        </p:spPr>
        <p:txBody>
          <a:bodyPr wrap="square" lIns="0" tIns="0" rIns="0" bIns="0" anchor="ctr">
            <a:noAutofit/>
          </a:bodyPr>
          <a:lstStyle/>
          <a:p>
            <a:pPr algn="l">
              <a:spcBef>
                <a:spcPts val="0"/>
              </a:spcBef>
              <a:spcAft>
                <a:spcPts val="0"/>
              </a:spcAft>
            </a:pPr>
            <a:r>
              <a:rPr sz="1200" b="1" i="0">
                <a:solidFill>
                  <a:srgbClr val="231505"/>
                </a:solidFill>
                <a:latin typeface="Calibri"/>
              </a:rPr>
              <a:t>One front door </a:t>
            </a:r>
            <a:r>
              <a:rPr sz="900" b="1" i="0" baseline="30000">
                <a:solidFill>
                  <a:srgbClr val="231505"/>
                </a:solidFill>
                <a:latin typeface="Calibri"/>
              </a:rPr>
              <a:t>1</a:t>
            </a:r>
          </a:p>
        </p:txBody>
      </p:sp>
      <p:sp>
        <p:nvSpPr>
          <p:cNvPr id="78" name="TextBox 77">
            <a:extLst>
              <a:ext uri="{FF2B5EF4-FFF2-40B4-BE49-F238E27FC236}">
                <a16:creationId xmlns:a16="http://schemas.microsoft.com/office/drawing/2014/main" id="{6012D51D-6BA0-1671-6B53-8D722E672831}"/>
              </a:ext>
            </a:extLst>
          </p:cNvPr>
          <p:cNvSpPr txBox="1"/>
          <p:nvPr/>
        </p:nvSpPr>
        <p:spPr>
          <a:xfrm>
            <a:off x="392176" y="3820536"/>
            <a:ext cx="2551176" cy="384048"/>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4D3A24"/>
                </a:solidFill>
                <a:latin typeface="Calibri"/>
              </a:rPr>
              <a:t>Benefits, healthcare and care-routing support under one member relationship.</a:t>
            </a:r>
          </a:p>
        </p:txBody>
      </p:sp>
      <p:sp>
        <p:nvSpPr>
          <p:cNvPr id="79" name="Rounded Rectangle 43">
            <a:extLst>
              <a:ext uri="{FF2B5EF4-FFF2-40B4-BE49-F238E27FC236}">
                <a16:creationId xmlns:a16="http://schemas.microsoft.com/office/drawing/2014/main" id="{BF3FF650-BE42-50EE-1537-39090E8745A7}"/>
              </a:ext>
            </a:extLst>
          </p:cNvPr>
          <p:cNvSpPr/>
          <p:nvPr/>
        </p:nvSpPr>
        <p:spPr>
          <a:xfrm>
            <a:off x="3208528" y="3363336"/>
            <a:ext cx="2807208" cy="914400"/>
          </a:xfrm>
          <a:prstGeom prst="roundRect">
            <a:avLst/>
          </a:prstGeom>
          <a:solidFill>
            <a:srgbClr val="F2ECDF"/>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0" name="TextBox 79">
            <a:extLst>
              <a:ext uri="{FF2B5EF4-FFF2-40B4-BE49-F238E27FC236}">
                <a16:creationId xmlns:a16="http://schemas.microsoft.com/office/drawing/2014/main" id="{8A34A8A6-E774-B329-999B-3AA5C90A5BE0}"/>
              </a:ext>
            </a:extLst>
          </p:cNvPr>
          <p:cNvSpPr txBox="1"/>
          <p:nvPr/>
        </p:nvSpPr>
        <p:spPr>
          <a:xfrm>
            <a:off x="3336544" y="3436488"/>
            <a:ext cx="2441448" cy="137160"/>
          </a:xfrm>
          <a:prstGeom prst="rect">
            <a:avLst/>
          </a:prstGeom>
          <a:noFill/>
        </p:spPr>
        <p:txBody>
          <a:bodyPr wrap="square" lIns="0" tIns="0" rIns="0" bIns="0" anchor="ctr">
            <a:noAutofit/>
          </a:bodyPr>
          <a:lstStyle/>
          <a:p>
            <a:pPr algn="l">
              <a:spcBef>
                <a:spcPts val="0"/>
              </a:spcBef>
              <a:spcAft>
                <a:spcPts val="0"/>
              </a:spcAft>
            </a:pPr>
            <a:r>
              <a:rPr sz="1200" b="0" i="1">
                <a:solidFill>
                  <a:srgbClr val="4D3A24"/>
                </a:solidFill>
                <a:latin typeface="Calibri"/>
              </a:rPr>
              <a:t>Employer economics</a:t>
            </a:r>
          </a:p>
        </p:txBody>
      </p:sp>
      <p:sp>
        <p:nvSpPr>
          <p:cNvPr id="82" name="TextBox 81">
            <a:extLst>
              <a:ext uri="{FF2B5EF4-FFF2-40B4-BE49-F238E27FC236}">
                <a16:creationId xmlns:a16="http://schemas.microsoft.com/office/drawing/2014/main" id="{E03D0836-738B-E9D6-A045-DD8591E63A67}"/>
              </a:ext>
            </a:extLst>
          </p:cNvPr>
          <p:cNvSpPr txBox="1"/>
          <p:nvPr/>
        </p:nvSpPr>
        <p:spPr>
          <a:xfrm>
            <a:off x="3336544" y="3582792"/>
            <a:ext cx="2551176" cy="219456"/>
          </a:xfrm>
          <a:prstGeom prst="rect">
            <a:avLst/>
          </a:prstGeom>
          <a:noFill/>
        </p:spPr>
        <p:txBody>
          <a:bodyPr wrap="square" lIns="0" tIns="0" rIns="0" bIns="0" anchor="ctr">
            <a:noAutofit/>
          </a:bodyPr>
          <a:lstStyle/>
          <a:p>
            <a:pPr algn="l">
              <a:spcBef>
                <a:spcPts val="0"/>
              </a:spcBef>
              <a:spcAft>
                <a:spcPts val="0"/>
              </a:spcAft>
            </a:pPr>
            <a:r>
              <a:rPr sz="1200" b="1" i="0">
                <a:solidFill>
                  <a:srgbClr val="231505"/>
                </a:solidFill>
                <a:latin typeface="Calibri"/>
              </a:rPr>
              <a:t>PMPM + performance </a:t>
            </a:r>
            <a:r>
              <a:rPr sz="900" b="1" i="0" baseline="30000">
                <a:solidFill>
                  <a:srgbClr val="231505"/>
                </a:solidFill>
                <a:latin typeface="Calibri"/>
              </a:rPr>
              <a:t>1</a:t>
            </a:r>
          </a:p>
        </p:txBody>
      </p:sp>
      <p:sp>
        <p:nvSpPr>
          <p:cNvPr id="83" name="TextBox 82">
            <a:extLst>
              <a:ext uri="{FF2B5EF4-FFF2-40B4-BE49-F238E27FC236}">
                <a16:creationId xmlns:a16="http://schemas.microsoft.com/office/drawing/2014/main" id="{A461898E-1036-3737-872C-6A4EAD1FDC61}"/>
              </a:ext>
            </a:extLst>
          </p:cNvPr>
          <p:cNvSpPr txBox="1"/>
          <p:nvPr/>
        </p:nvSpPr>
        <p:spPr>
          <a:xfrm>
            <a:off x="3336544" y="3820536"/>
            <a:ext cx="2551176" cy="384048"/>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4D3A24"/>
                </a:solidFill>
                <a:latin typeface="Calibri"/>
              </a:rPr>
              <a:t>A recurring access fee, with part of the economics tied to demonstrated value.</a:t>
            </a:r>
          </a:p>
        </p:txBody>
      </p:sp>
      <p:sp>
        <p:nvSpPr>
          <p:cNvPr id="84" name="Rounded Rectangle 48">
            <a:extLst>
              <a:ext uri="{FF2B5EF4-FFF2-40B4-BE49-F238E27FC236}">
                <a16:creationId xmlns:a16="http://schemas.microsoft.com/office/drawing/2014/main" id="{38652D19-EF18-397D-426F-90BFC844DEA4}"/>
              </a:ext>
            </a:extLst>
          </p:cNvPr>
          <p:cNvSpPr/>
          <p:nvPr/>
        </p:nvSpPr>
        <p:spPr>
          <a:xfrm>
            <a:off x="6152896" y="3363336"/>
            <a:ext cx="2807208" cy="914400"/>
          </a:xfrm>
          <a:prstGeom prst="roundRect">
            <a:avLst/>
          </a:prstGeom>
          <a:solidFill>
            <a:srgbClr val="F2ECDF"/>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5" name="TextBox 84">
            <a:extLst>
              <a:ext uri="{FF2B5EF4-FFF2-40B4-BE49-F238E27FC236}">
                <a16:creationId xmlns:a16="http://schemas.microsoft.com/office/drawing/2014/main" id="{7DFB0E4F-596B-DD15-967F-2BB362CE545A}"/>
              </a:ext>
            </a:extLst>
          </p:cNvPr>
          <p:cNvSpPr txBox="1"/>
          <p:nvPr/>
        </p:nvSpPr>
        <p:spPr>
          <a:xfrm>
            <a:off x="6280912" y="3436488"/>
            <a:ext cx="2441448" cy="137160"/>
          </a:xfrm>
          <a:prstGeom prst="rect">
            <a:avLst/>
          </a:prstGeom>
          <a:noFill/>
        </p:spPr>
        <p:txBody>
          <a:bodyPr wrap="square" lIns="0" tIns="0" rIns="0" bIns="0" anchor="ctr">
            <a:noAutofit/>
          </a:bodyPr>
          <a:lstStyle/>
          <a:p>
            <a:pPr algn="l">
              <a:spcBef>
                <a:spcPts val="0"/>
              </a:spcBef>
              <a:spcAft>
                <a:spcPts val="0"/>
              </a:spcAft>
            </a:pPr>
            <a:r>
              <a:rPr sz="1200" b="0" i="1">
                <a:solidFill>
                  <a:srgbClr val="4D3A24"/>
                </a:solidFill>
                <a:latin typeface="Calibri"/>
              </a:rPr>
              <a:t>FY2024 scale</a:t>
            </a:r>
          </a:p>
        </p:txBody>
      </p:sp>
      <p:sp>
        <p:nvSpPr>
          <p:cNvPr id="87" name="TextBox 86">
            <a:extLst>
              <a:ext uri="{FF2B5EF4-FFF2-40B4-BE49-F238E27FC236}">
                <a16:creationId xmlns:a16="http://schemas.microsoft.com/office/drawing/2014/main" id="{F46D04D3-29BA-9BCF-0876-CBFDF2C941B3}"/>
              </a:ext>
            </a:extLst>
          </p:cNvPr>
          <p:cNvSpPr txBox="1"/>
          <p:nvPr/>
        </p:nvSpPr>
        <p:spPr>
          <a:xfrm>
            <a:off x="6280912" y="3582792"/>
            <a:ext cx="2551176" cy="219456"/>
          </a:xfrm>
          <a:prstGeom prst="rect">
            <a:avLst/>
          </a:prstGeom>
          <a:noFill/>
        </p:spPr>
        <p:txBody>
          <a:bodyPr wrap="square" lIns="0" tIns="0" rIns="0" bIns="0" anchor="ctr">
            <a:noAutofit/>
          </a:bodyPr>
          <a:lstStyle/>
          <a:p>
            <a:pPr algn="l">
              <a:spcBef>
                <a:spcPts val="0"/>
              </a:spcBef>
              <a:spcAft>
                <a:spcPts val="0"/>
              </a:spcAft>
            </a:pPr>
            <a:r>
              <a:rPr sz="1200" b="1" i="0">
                <a:solidFill>
                  <a:srgbClr val="231505"/>
                </a:solidFill>
                <a:latin typeface="Calibri"/>
              </a:rPr>
              <a:t>1,200+ / 14M+ </a:t>
            </a:r>
            <a:r>
              <a:rPr sz="900" b="1" i="0" baseline="30000">
                <a:solidFill>
                  <a:srgbClr val="231505"/>
                </a:solidFill>
                <a:latin typeface="Calibri"/>
              </a:rPr>
              <a:t>1</a:t>
            </a:r>
          </a:p>
        </p:txBody>
      </p:sp>
      <p:sp>
        <p:nvSpPr>
          <p:cNvPr id="88" name="TextBox 87">
            <a:extLst>
              <a:ext uri="{FF2B5EF4-FFF2-40B4-BE49-F238E27FC236}">
                <a16:creationId xmlns:a16="http://schemas.microsoft.com/office/drawing/2014/main" id="{0B682941-1A1C-D8C4-CA2A-FEAC9D5CBCFF}"/>
              </a:ext>
            </a:extLst>
          </p:cNvPr>
          <p:cNvSpPr txBox="1"/>
          <p:nvPr/>
        </p:nvSpPr>
        <p:spPr>
          <a:xfrm>
            <a:off x="6280912" y="3820536"/>
            <a:ext cx="2551176" cy="384048"/>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4D3A24"/>
                </a:solidFill>
                <a:latin typeface="Calibri"/>
              </a:rPr>
              <a:t>Commercial customers / members with access to Accolade solutions.</a:t>
            </a:r>
          </a:p>
        </p:txBody>
      </p:sp>
      <p:sp>
        <p:nvSpPr>
          <p:cNvPr id="89" name="Rounded Rectangle 53">
            <a:extLst>
              <a:ext uri="{FF2B5EF4-FFF2-40B4-BE49-F238E27FC236}">
                <a16:creationId xmlns:a16="http://schemas.microsoft.com/office/drawing/2014/main" id="{2BE9DF81-6388-B837-26F5-3B3E062DDF51}"/>
              </a:ext>
            </a:extLst>
          </p:cNvPr>
          <p:cNvSpPr/>
          <p:nvPr/>
        </p:nvSpPr>
        <p:spPr>
          <a:xfrm>
            <a:off x="9097264" y="3363336"/>
            <a:ext cx="2807208" cy="914400"/>
          </a:xfrm>
          <a:prstGeom prst="roundRect">
            <a:avLst/>
          </a:prstGeom>
          <a:solidFill>
            <a:srgbClr val="F2ECDF"/>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0" name="TextBox 89">
            <a:extLst>
              <a:ext uri="{FF2B5EF4-FFF2-40B4-BE49-F238E27FC236}">
                <a16:creationId xmlns:a16="http://schemas.microsoft.com/office/drawing/2014/main" id="{68E1B355-BDD7-6245-2EDD-938C77A53657}"/>
              </a:ext>
            </a:extLst>
          </p:cNvPr>
          <p:cNvSpPr txBox="1"/>
          <p:nvPr/>
        </p:nvSpPr>
        <p:spPr>
          <a:xfrm>
            <a:off x="9225280" y="3436488"/>
            <a:ext cx="2441448" cy="137160"/>
          </a:xfrm>
          <a:prstGeom prst="rect">
            <a:avLst/>
          </a:prstGeom>
          <a:noFill/>
        </p:spPr>
        <p:txBody>
          <a:bodyPr wrap="square" lIns="0" tIns="0" rIns="0" bIns="0" anchor="ctr">
            <a:noAutofit/>
          </a:bodyPr>
          <a:lstStyle/>
          <a:p>
            <a:pPr algn="l">
              <a:spcBef>
                <a:spcPts val="0"/>
              </a:spcBef>
              <a:spcAft>
                <a:spcPts val="0"/>
              </a:spcAft>
            </a:pPr>
            <a:r>
              <a:rPr sz="1200" b="0" i="1">
                <a:solidFill>
                  <a:srgbClr val="4D3A24"/>
                </a:solidFill>
                <a:latin typeface="Calibri"/>
              </a:rPr>
              <a:t>Post-merger platform</a:t>
            </a:r>
          </a:p>
        </p:txBody>
      </p:sp>
      <p:sp>
        <p:nvSpPr>
          <p:cNvPr id="93" name="TextBox 92">
            <a:extLst>
              <a:ext uri="{FF2B5EF4-FFF2-40B4-BE49-F238E27FC236}">
                <a16:creationId xmlns:a16="http://schemas.microsoft.com/office/drawing/2014/main" id="{C010AB5C-92DA-34CC-BC14-589D17C673BE}"/>
              </a:ext>
            </a:extLst>
          </p:cNvPr>
          <p:cNvSpPr txBox="1"/>
          <p:nvPr/>
        </p:nvSpPr>
        <p:spPr>
          <a:xfrm>
            <a:off x="9225280" y="3582792"/>
            <a:ext cx="2551176" cy="219456"/>
          </a:xfrm>
          <a:prstGeom prst="rect">
            <a:avLst/>
          </a:prstGeom>
          <a:noFill/>
        </p:spPr>
        <p:txBody>
          <a:bodyPr wrap="square" lIns="0" tIns="0" rIns="0" bIns="0" anchor="ctr">
            <a:noAutofit/>
          </a:bodyPr>
          <a:lstStyle/>
          <a:p>
            <a:pPr algn="l">
              <a:spcBef>
                <a:spcPts val="0"/>
              </a:spcBef>
              <a:spcAft>
                <a:spcPts val="0"/>
              </a:spcAft>
            </a:pPr>
            <a:r>
              <a:rPr sz="1200" b="1" i="0">
                <a:solidFill>
                  <a:srgbClr val="231505"/>
                </a:solidFill>
                <a:latin typeface="Calibri"/>
              </a:rPr>
              <a:t>20M+ / 1,700+ </a:t>
            </a:r>
            <a:r>
              <a:rPr sz="900" b="1" i="0" baseline="30000">
                <a:solidFill>
                  <a:srgbClr val="231505"/>
                </a:solidFill>
                <a:latin typeface="Calibri"/>
              </a:rPr>
              <a:t>2</a:t>
            </a:r>
          </a:p>
        </p:txBody>
      </p:sp>
      <p:sp>
        <p:nvSpPr>
          <p:cNvPr id="94" name="TextBox 93">
            <a:extLst>
              <a:ext uri="{FF2B5EF4-FFF2-40B4-BE49-F238E27FC236}">
                <a16:creationId xmlns:a16="http://schemas.microsoft.com/office/drawing/2014/main" id="{8EC9D273-3B30-7535-486E-861D1BD8A52F}"/>
              </a:ext>
            </a:extLst>
          </p:cNvPr>
          <p:cNvSpPr txBox="1"/>
          <p:nvPr/>
        </p:nvSpPr>
        <p:spPr>
          <a:xfrm>
            <a:off x="9225280" y="3820536"/>
            <a:ext cx="2551176" cy="384048"/>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4D3A24"/>
                </a:solidFill>
                <a:latin typeface="Calibri"/>
              </a:rPr>
              <a:t>Members / employer and health-plan clients in the combined organization.</a:t>
            </a:r>
          </a:p>
        </p:txBody>
      </p:sp>
      <p:sp>
        <p:nvSpPr>
          <p:cNvPr id="95" name="TextBox 94">
            <a:extLst>
              <a:ext uri="{FF2B5EF4-FFF2-40B4-BE49-F238E27FC236}">
                <a16:creationId xmlns:a16="http://schemas.microsoft.com/office/drawing/2014/main" id="{D034E3F1-5AE9-39ED-9887-103565FFC17B}"/>
              </a:ext>
            </a:extLst>
          </p:cNvPr>
          <p:cNvSpPr txBox="1"/>
          <p:nvPr/>
        </p:nvSpPr>
        <p:spPr>
          <a:xfrm>
            <a:off x="274320" y="4452126"/>
            <a:ext cx="11640312" cy="146304"/>
          </a:xfrm>
          <a:prstGeom prst="rect">
            <a:avLst/>
          </a:prstGeom>
          <a:noFill/>
        </p:spPr>
        <p:txBody>
          <a:bodyPr wrap="square" lIns="0" tIns="0" rIns="0" bIns="0" anchor="ctr">
            <a:noAutofit/>
          </a:bodyPr>
          <a:lstStyle/>
          <a:p>
            <a:pPr algn="l">
              <a:spcBef>
                <a:spcPts val="0"/>
              </a:spcBef>
              <a:spcAft>
                <a:spcPts val="0"/>
              </a:spcAft>
            </a:pPr>
            <a:r>
              <a:rPr sz="1200" b="1" i="0" spc="40">
                <a:solidFill>
                  <a:srgbClr val="67411F"/>
                </a:solidFill>
                <a:latin typeface="Calibri"/>
              </a:rPr>
              <a:t>GO-TO-MARKET</a:t>
            </a:r>
            <a:r>
              <a:rPr sz="1200" b="1" i="0" baseline="30000">
                <a:solidFill>
                  <a:srgbClr val="67411F"/>
                </a:solidFill>
                <a:latin typeface="Calibri"/>
              </a:rPr>
              <a:t>1</a:t>
            </a:r>
          </a:p>
        </p:txBody>
      </p:sp>
      <p:cxnSp>
        <p:nvCxnSpPr>
          <p:cNvPr id="96" name="Connector 59">
            <a:extLst>
              <a:ext uri="{FF2B5EF4-FFF2-40B4-BE49-F238E27FC236}">
                <a16:creationId xmlns:a16="http://schemas.microsoft.com/office/drawing/2014/main" id="{48F4D464-67F1-23DA-C5FB-7384BE8C0980}"/>
              </a:ext>
            </a:extLst>
          </p:cNvPr>
          <p:cNvCxnSpPr/>
          <p:nvPr/>
        </p:nvCxnSpPr>
        <p:spPr>
          <a:xfrm>
            <a:off x="274320" y="4616718"/>
            <a:ext cx="11640312" cy="0"/>
          </a:xfrm>
          <a:prstGeom prst="line">
            <a:avLst/>
          </a:prstGeom>
          <a:ln w="9525">
            <a:solidFill>
              <a:srgbClr val="F4E9D3"/>
            </a:solidFill>
          </a:ln>
          <a:effectLst/>
        </p:spPr>
        <p:style>
          <a:lnRef idx="2">
            <a:schemeClr val="accent1"/>
          </a:lnRef>
          <a:fillRef idx="0">
            <a:schemeClr val="accent1"/>
          </a:fillRef>
          <a:effectRef idx="1">
            <a:schemeClr val="accent1"/>
          </a:effectRef>
          <a:fontRef idx="minor">
            <a:schemeClr val="tx1"/>
          </a:fontRef>
        </p:style>
      </p:cxnSp>
      <p:sp>
        <p:nvSpPr>
          <p:cNvPr id="97" name="Rounded Rectangle 60">
            <a:extLst>
              <a:ext uri="{FF2B5EF4-FFF2-40B4-BE49-F238E27FC236}">
                <a16:creationId xmlns:a16="http://schemas.microsoft.com/office/drawing/2014/main" id="{1FB2AC70-0FC7-B0C8-3F46-978AD403F6F4}"/>
              </a:ext>
            </a:extLst>
          </p:cNvPr>
          <p:cNvSpPr/>
          <p:nvPr/>
        </p:nvSpPr>
        <p:spPr>
          <a:xfrm>
            <a:off x="274320" y="4658376"/>
            <a:ext cx="2240280" cy="387094"/>
          </a:xfrm>
          <a:prstGeom prst="roundRect">
            <a:avLst/>
          </a:prstGeom>
          <a:solidFill>
            <a:srgbClr val="F2ECDF"/>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rgbClr val="231505"/>
                </a:solidFill>
              </a:rPr>
              <a:t>Employer direct: benefits and HR leaders</a:t>
            </a:r>
          </a:p>
        </p:txBody>
      </p:sp>
      <p:sp>
        <p:nvSpPr>
          <p:cNvPr id="99" name="Rounded Rectangle 62">
            <a:extLst>
              <a:ext uri="{FF2B5EF4-FFF2-40B4-BE49-F238E27FC236}">
                <a16:creationId xmlns:a16="http://schemas.microsoft.com/office/drawing/2014/main" id="{39A6B79D-DF99-5C8A-B40D-8C0632DC7EB3}"/>
              </a:ext>
            </a:extLst>
          </p:cNvPr>
          <p:cNvSpPr/>
          <p:nvPr/>
        </p:nvSpPr>
        <p:spPr>
          <a:xfrm>
            <a:off x="2624328" y="4658376"/>
            <a:ext cx="2240280" cy="387094"/>
          </a:xfrm>
          <a:prstGeom prst="roundRect">
            <a:avLst/>
          </a:prstGeom>
          <a:solidFill>
            <a:srgbClr val="F2ECDF"/>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rgbClr val="231505"/>
                </a:solidFill>
              </a:rPr>
              <a:t>Fully insured-plan distribution</a:t>
            </a:r>
          </a:p>
        </p:txBody>
      </p:sp>
      <p:sp>
        <p:nvSpPr>
          <p:cNvPr id="101" name="Rounded Rectangle 64">
            <a:extLst>
              <a:ext uri="{FF2B5EF4-FFF2-40B4-BE49-F238E27FC236}">
                <a16:creationId xmlns:a16="http://schemas.microsoft.com/office/drawing/2014/main" id="{C3E78BDA-F321-2AC7-E01D-D002D0724C92}"/>
              </a:ext>
            </a:extLst>
          </p:cNvPr>
          <p:cNvSpPr/>
          <p:nvPr/>
        </p:nvSpPr>
        <p:spPr>
          <a:xfrm>
            <a:off x="4974336" y="4658376"/>
            <a:ext cx="2240280" cy="387094"/>
          </a:xfrm>
          <a:prstGeom prst="roundRect">
            <a:avLst/>
          </a:prstGeom>
          <a:solidFill>
            <a:srgbClr val="F2ECDF"/>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rgbClr val="231505"/>
                </a:solidFill>
              </a:rPr>
              <a:t>Recurring PMPM access contracts</a:t>
            </a:r>
          </a:p>
        </p:txBody>
      </p:sp>
      <p:sp>
        <p:nvSpPr>
          <p:cNvPr id="103" name="Rounded Rectangle 66">
            <a:extLst>
              <a:ext uri="{FF2B5EF4-FFF2-40B4-BE49-F238E27FC236}">
                <a16:creationId xmlns:a16="http://schemas.microsoft.com/office/drawing/2014/main" id="{C093CFB0-C1D2-FC42-AEA1-D3ECB653270A}"/>
              </a:ext>
            </a:extLst>
          </p:cNvPr>
          <p:cNvSpPr/>
          <p:nvPr/>
        </p:nvSpPr>
        <p:spPr>
          <a:xfrm>
            <a:off x="7324344" y="4658376"/>
            <a:ext cx="2240280" cy="387094"/>
          </a:xfrm>
          <a:prstGeom prst="roundRect">
            <a:avLst/>
          </a:prstGeom>
          <a:solidFill>
            <a:srgbClr val="F2ECDF"/>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rgbClr val="231505"/>
                </a:solidFill>
              </a:rPr>
              <a:t>Standalone expert-opinion and virtual-care modules</a:t>
            </a:r>
          </a:p>
        </p:txBody>
      </p:sp>
      <p:sp>
        <p:nvSpPr>
          <p:cNvPr id="105" name="Rounded Rectangle 68">
            <a:extLst>
              <a:ext uri="{FF2B5EF4-FFF2-40B4-BE49-F238E27FC236}">
                <a16:creationId xmlns:a16="http://schemas.microsoft.com/office/drawing/2014/main" id="{A7BB910C-013A-D85B-B521-A98E2B5B8409}"/>
              </a:ext>
            </a:extLst>
          </p:cNvPr>
          <p:cNvSpPr/>
          <p:nvPr/>
        </p:nvSpPr>
        <p:spPr>
          <a:xfrm>
            <a:off x="9674352" y="4658376"/>
            <a:ext cx="2240280" cy="387094"/>
          </a:xfrm>
          <a:prstGeom prst="roundRect">
            <a:avLst/>
          </a:prstGeom>
          <a:solidFill>
            <a:srgbClr val="F2ECDF"/>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rgbClr val="231505"/>
                </a:solidFill>
              </a:rPr>
              <a:t>Condition-vendor distribution through the partner ecosystem</a:t>
            </a:r>
          </a:p>
        </p:txBody>
      </p:sp>
      <p:sp>
        <p:nvSpPr>
          <p:cNvPr id="107" name="TextBox 106">
            <a:extLst>
              <a:ext uri="{FF2B5EF4-FFF2-40B4-BE49-F238E27FC236}">
                <a16:creationId xmlns:a16="http://schemas.microsoft.com/office/drawing/2014/main" id="{2C28933D-D478-1C66-79C6-E7A6C0B757E3}"/>
              </a:ext>
            </a:extLst>
          </p:cNvPr>
          <p:cNvSpPr txBox="1"/>
          <p:nvPr/>
        </p:nvSpPr>
        <p:spPr>
          <a:xfrm>
            <a:off x="274320" y="5197870"/>
            <a:ext cx="11640312" cy="146304"/>
          </a:xfrm>
          <a:prstGeom prst="rect">
            <a:avLst/>
          </a:prstGeom>
          <a:noFill/>
        </p:spPr>
        <p:txBody>
          <a:bodyPr wrap="square" lIns="0" tIns="0" rIns="0" bIns="0" anchor="ctr">
            <a:noAutofit/>
          </a:bodyPr>
          <a:lstStyle/>
          <a:p>
            <a:pPr algn="l">
              <a:spcBef>
                <a:spcPts val="0"/>
              </a:spcBef>
              <a:spcAft>
                <a:spcPts val="0"/>
              </a:spcAft>
            </a:pPr>
            <a:r>
              <a:rPr sz="1200" b="1" i="0" spc="40">
                <a:solidFill>
                  <a:srgbClr val="67411F"/>
                </a:solidFill>
                <a:latin typeface="Calibri"/>
              </a:rPr>
              <a:t>PROGRAM EVOLUTION</a:t>
            </a:r>
          </a:p>
        </p:txBody>
      </p:sp>
      <p:cxnSp>
        <p:nvCxnSpPr>
          <p:cNvPr id="108" name="Connector 71">
            <a:extLst>
              <a:ext uri="{FF2B5EF4-FFF2-40B4-BE49-F238E27FC236}">
                <a16:creationId xmlns:a16="http://schemas.microsoft.com/office/drawing/2014/main" id="{ED8424BA-D826-3E31-204A-2E26B578DE44}"/>
              </a:ext>
            </a:extLst>
          </p:cNvPr>
          <p:cNvCxnSpPr/>
          <p:nvPr/>
        </p:nvCxnSpPr>
        <p:spPr>
          <a:xfrm>
            <a:off x="274320" y="5464062"/>
            <a:ext cx="11640312" cy="0"/>
          </a:xfrm>
          <a:prstGeom prst="line">
            <a:avLst/>
          </a:prstGeom>
          <a:ln w="9525">
            <a:solidFill>
              <a:srgbClr val="F4E9D3"/>
            </a:solidFill>
          </a:ln>
          <a:effectLst/>
        </p:spPr>
        <p:style>
          <a:lnRef idx="2">
            <a:schemeClr val="accent1"/>
          </a:lnRef>
          <a:fillRef idx="0">
            <a:schemeClr val="accent1"/>
          </a:fillRef>
          <a:effectRef idx="1">
            <a:schemeClr val="accent1"/>
          </a:effectRef>
          <a:fontRef idx="minor">
            <a:schemeClr val="tx1"/>
          </a:fontRef>
        </p:style>
      </p:cxnSp>
      <p:sp>
        <p:nvSpPr>
          <p:cNvPr id="109" name="Rounded Rectangle 72">
            <a:extLst>
              <a:ext uri="{FF2B5EF4-FFF2-40B4-BE49-F238E27FC236}">
                <a16:creationId xmlns:a16="http://schemas.microsoft.com/office/drawing/2014/main" id="{DEF1B64C-4F27-CD8C-0AD3-51D44CD5BA46}"/>
              </a:ext>
            </a:extLst>
          </p:cNvPr>
          <p:cNvSpPr/>
          <p:nvPr/>
        </p:nvSpPr>
        <p:spPr>
          <a:xfrm>
            <a:off x="274320" y="5376685"/>
            <a:ext cx="2745486" cy="723667"/>
          </a:xfrm>
          <a:prstGeom prst="roundRect">
            <a:avLst/>
          </a:prstGeom>
          <a:solidFill>
            <a:srgbClr val="F2ECDF"/>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0" name="TextBox 109">
            <a:extLst>
              <a:ext uri="{FF2B5EF4-FFF2-40B4-BE49-F238E27FC236}">
                <a16:creationId xmlns:a16="http://schemas.microsoft.com/office/drawing/2014/main" id="{089D5B75-2ACE-251A-8144-C334C2964D94}"/>
              </a:ext>
            </a:extLst>
          </p:cNvPr>
          <p:cNvSpPr txBox="1"/>
          <p:nvPr/>
        </p:nvSpPr>
        <p:spPr>
          <a:xfrm>
            <a:off x="402336" y="5458982"/>
            <a:ext cx="2379726" cy="182880"/>
          </a:xfrm>
          <a:prstGeom prst="rect">
            <a:avLst/>
          </a:prstGeom>
          <a:noFill/>
        </p:spPr>
        <p:txBody>
          <a:bodyPr wrap="square" lIns="0" tIns="0" rIns="0" bIns="0" anchor="ctr">
            <a:noAutofit/>
          </a:bodyPr>
          <a:lstStyle/>
          <a:p>
            <a:pPr algn="l">
              <a:spcBef>
                <a:spcPts val="0"/>
              </a:spcBef>
              <a:spcAft>
                <a:spcPts val="0"/>
              </a:spcAft>
            </a:pPr>
            <a:r>
              <a:rPr sz="1400" b="1" i="0">
                <a:solidFill>
                  <a:srgbClr val="231505"/>
                </a:solidFill>
                <a:latin typeface="Calibri"/>
              </a:rPr>
              <a:t>2007–09 </a:t>
            </a:r>
            <a:r>
              <a:rPr sz="1050" b="1" i="0" baseline="30000">
                <a:solidFill>
                  <a:srgbClr val="231505"/>
                </a:solidFill>
                <a:latin typeface="Calibri"/>
              </a:rPr>
              <a:t>1</a:t>
            </a:r>
          </a:p>
        </p:txBody>
      </p:sp>
      <p:sp>
        <p:nvSpPr>
          <p:cNvPr id="112" name="TextBox 111">
            <a:extLst>
              <a:ext uri="{FF2B5EF4-FFF2-40B4-BE49-F238E27FC236}">
                <a16:creationId xmlns:a16="http://schemas.microsoft.com/office/drawing/2014/main" id="{53CFD36B-DABF-C974-E0F5-C1474AB42F01}"/>
              </a:ext>
            </a:extLst>
          </p:cNvPr>
          <p:cNvSpPr txBox="1"/>
          <p:nvPr/>
        </p:nvSpPr>
        <p:spPr>
          <a:xfrm>
            <a:off x="402336" y="5669294"/>
            <a:ext cx="2489454" cy="201168"/>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4D3A24"/>
                </a:solidFill>
                <a:latin typeface="Calibri"/>
              </a:rPr>
              <a:t>Founded, then launched health and benefits advocacy.</a:t>
            </a:r>
          </a:p>
        </p:txBody>
      </p:sp>
      <p:sp>
        <p:nvSpPr>
          <p:cNvPr id="113" name="Rounded Rectangle 76">
            <a:extLst>
              <a:ext uri="{FF2B5EF4-FFF2-40B4-BE49-F238E27FC236}">
                <a16:creationId xmlns:a16="http://schemas.microsoft.com/office/drawing/2014/main" id="{96C04045-618D-A9BB-6DE9-AAE3AFFF00FF}"/>
              </a:ext>
            </a:extLst>
          </p:cNvPr>
          <p:cNvSpPr/>
          <p:nvPr/>
        </p:nvSpPr>
        <p:spPr>
          <a:xfrm>
            <a:off x="3239262" y="5376685"/>
            <a:ext cx="2745486" cy="723667"/>
          </a:xfrm>
          <a:prstGeom prst="roundRect">
            <a:avLst/>
          </a:prstGeom>
          <a:solidFill>
            <a:srgbClr val="F2ECDF"/>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4" name="TextBox 113">
            <a:extLst>
              <a:ext uri="{FF2B5EF4-FFF2-40B4-BE49-F238E27FC236}">
                <a16:creationId xmlns:a16="http://schemas.microsoft.com/office/drawing/2014/main" id="{EDB4DECD-E6A4-A69C-12C4-EBF6F4EBB7A8}"/>
              </a:ext>
            </a:extLst>
          </p:cNvPr>
          <p:cNvSpPr txBox="1"/>
          <p:nvPr/>
        </p:nvSpPr>
        <p:spPr>
          <a:xfrm>
            <a:off x="3367278" y="5458982"/>
            <a:ext cx="2379726" cy="182880"/>
          </a:xfrm>
          <a:prstGeom prst="rect">
            <a:avLst/>
          </a:prstGeom>
          <a:noFill/>
        </p:spPr>
        <p:txBody>
          <a:bodyPr wrap="square" lIns="0" tIns="0" rIns="0" bIns="0" anchor="ctr">
            <a:noAutofit/>
          </a:bodyPr>
          <a:lstStyle/>
          <a:p>
            <a:pPr algn="l">
              <a:spcBef>
                <a:spcPts val="0"/>
              </a:spcBef>
              <a:spcAft>
                <a:spcPts val="0"/>
              </a:spcAft>
            </a:pPr>
            <a:r>
              <a:rPr sz="1400" b="1" i="0">
                <a:solidFill>
                  <a:srgbClr val="231505"/>
                </a:solidFill>
                <a:latin typeface="Calibri"/>
              </a:rPr>
              <a:t>2021 </a:t>
            </a:r>
            <a:r>
              <a:rPr sz="1050" b="1" i="0" baseline="30000">
                <a:solidFill>
                  <a:srgbClr val="231505"/>
                </a:solidFill>
                <a:latin typeface="Calibri"/>
              </a:rPr>
              <a:t>1</a:t>
            </a:r>
          </a:p>
        </p:txBody>
      </p:sp>
      <p:sp>
        <p:nvSpPr>
          <p:cNvPr id="116" name="TextBox 115">
            <a:extLst>
              <a:ext uri="{FF2B5EF4-FFF2-40B4-BE49-F238E27FC236}">
                <a16:creationId xmlns:a16="http://schemas.microsoft.com/office/drawing/2014/main" id="{DD67DE19-B9DA-E337-F844-A2A39074FD04}"/>
              </a:ext>
            </a:extLst>
          </p:cNvPr>
          <p:cNvSpPr txBox="1"/>
          <p:nvPr/>
        </p:nvSpPr>
        <p:spPr>
          <a:xfrm>
            <a:off x="3367278" y="5669294"/>
            <a:ext cx="2489454" cy="201168"/>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4D3A24"/>
                </a:solidFill>
                <a:latin typeface="Calibri"/>
              </a:rPr>
              <a:t>2nd.MD + PlushCare add expert opinion and virtual primary care.</a:t>
            </a:r>
          </a:p>
        </p:txBody>
      </p:sp>
      <p:sp>
        <p:nvSpPr>
          <p:cNvPr id="117" name="Rounded Rectangle 80">
            <a:extLst>
              <a:ext uri="{FF2B5EF4-FFF2-40B4-BE49-F238E27FC236}">
                <a16:creationId xmlns:a16="http://schemas.microsoft.com/office/drawing/2014/main" id="{14E0F575-4CC1-67D0-48D3-337577815AD8}"/>
              </a:ext>
            </a:extLst>
          </p:cNvPr>
          <p:cNvSpPr/>
          <p:nvPr/>
        </p:nvSpPr>
        <p:spPr>
          <a:xfrm>
            <a:off x="6204204" y="5376685"/>
            <a:ext cx="2745486" cy="723667"/>
          </a:xfrm>
          <a:prstGeom prst="roundRect">
            <a:avLst/>
          </a:prstGeom>
          <a:solidFill>
            <a:srgbClr val="F2ECDF"/>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8" name="TextBox 117">
            <a:extLst>
              <a:ext uri="{FF2B5EF4-FFF2-40B4-BE49-F238E27FC236}">
                <a16:creationId xmlns:a16="http://schemas.microsoft.com/office/drawing/2014/main" id="{F14AF751-A730-12FF-9372-CB93BD2A39A7}"/>
              </a:ext>
            </a:extLst>
          </p:cNvPr>
          <p:cNvSpPr txBox="1"/>
          <p:nvPr/>
        </p:nvSpPr>
        <p:spPr>
          <a:xfrm>
            <a:off x="6332220" y="5458982"/>
            <a:ext cx="2379726" cy="182880"/>
          </a:xfrm>
          <a:prstGeom prst="rect">
            <a:avLst/>
          </a:prstGeom>
          <a:noFill/>
        </p:spPr>
        <p:txBody>
          <a:bodyPr wrap="square" lIns="0" tIns="0" rIns="0" bIns="0" anchor="ctr">
            <a:noAutofit/>
          </a:bodyPr>
          <a:lstStyle/>
          <a:p>
            <a:pPr algn="l">
              <a:spcBef>
                <a:spcPts val="0"/>
              </a:spcBef>
              <a:spcAft>
                <a:spcPts val="0"/>
              </a:spcAft>
            </a:pPr>
            <a:r>
              <a:rPr sz="1400" b="1" i="0">
                <a:solidFill>
                  <a:srgbClr val="231505"/>
                </a:solidFill>
                <a:latin typeface="Calibri"/>
              </a:rPr>
              <a:t>FY2024 </a:t>
            </a:r>
            <a:r>
              <a:rPr sz="1050" b="1" i="0" baseline="30000">
                <a:solidFill>
                  <a:srgbClr val="231505"/>
                </a:solidFill>
                <a:latin typeface="Calibri"/>
              </a:rPr>
              <a:t>1</a:t>
            </a:r>
          </a:p>
        </p:txBody>
      </p:sp>
      <p:sp>
        <p:nvSpPr>
          <p:cNvPr id="120" name="TextBox 119">
            <a:extLst>
              <a:ext uri="{FF2B5EF4-FFF2-40B4-BE49-F238E27FC236}">
                <a16:creationId xmlns:a16="http://schemas.microsoft.com/office/drawing/2014/main" id="{5D96821E-D642-37B4-64F7-2B4F10DFB51A}"/>
              </a:ext>
            </a:extLst>
          </p:cNvPr>
          <p:cNvSpPr txBox="1"/>
          <p:nvPr/>
        </p:nvSpPr>
        <p:spPr>
          <a:xfrm>
            <a:off x="6332220" y="5669294"/>
            <a:ext cx="2489454" cy="201168"/>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4D3A24"/>
                </a:solidFill>
                <a:latin typeface="Calibri"/>
              </a:rPr>
              <a:t>Multi-offering navigation platform at 1,200+ customers.</a:t>
            </a:r>
          </a:p>
        </p:txBody>
      </p:sp>
      <p:sp>
        <p:nvSpPr>
          <p:cNvPr id="121" name="Rounded Rectangle 84">
            <a:extLst>
              <a:ext uri="{FF2B5EF4-FFF2-40B4-BE49-F238E27FC236}">
                <a16:creationId xmlns:a16="http://schemas.microsoft.com/office/drawing/2014/main" id="{8F836233-0B9A-0F01-85BE-C42DC5252D94}"/>
              </a:ext>
            </a:extLst>
          </p:cNvPr>
          <p:cNvSpPr/>
          <p:nvPr/>
        </p:nvSpPr>
        <p:spPr>
          <a:xfrm>
            <a:off x="9169146" y="5376685"/>
            <a:ext cx="2745486" cy="723667"/>
          </a:xfrm>
          <a:prstGeom prst="roundRect">
            <a:avLst/>
          </a:prstGeom>
          <a:solidFill>
            <a:srgbClr val="F2ECDF"/>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22" name="TextBox 121">
            <a:extLst>
              <a:ext uri="{FF2B5EF4-FFF2-40B4-BE49-F238E27FC236}">
                <a16:creationId xmlns:a16="http://schemas.microsoft.com/office/drawing/2014/main" id="{FEB82E34-CD6A-BAA8-0BC8-701F9C741429}"/>
              </a:ext>
            </a:extLst>
          </p:cNvPr>
          <p:cNvSpPr txBox="1"/>
          <p:nvPr/>
        </p:nvSpPr>
        <p:spPr>
          <a:xfrm>
            <a:off x="9297162" y="5458982"/>
            <a:ext cx="2379726" cy="182880"/>
          </a:xfrm>
          <a:prstGeom prst="rect">
            <a:avLst/>
          </a:prstGeom>
          <a:noFill/>
        </p:spPr>
        <p:txBody>
          <a:bodyPr wrap="square" lIns="0" tIns="0" rIns="0" bIns="0" anchor="ctr">
            <a:noAutofit/>
          </a:bodyPr>
          <a:lstStyle/>
          <a:p>
            <a:pPr algn="l">
              <a:spcBef>
                <a:spcPts val="0"/>
              </a:spcBef>
              <a:spcAft>
                <a:spcPts val="0"/>
              </a:spcAft>
            </a:pPr>
            <a:r>
              <a:rPr sz="1400" b="1" i="0">
                <a:solidFill>
                  <a:srgbClr val="231505"/>
                </a:solidFill>
                <a:latin typeface="Calibri"/>
              </a:rPr>
              <a:t>Apr 2025 </a:t>
            </a:r>
            <a:r>
              <a:rPr sz="1050" b="1" i="0" baseline="30000">
                <a:solidFill>
                  <a:srgbClr val="231505"/>
                </a:solidFill>
                <a:latin typeface="Calibri"/>
              </a:rPr>
              <a:t>2</a:t>
            </a:r>
          </a:p>
        </p:txBody>
      </p:sp>
      <p:sp>
        <p:nvSpPr>
          <p:cNvPr id="124" name="TextBox 123">
            <a:extLst>
              <a:ext uri="{FF2B5EF4-FFF2-40B4-BE49-F238E27FC236}">
                <a16:creationId xmlns:a16="http://schemas.microsoft.com/office/drawing/2014/main" id="{545D7A9B-1DED-A7F0-0B3A-1D2881FF4129}"/>
              </a:ext>
            </a:extLst>
          </p:cNvPr>
          <p:cNvSpPr txBox="1"/>
          <p:nvPr/>
        </p:nvSpPr>
        <p:spPr>
          <a:xfrm>
            <a:off x="9297162" y="5669294"/>
            <a:ext cx="2489454" cy="201168"/>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4D3A24"/>
                </a:solidFill>
                <a:latin typeface="Calibri"/>
              </a:rPr>
              <a:t>Transcarent combination broadens the platform.</a:t>
            </a:r>
          </a:p>
        </p:txBody>
      </p:sp>
      <p:cxnSp>
        <p:nvCxnSpPr>
          <p:cNvPr id="125" name="Connector 88">
            <a:extLst>
              <a:ext uri="{FF2B5EF4-FFF2-40B4-BE49-F238E27FC236}">
                <a16:creationId xmlns:a16="http://schemas.microsoft.com/office/drawing/2014/main" id="{964EA2B2-E63D-1D36-13C6-44F3C2F9C349}"/>
              </a:ext>
            </a:extLst>
          </p:cNvPr>
          <p:cNvCxnSpPr/>
          <p:nvPr/>
        </p:nvCxnSpPr>
        <p:spPr>
          <a:xfrm>
            <a:off x="3038094" y="5660150"/>
            <a:ext cx="182880" cy="0"/>
          </a:xfrm>
          <a:prstGeom prst="line">
            <a:avLst/>
          </a:prstGeom>
          <a:ln w="12700">
            <a:solidFill>
              <a:srgbClr val="67411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6" name="Connector 89">
            <a:extLst>
              <a:ext uri="{FF2B5EF4-FFF2-40B4-BE49-F238E27FC236}">
                <a16:creationId xmlns:a16="http://schemas.microsoft.com/office/drawing/2014/main" id="{CEF6CBAB-6063-6735-832C-AB5C0AEA986C}"/>
              </a:ext>
            </a:extLst>
          </p:cNvPr>
          <p:cNvCxnSpPr/>
          <p:nvPr/>
        </p:nvCxnSpPr>
        <p:spPr>
          <a:xfrm>
            <a:off x="6003036" y="5660150"/>
            <a:ext cx="182880" cy="0"/>
          </a:xfrm>
          <a:prstGeom prst="line">
            <a:avLst/>
          </a:prstGeom>
          <a:ln w="12700">
            <a:solidFill>
              <a:srgbClr val="67411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7" name="Connector 90">
            <a:extLst>
              <a:ext uri="{FF2B5EF4-FFF2-40B4-BE49-F238E27FC236}">
                <a16:creationId xmlns:a16="http://schemas.microsoft.com/office/drawing/2014/main" id="{4AFE0926-7EA8-6430-DDF6-B939B1916F40}"/>
              </a:ext>
            </a:extLst>
          </p:cNvPr>
          <p:cNvCxnSpPr/>
          <p:nvPr/>
        </p:nvCxnSpPr>
        <p:spPr>
          <a:xfrm>
            <a:off x="8967978" y="5660150"/>
            <a:ext cx="182880" cy="0"/>
          </a:xfrm>
          <a:prstGeom prst="line">
            <a:avLst/>
          </a:prstGeom>
          <a:ln w="12700">
            <a:solidFill>
              <a:srgbClr val="67411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8" name="Rounded Rectangle 91">
            <a:extLst>
              <a:ext uri="{FF2B5EF4-FFF2-40B4-BE49-F238E27FC236}">
                <a16:creationId xmlns:a16="http://schemas.microsoft.com/office/drawing/2014/main" id="{CFF5375B-2259-97A0-8AE6-CEEE8D78B13F}"/>
              </a:ext>
            </a:extLst>
          </p:cNvPr>
          <p:cNvSpPr/>
          <p:nvPr/>
        </p:nvSpPr>
        <p:spPr>
          <a:xfrm>
            <a:off x="274320" y="6261607"/>
            <a:ext cx="11640312" cy="343959"/>
          </a:xfrm>
          <a:prstGeom prst="roundRect">
            <a:avLst/>
          </a:prstGeom>
          <a:solidFill>
            <a:srgbClr val="ECD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1200" b="1" i="1">
                <a:solidFill>
                  <a:srgbClr val="231505"/>
                </a:solidFill>
              </a:rPr>
              <a:t>Market signal:  </a:t>
            </a:r>
            <a:r>
              <a:rPr lang="en-US" sz="1200" i="1">
                <a:solidFill>
                  <a:srgbClr val="4D3A24"/>
                </a:solidFill>
              </a:rPr>
              <a:t>Navigation at scale requires claims/benefit context, high-touch care teams &amp; clinical pathways. Oura should add the signal-informed activation layer upstream, not replicate this infrastructure. </a:t>
            </a:r>
            <a:r>
              <a:rPr lang="en-US" sz="1200" i="1" baseline="30000">
                <a:solidFill>
                  <a:srgbClr val="4D3A24"/>
                </a:solidFill>
              </a:rPr>
              <a:t>1</a:t>
            </a:r>
          </a:p>
        </p:txBody>
      </p:sp>
    </p:spTree>
    <p:extLst>
      <p:ext uri="{BB962C8B-B14F-4D97-AF65-F5344CB8AC3E}">
        <p14:creationId xmlns:p14="http://schemas.microsoft.com/office/powerpoint/2010/main" val="234755796"/>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F7A98-0F8C-2A02-6494-0FB835808708}"/>
            </a:ext>
          </a:extLst>
        </p:cNvPr>
        <p:cNvGrpSpPr/>
        <p:nvPr/>
      </p:nvGrpSpPr>
      <p:grpSpPr>
        <a:xfrm>
          <a:off x="0" y="0"/>
          <a:ext cx="0" cy="0"/>
          <a:chOff x="0" y="0"/>
          <a:chExt cx="0" cy="0"/>
        </a:xfrm>
      </p:grpSpPr>
      <p:sp>
        <p:nvSpPr>
          <p:cNvPr id="48" name="Title 47">
            <a:extLst>
              <a:ext uri="{FF2B5EF4-FFF2-40B4-BE49-F238E27FC236}">
                <a16:creationId xmlns:a16="http://schemas.microsoft.com/office/drawing/2014/main" id="{D42018BF-4B5E-9B50-276D-A58FD20D6C2D}"/>
              </a:ext>
            </a:extLst>
          </p:cNvPr>
          <p:cNvSpPr>
            <a:spLocks noGrp="1"/>
          </p:cNvSpPr>
          <p:nvPr>
            <p:ph type="title"/>
          </p:nvPr>
        </p:nvSpPr>
        <p:spPr>
          <a:xfrm>
            <a:off x="378135" y="506429"/>
            <a:ext cx="11619234" cy="376492"/>
          </a:xfrm>
        </p:spPr>
        <p:txBody>
          <a:bodyPr anchor="t"/>
          <a:lstStyle/>
          <a:p>
            <a:r>
              <a:rPr lang="en-US"/>
              <a:t>Personify Health consolidates engagement, navigation &amp; cost control into a single front door</a:t>
            </a:r>
          </a:p>
        </p:txBody>
      </p:sp>
      <p:sp>
        <p:nvSpPr>
          <p:cNvPr id="49" name="Text Placeholder 48">
            <a:extLst>
              <a:ext uri="{FF2B5EF4-FFF2-40B4-BE49-F238E27FC236}">
                <a16:creationId xmlns:a16="http://schemas.microsoft.com/office/drawing/2014/main" id="{AFC0F865-F1A4-5944-236F-C42AC9E3B4CE}"/>
              </a:ext>
            </a:extLst>
          </p:cNvPr>
          <p:cNvSpPr>
            <a:spLocks noGrp="1"/>
          </p:cNvSpPr>
          <p:nvPr>
            <p:ph type="body" sz="quarter" idx="15"/>
          </p:nvPr>
        </p:nvSpPr>
        <p:spPr>
          <a:xfrm>
            <a:off x="374325" y="126515"/>
            <a:ext cx="11070914" cy="224221"/>
          </a:xfrm>
        </p:spPr>
        <p:txBody>
          <a:bodyPr/>
          <a:lstStyle/>
          <a:p>
            <a:r>
              <a:rPr lang="en-US"/>
              <a:t>Appendix · Employer Ecosystem Case Studies</a:t>
            </a:r>
          </a:p>
        </p:txBody>
      </p:sp>
      <p:sp>
        <p:nvSpPr>
          <p:cNvPr id="2" name="Content Placeholder 1">
            <a:extLst>
              <a:ext uri="{FF2B5EF4-FFF2-40B4-BE49-F238E27FC236}">
                <a16:creationId xmlns:a16="http://schemas.microsoft.com/office/drawing/2014/main" id="{5C76CB0C-BF86-9906-D2E7-4D7157ECECD2}"/>
              </a:ext>
            </a:extLst>
          </p:cNvPr>
          <p:cNvSpPr>
            <a:spLocks noGrp="1"/>
          </p:cNvSpPr>
          <p:nvPr>
            <p:ph sz="quarter" idx="16"/>
          </p:nvPr>
        </p:nvSpPr>
        <p:spPr>
          <a:xfrm>
            <a:off x="378135" y="954087"/>
            <a:ext cx="11071225" cy="223837"/>
          </a:xfrm>
        </p:spPr>
        <p:txBody>
          <a:bodyPr/>
          <a:lstStyle/>
          <a:p>
            <a:r>
              <a:rPr lang="en-US"/>
              <a:t>Formed by merging a wellbeing-engagement business with a self-insured TPA, it now sells five layered offerings under one relationship rather than five separate vendor contracts</a:t>
            </a:r>
          </a:p>
        </p:txBody>
      </p:sp>
      <p:cxnSp>
        <p:nvCxnSpPr>
          <p:cNvPr id="51" name="Straight Connector 50">
            <a:extLst>
              <a:ext uri="{FF2B5EF4-FFF2-40B4-BE49-F238E27FC236}">
                <a16:creationId xmlns:a16="http://schemas.microsoft.com/office/drawing/2014/main" id="{4DDDD5C1-BB27-6167-56A2-AC0BFDB8468F}"/>
              </a:ext>
            </a:extLst>
          </p:cNvPr>
          <p:cNvCxnSpPr>
            <a:cxnSpLocks/>
          </p:cNvCxnSpPr>
          <p:nvPr/>
        </p:nvCxnSpPr>
        <p:spPr>
          <a:xfrm>
            <a:off x="384490" y="421894"/>
            <a:ext cx="1137683" cy="0"/>
          </a:xfrm>
          <a:prstGeom prst="line">
            <a:avLst/>
          </a:prstGeom>
          <a:ln w="60325">
            <a:solidFill>
              <a:schemeClr val="accent4">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92" name="TextBox 91">
            <a:extLst>
              <a:ext uri="{FF2B5EF4-FFF2-40B4-BE49-F238E27FC236}">
                <a16:creationId xmlns:a16="http://schemas.microsoft.com/office/drawing/2014/main" id="{C2DA6B89-26EE-39A2-ACF1-6D7975CD0C0E}"/>
              </a:ext>
            </a:extLst>
          </p:cNvPr>
          <p:cNvSpPr txBox="1"/>
          <p:nvPr/>
        </p:nvSpPr>
        <p:spPr>
          <a:xfrm>
            <a:off x="3129534" y="6589243"/>
            <a:ext cx="8646922" cy="257852"/>
          </a:xfrm>
          <a:prstGeom prst="rect">
            <a:avLst/>
          </a:prstGeom>
          <a:noFill/>
        </p:spPr>
        <p:txBody>
          <a:bodyPr wrap="square" lIns="0" tIns="0" rIns="0" bIns="0" anchor="ctr">
            <a:noAutofit/>
          </a:bodyPr>
          <a:lstStyle/>
          <a:p>
            <a:pPr>
              <a:lnSpc>
                <a:spcPct val="125000"/>
              </a:lnSpc>
            </a:pPr>
            <a:r>
              <a:rPr lang="en-US" sz="800" b="1">
                <a:solidFill>
                  <a:srgbClr val="8A7658"/>
                </a:solidFill>
              </a:rPr>
              <a:t>Sources: </a:t>
            </a:r>
            <a:r>
              <a:rPr lang="en-US" sz="800" b="0" u="sng">
                <a:solidFill>
                  <a:srgbClr val="4C5C96"/>
                </a:solidFill>
              </a:rPr>
              <a:t>Company overview</a:t>
            </a:r>
            <a:r>
              <a:rPr lang="en-US" sz="800" b="0">
                <a:solidFill>
                  <a:srgbClr val="8A7658"/>
                </a:solidFill>
              </a:rPr>
              <a:t>  ·  </a:t>
            </a:r>
            <a:r>
              <a:rPr lang="en-US" sz="800" b="0" u="sng">
                <a:solidFill>
                  <a:srgbClr val="4C5C96"/>
                </a:solidFill>
              </a:rPr>
              <a:t>Merger release</a:t>
            </a:r>
            <a:r>
              <a:rPr lang="en-US" sz="800" b="0">
                <a:solidFill>
                  <a:srgbClr val="8A7658"/>
                </a:solidFill>
              </a:rPr>
              <a:t>  ·  </a:t>
            </a:r>
            <a:r>
              <a:rPr lang="en-US" sz="800" b="0" u="sng">
                <a:solidFill>
                  <a:srgbClr val="4C5C96"/>
                </a:solidFill>
              </a:rPr>
              <a:t>Brand launch</a:t>
            </a:r>
            <a:r>
              <a:rPr lang="en-US" sz="800" b="0">
                <a:solidFill>
                  <a:srgbClr val="8A7658"/>
                </a:solidFill>
              </a:rPr>
              <a:t>  ·  </a:t>
            </a:r>
            <a:r>
              <a:rPr lang="en-US" sz="800" b="0" u="sng">
                <a:solidFill>
                  <a:srgbClr val="4C5C96"/>
                </a:solidFill>
              </a:rPr>
              <a:t>Navigation page</a:t>
            </a:r>
            <a:r>
              <a:rPr lang="en-US" sz="800" b="0">
                <a:solidFill>
                  <a:srgbClr val="8A7658"/>
                </a:solidFill>
              </a:rPr>
              <a:t>  ·  </a:t>
            </a:r>
            <a:r>
              <a:rPr lang="en-US" sz="800" b="0" u="sng">
                <a:solidFill>
                  <a:srgbClr val="4C5C96"/>
                </a:solidFill>
              </a:rPr>
              <a:t>Navigation launch</a:t>
            </a:r>
            <a:r>
              <a:rPr lang="en-US" sz="800" b="0">
                <a:solidFill>
                  <a:srgbClr val="8A7658"/>
                </a:solidFill>
              </a:rPr>
              <a:t>  ·  </a:t>
            </a:r>
            <a:r>
              <a:rPr lang="en-US" sz="800" b="0" u="sng">
                <a:solidFill>
                  <a:srgbClr val="4C5C96"/>
                </a:solidFill>
              </a:rPr>
              <a:t>Outcomes certification</a:t>
            </a:r>
            <a:r>
              <a:rPr lang="en-US" sz="800" b="0">
                <a:solidFill>
                  <a:srgbClr val="8A7658"/>
                </a:solidFill>
              </a:rPr>
              <a:t>  ·  </a:t>
            </a:r>
            <a:r>
              <a:rPr lang="en-US" sz="800" b="0" u="sng">
                <a:solidFill>
                  <a:srgbClr val="4C5C96"/>
                </a:solidFill>
              </a:rPr>
              <a:t>Actuarial study</a:t>
            </a:r>
            <a:r>
              <a:rPr lang="en-US" sz="800" b="0">
                <a:solidFill>
                  <a:srgbClr val="8A7658"/>
                </a:solidFill>
              </a:rPr>
              <a:t>  ·  </a:t>
            </a:r>
            <a:r>
              <a:rPr lang="en-US" sz="800" b="0" u="sng">
                <a:solidFill>
                  <a:srgbClr val="4C5C96"/>
                </a:solidFill>
              </a:rPr>
              <a:t>WW partnership</a:t>
            </a:r>
            <a:r>
              <a:rPr lang="en-US" sz="800" b="0">
                <a:solidFill>
                  <a:srgbClr val="8A7658"/>
                </a:solidFill>
              </a:rPr>
              <a:t>  ·  </a:t>
            </a:r>
            <a:r>
              <a:rPr lang="en-US" sz="800" b="0" u="sng">
                <a:solidFill>
                  <a:srgbClr val="4C5C96"/>
                </a:solidFill>
              </a:rPr>
              <a:t>Dow study</a:t>
            </a:r>
          </a:p>
        </p:txBody>
      </p:sp>
      <p:sp>
        <p:nvSpPr>
          <p:cNvPr id="3" name="Rounded Rectangle 5">
            <a:extLst>
              <a:ext uri="{FF2B5EF4-FFF2-40B4-BE49-F238E27FC236}">
                <a16:creationId xmlns:a16="http://schemas.microsoft.com/office/drawing/2014/main" id="{91592656-8900-91DC-D782-212D2408DA13}"/>
              </a:ext>
            </a:extLst>
          </p:cNvPr>
          <p:cNvSpPr/>
          <p:nvPr/>
        </p:nvSpPr>
        <p:spPr>
          <a:xfrm>
            <a:off x="274318" y="1371600"/>
            <a:ext cx="1737360" cy="237744"/>
          </a:xfrm>
          <a:prstGeom prst="roundRect">
            <a:avLst>
              <a:gd name="adj" fmla="val 50000"/>
            </a:avLst>
          </a:prstGeom>
          <a:solidFill>
            <a:srgbClr val="F2ECDF"/>
          </a:solidFill>
          <a:ln w="9525">
            <a:solidFill>
              <a:srgbClr val="442A1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674526"/>
                </a:solidFill>
                <a:latin typeface="Calibri"/>
              </a:rPr>
              <a:t>5 layered offerings</a:t>
            </a:r>
          </a:p>
        </p:txBody>
      </p:sp>
      <p:sp>
        <p:nvSpPr>
          <p:cNvPr id="4" name="Rounded Rectangle 6">
            <a:extLst>
              <a:ext uri="{FF2B5EF4-FFF2-40B4-BE49-F238E27FC236}">
                <a16:creationId xmlns:a16="http://schemas.microsoft.com/office/drawing/2014/main" id="{9135E6C2-BCC7-0CCF-E2F0-B06039A6CA38}"/>
              </a:ext>
            </a:extLst>
          </p:cNvPr>
          <p:cNvSpPr/>
          <p:nvPr/>
        </p:nvSpPr>
        <p:spPr>
          <a:xfrm>
            <a:off x="2116935" y="1371600"/>
            <a:ext cx="3108960" cy="237744"/>
          </a:xfrm>
          <a:prstGeom prst="roundRect">
            <a:avLst>
              <a:gd name="adj" fmla="val 50000"/>
            </a:avLst>
          </a:prstGeom>
          <a:solidFill>
            <a:srgbClr val="F2ECDF"/>
          </a:solidFill>
          <a:ln w="9525">
            <a:solidFill>
              <a:srgbClr val="442A1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674526"/>
                </a:solidFill>
                <a:latin typeface="Calibri"/>
              </a:rPr>
              <a:t>Nov 2023 Virgin Pulse + HealthComp merger</a:t>
            </a:r>
          </a:p>
        </p:txBody>
      </p:sp>
      <p:sp>
        <p:nvSpPr>
          <p:cNvPr id="5" name="Rounded Rectangle 7">
            <a:extLst>
              <a:ext uri="{FF2B5EF4-FFF2-40B4-BE49-F238E27FC236}">
                <a16:creationId xmlns:a16="http://schemas.microsoft.com/office/drawing/2014/main" id="{7AB196FF-EDC7-CC42-1F25-471BBFBD3CB2}"/>
              </a:ext>
            </a:extLst>
          </p:cNvPr>
          <p:cNvSpPr/>
          <p:nvPr/>
        </p:nvSpPr>
        <p:spPr>
          <a:xfrm>
            <a:off x="5357569" y="1371600"/>
            <a:ext cx="2834640" cy="237744"/>
          </a:xfrm>
          <a:prstGeom prst="roundRect">
            <a:avLst>
              <a:gd name="adj" fmla="val 50000"/>
            </a:avLst>
          </a:prstGeom>
          <a:solidFill>
            <a:srgbClr val="F2ECDF"/>
          </a:solidFill>
          <a:ln w="9525">
            <a:solidFill>
              <a:srgbClr val="442A1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674526"/>
                </a:solidFill>
                <a:latin typeface="Calibri"/>
              </a:rPr>
              <a:t>Feb 2024 “Personify Health” brand launch</a:t>
            </a:r>
          </a:p>
        </p:txBody>
      </p:sp>
      <p:sp>
        <p:nvSpPr>
          <p:cNvPr id="6" name="Rounded Rectangle 8">
            <a:extLst>
              <a:ext uri="{FF2B5EF4-FFF2-40B4-BE49-F238E27FC236}">
                <a16:creationId xmlns:a16="http://schemas.microsoft.com/office/drawing/2014/main" id="{50427F2F-EBD0-F5C9-4A17-AD3B35D7CB7C}"/>
              </a:ext>
            </a:extLst>
          </p:cNvPr>
          <p:cNvSpPr/>
          <p:nvPr/>
        </p:nvSpPr>
        <p:spPr>
          <a:xfrm>
            <a:off x="8314738" y="1371600"/>
            <a:ext cx="3566160" cy="237744"/>
          </a:xfrm>
          <a:prstGeom prst="roundRect">
            <a:avLst>
              <a:gd name="adj" fmla="val 50000"/>
            </a:avLst>
          </a:prstGeom>
          <a:solidFill>
            <a:srgbClr val="F2ECDF"/>
          </a:solidFill>
          <a:ln w="9525">
            <a:solidFill>
              <a:srgbClr val="442A1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674526"/>
                </a:solidFill>
                <a:latin typeface="Calibri"/>
              </a:rPr>
              <a:t>23% lower allowed costs (self-insured, actuarial study)</a:t>
            </a:r>
          </a:p>
        </p:txBody>
      </p:sp>
      <p:sp>
        <p:nvSpPr>
          <p:cNvPr id="8" name="TextBox 7">
            <a:extLst>
              <a:ext uri="{FF2B5EF4-FFF2-40B4-BE49-F238E27FC236}">
                <a16:creationId xmlns:a16="http://schemas.microsoft.com/office/drawing/2014/main" id="{ADD90F6E-93F1-AFE9-3B33-C24738E692D8}"/>
              </a:ext>
            </a:extLst>
          </p:cNvPr>
          <p:cNvSpPr txBox="1"/>
          <p:nvPr/>
        </p:nvSpPr>
        <p:spPr>
          <a:xfrm>
            <a:off x="274320" y="1780032"/>
            <a:ext cx="11640312" cy="146304"/>
          </a:xfrm>
          <a:prstGeom prst="rect">
            <a:avLst/>
          </a:prstGeom>
          <a:noFill/>
        </p:spPr>
        <p:txBody>
          <a:bodyPr wrap="square" lIns="0" tIns="0" rIns="0" bIns="0" anchor="ctr">
            <a:noAutofit/>
          </a:bodyPr>
          <a:lstStyle/>
          <a:p>
            <a:pPr algn="l">
              <a:spcBef>
                <a:spcPts val="0"/>
              </a:spcBef>
              <a:spcAft>
                <a:spcPts val="0"/>
              </a:spcAft>
            </a:pPr>
            <a:r>
              <a:rPr sz="1200" b="1" i="0" spc="40">
                <a:solidFill>
                  <a:srgbClr val="67411F"/>
                </a:solidFill>
                <a:latin typeface="Calibri"/>
              </a:rPr>
              <a:t>CAPABILITY: FIVE LAYERS, ONE RELATIONSHIP</a:t>
            </a:r>
          </a:p>
        </p:txBody>
      </p:sp>
      <p:cxnSp>
        <p:nvCxnSpPr>
          <p:cNvPr id="10" name="Connector 10">
            <a:extLst>
              <a:ext uri="{FF2B5EF4-FFF2-40B4-BE49-F238E27FC236}">
                <a16:creationId xmlns:a16="http://schemas.microsoft.com/office/drawing/2014/main" id="{30BBC1EA-1DF2-1132-774B-1B3163FD1A75}"/>
              </a:ext>
            </a:extLst>
          </p:cNvPr>
          <p:cNvCxnSpPr/>
          <p:nvPr/>
        </p:nvCxnSpPr>
        <p:spPr>
          <a:xfrm>
            <a:off x="274320" y="1944624"/>
            <a:ext cx="11640312" cy="0"/>
          </a:xfrm>
          <a:prstGeom prst="line">
            <a:avLst/>
          </a:prstGeom>
          <a:ln w="9525">
            <a:solidFill>
              <a:srgbClr val="F4E9D3"/>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a:extLst>
              <a:ext uri="{FF2B5EF4-FFF2-40B4-BE49-F238E27FC236}">
                <a16:creationId xmlns:a16="http://schemas.microsoft.com/office/drawing/2014/main" id="{485C4162-EB66-85C1-8420-E8E2023F12A9}"/>
              </a:ext>
            </a:extLst>
          </p:cNvPr>
          <p:cNvSpPr/>
          <p:nvPr/>
        </p:nvSpPr>
        <p:spPr>
          <a:xfrm>
            <a:off x="274320" y="1999488"/>
            <a:ext cx="2240280" cy="973330"/>
          </a:xfrm>
          <a:prstGeom prst="roundRect">
            <a:avLst/>
          </a:prstGeom>
          <a:solidFill>
            <a:srgbClr val="FFFDF8"/>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B594B8C5-0F90-6E6B-B1A6-4D878ECDFB10}"/>
              </a:ext>
            </a:extLst>
          </p:cNvPr>
          <p:cNvSpPr txBox="1"/>
          <p:nvPr/>
        </p:nvSpPr>
        <p:spPr>
          <a:xfrm>
            <a:off x="402336" y="2090927"/>
            <a:ext cx="457200" cy="164592"/>
          </a:xfrm>
          <a:prstGeom prst="rect">
            <a:avLst/>
          </a:prstGeom>
          <a:noFill/>
        </p:spPr>
        <p:txBody>
          <a:bodyPr wrap="square" lIns="0" tIns="0" rIns="0" bIns="0" anchor="ctr">
            <a:noAutofit/>
          </a:bodyPr>
          <a:lstStyle/>
          <a:p>
            <a:pPr algn="l">
              <a:spcBef>
                <a:spcPts val="0"/>
              </a:spcBef>
              <a:spcAft>
                <a:spcPts val="0"/>
              </a:spcAft>
            </a:pPr>
            <a:r>
              <a:rPr sz="1600" b="1" i="0">
                <a:solidFill>
                  <a:srgbClr val="67411F"/>
                </a:solidFill>
                <a:latin typeface="Calibri"/>
              </a:rPr>
              <a:t>01</a:t>
            </a:r>
          </a:p>
        </p:txBody>
      </p:sp>
      <p:sp>
        <p:nvSpPr>
          <p:cNvPr id="18" name="TextBox 17">
            <a:extLst>
              <a:ext uri="{FF2B5EF4-FFF2-40B4-BE49-F238E27FC236}">
                <a16:creationId xmlns:a16="http://schemas.microsoft.com/office/drawing/2014/main" id="{0AEB8E67-CE16-1824-0CE8-6BE3A67222A5}"/>
              </a:ext>
            </a:extLst>
          </p:cNvPr>
          <p:cNvSpPr txBox="1"/>
          <p:nvPr/>
        </p:nvSpPr>
        <p:spPr>
          <a:xfrm>
            <a:off x="402336" y="2255520"/>
            <a:ext cx="1984248" cy="201168"/>
          </a:xfrm>
          <a:prstGeom prst="rect">
            <a:avLst/>
          </a:prstGeom>
          <a:noFill/>
        </p:spPr>
        <p:txBody>
          <a:bodyPr wrap="square" lIns="0" tIns="0" rIns="0" bIns="0" anchor="ctr">
            <a:noAutofit/>
          </a:bodyPr>
          <a:lstStyle/>
          <a:p>
            <a:pPr algn="l">
              <a:spcBef>
                <a:spcPts val="0"/>
              </a:spcBef>
              <a:spcAft>
                <a:spcPts val="0"/>
              </a:spcAft>
            </a:pPr>
            <a:r>
              <a:rPr sz="1200" b="1" i="0">
                <a:solidFill>
                  <a:srgbClr val="231505"/>
                </a:solidFill>
                <a:latin typeface="Calibri"/>
              </a:rPr>
              <a:t>Wellbeing &amp; Engagement</a:t>
            </a:r>
          </a:p>
        </p:txBody>
      </p:sp>
      <p:sp>
        <p:nvSpPr>
          <p:cNvPr id="20" name="TextBox 19">
            <a:extLst>
              <a:ext uri="{FF2B5EF4-FFF2-40B4-BE49-F238E27FC236}">
                <a16:creationId xmlns:a16="http://schemas.microsoft.com/office/drawing/2014/main" id="{36B31402-2EBD-DF0D-21F6-18995BD47746}"/>
              </a:ext>
            </a:extLst>
          </p:cNvPr>
          <p:cNvSpPr txBox="1"/>
          <p:nvPr/>
        </p:nvSpPr>
        <p:spPr>
          <a:xfrm>
            <a:off x="402336" y="2456688"/>
            <a:ext cx="2112264" cy="411480"/>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4D3A24"/>
                </a:solidFill>
                <a:latin typeface="Calibri"/>
              </a:rPr>
              <a:t>App, challenges, incentives, coaching, social features</a:t>
            </a:r>
          </a:p>
        </p:txBody>
      </p:sp>
      <p:sp>
        <p:nvSpPr>
          <p:cNvPr id="22" name="Rounded Rectangle 16">
            <a:extLst>
              <a:ext uri="{FF2B5EF4-FFF2-40B4-BE49-F238E27FC236}">
                <a16:creationId xmlns:a16="http://schemas.microsoft.com/office/drawing/2014/main" id="{DA58CB20-1898-7ECD-38E6-F902A8DB45A6}"/>
              </a:ext>
            </a:extLst>
          </p:cNvPr>
          <p:cNvSpPr/>
          <p:nvPr/>
        </p:nvSpPr>
        <p:spPr>
          <a:xfrm>
            <a:off x="2624328" y="1999488"/>
            <a:ext cx="2240280" cy="973330"/>
          </a:xfrm>
          <a:prstGeom prst="roundRect">
            <a:avLst/>
          </a:prstGeom>
          <a:solidFill>
            <a:srgbClr val="FFFDF8"/>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5144F67D-34B3-6BD7-6592-98F34E23080F}"/>
              </a:ext>
            </a:extLst>
          </p:cNvPr>
          <p:cNvSpPr txBox="1"/>
          <p:nvPr/>
        </p:nvSpPr>
        <p:spPr>
          <a:xfrm>
            <a:off x="2752344" y="2090927"/>
            <a:ext cx="457200" cy="164592"/>
          </a:xfrm>
          <a:prstGeom prst="rect">
            <a:avLst/>
          </a:prstGeom>
          <a:noFill/>
        </p:spPr>
        <p:txBody>
          <a:bodyPr wrap="square" lIns="0" tIns="0" rIns="0" bIns="0" anchor="ctr">
            <a:noAutofit/>
          </a:bodyPr>
          <a:lstStyle/>
          <a:p>
            <a:pPr algn="l">
              <a:spcBef>
                <a:spcPts val="0"/>
              </a:spcBef>
              <a:spcAft>
                <a:spcPts val="0"/>
              </a:spcAft>
            </a:pPr>
            <a:r>
              <a:rPr sz="1600" b="1" i="0">
                <a:solidFill>
                  <a:srgbClr val="67411F"/>
                </a:solidFill>
                <a:latin typeface="Calibri"/>
              </a:rPr>
              <a:t>02</a:t>
            </a:r>
          </a:p>
        </p:txBody>
      </p:sp>
      <p:sp>
        <p:nvSpPr>
          <p:cNvPr id="28" name="TextBox 27">
            <a:extLst>
              <a:ext uri="{FF2B5EF4-FFF2-40B4-BE49-F238E27FC236}">
                <a16:creationId xmlns:a16="http://schemas.microsoft.com/office/drawing/2014/main" id="{88243F4E-11F9-465F-E9AB-4BF47B8E0641}"/>
              </a:ext>
            </a:extLst>
          </p:cNvPr>
          <p:cNvSpPr txBox="1"/>
          <p:nvPr/>
        </p:nvSpPr>
        <p:spPr>
          <a:xfrm>
            <a:off x="2752344" y="2255520"/>
            <a:ext cx="1984248" cy="201168"/>
          </a:xfrm>
          <a:prstGeom prst="rect">
            <a:avLst/>
          </a:prstGeom>
          <a:noFill/>
        </p:spPr>
        <p:txBody>
          <a:bodyPr wrap="square" lIns="0" tIns="0" rIns="0" bIns="0" anchor="ctr">
            <a:noAutofit/>
          </a:bodyPr>
          <a:lstStyle/>
          <a:p>
            <a:pPr algn="l">
              <a:spcBef>
                <a:spcPts val="0"/>
              </a:spcBef>
              <a:spcAft>
                <a:spcPts val="0"/>
              </a:spcAft>
            </a:pPr>
            <a:r>
              <a:rPr sz="1200" b="1" i="0">
                <a:solidFill>
                  <a:srgbClr val="231505"/>
                </a:solidFill>
                <a:latin typeface="Calibri"/>
              </a:rPr>
              <a:t>Benefits &amp; Care Navigation</a:t>
            </a:r>
          </a:p>
        </p:txBody>
      </p:sp>
      <p:sp>
        <p:nvSpPr>
          <p:cNvPr id="30" name="TextBox 29">
            <a:extLst>
              <a:ext uri="{FF2B5EF4-FFF2-40B4-BE49-F238E27FC236}">
                <a16:creationId xmlns:a16="http://schemas.microsoft.com/office/drawing/2014/main" id="{81134C2F-EAD7-204A-3218-974CEF10A0CB}"/>
              </a:ext>
            </a:extLst>
          </p:cNvPr>
          <p:cNvSpPr txBox="1"/>
          <p:nvPr/>
        </p:nvSpPr>
        <p:spPr>
          <a:xfrm>
            <a:off x="2752344" y="2456688"/>
            <a:ext cx="1984248" cy="411480"/>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4D3A24"/>
                </a:solidFill>
                <a:latin typeface="Calibri"/>
              </a:rPr>
              <a:t>Cost transparency, provider search, advocate</a:t>
            </a:r>
          </a:p>
        </p:txBody>
      </p:sp>
      <p:sp>
        <p:nvSpPr>
          <p:cNvPr id="32" name="Rounded Rectangle 21">
            <a:extLst>
              <a:ext uri="{FF2B5EF4-FFF2-40B4-BE49-F238E27FC236}">
                <a16:creationId xmlns:a16="http://schemas.microsoft.com/office/drawing/2014/main" id="{DCFE6616-F2C6-FE33-E360-4251A10C331C}"/>
              </a:ext>
            </a:extLst>
          </p:cNvPr>
          <p:cNvSpPr/>
          <p:nvPr/>
        </p:nvSpPr>
        <p:spPr>
          <a:xfrm>
            <a:off x="4974336" y="1999488"/>
            <a:ext cx="2240280" cy="973330"/>
          </a:xfrm>
          <a:prstGeom prst="roundRect">
            <a:avLst/>
          </a:prstGeom>
          <a:solidFill>
            <a:srgbClr val="FFFDF8"/>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a:extLst>
              <a:ext uri="{FF2B5EF4-FFF2-40B4-BE49-F238E27FC236}">
                <a16:creationId xmlns:a16="http://schemas.microsoft.com/office/drawing/2014/main" id="{40F9F31C-82AA-72DC-9137-ACFB8970EF67}"/>
              </a:ext>
            </a:extLst>
          </p:cNvPr>
          <p:cNvSpPr txBox="1"/>
          <p:nvPr/>
        </p:nvSpPr>
        <p:spPr>
          <a:xfrm>
            <a:off x="5102352" y="2090927"/>
            <a:ext cx="457200" cy="164592"/>
          </a:xfrm>
          <a:prstGeom prst="rect">
            <a:avLst/>
          </a:prstGeom>
          <a:noFill/>
        </p:spPr>
        <p:txBody>
          <a:bodyPr wrap="square" lIns="0" tIns="0" rIns="0" bIns="0" anchor="ctr">
            <a:noAutofit/>
          </a:bodyPr>
          <a:lstStyle/>
          <a:p>
            <a:pPr algn="l">
              <a:spcBef>
                <a:spcPts val="0"/>
              </a:spcBef>
              <a:spcAft>
                <a:spcPts val="0"/>
              </a:spcAft>
            </a:pPr>
            <a:r>
              <a:rPr sz="1600" b="1" i="0">
                <a:solidFill>
                  <a:srgbClr val="67411F"/>
                </a:solidFill>
                <a:latin typeface="Calibri"/>
              </a:rPr>
              <a:t>03</a:t>
            </a:r>
          </a:p>
        </p:txBody>
      </p:sp>
      <p:sp>
        <p:nvSpPr>
          <p:cNvPr id="38" name="TextBox 37">
            <a:extLst>
              <a:ext uri="{FF2B5EF4-FFF2-40B4-BE49-F238E27FC236}">
                <a16:creationId xmlns:a16="http://schemas.microsoft.com/office/drawing/2014/main" id="{FADE2E87-54BF-2B9B-8722-75160899922E}"/>
              </a:ext>
            </a:extLst>
          </p:cNvPr>
          <p:cNvSpPr txBox="1"/>
          <p:nvPr/>
        </p:nvSpPr>
        <p:spPr>
          <a:xfrm>
            <a:off x="5102352" y="2255520"/>
            <a:ext cx="1984248" cy="201168"/>
          </a:xfrm>
          <a:prstGeom prst="rect">
            <a:avLst/>
          </a:prstGeom>
          <a:noFill/>
        </p:spPr>
        <p:txBody>
          <a:bodyPr wrap="square" lIns="0" tIns="0" rIns="0" bIns="0" anchor="ctr">
            <a:noAutofit/>
          </a:bodyPr>
          <a:lstStyle/>
          <a:p>
            <a:pPr algn="l">
              <a:spcBef>
                <a:spcPts val="0"/>
              </a:spcBef>
              <a:spcAft>
                <a:spcPts val="0"/>
              </a:spcAft>
            </a:pPr>
            <a:r>
              <a:rPr sz="1200" b="1" i="0">
                <a:solidFill>
                  <a:srgbClr val="231505"/>
                </a:solidFill>
                <a:latin typeface="Calibri"/>
              </a:rPr>
              <a:t>Care &amp; Condition Mgmt</a:t>
            </a:r>
          </a:p>
        </p:txBody>
      </p:sp>
      <p:sp>
        <p:nvSpPr>
          <p:cNvPr id="40" name="TextBox 39">
            <a:extLst>
              <a:ext uri="{FF2B5EF4-FFF2-40B4-BE49-F238E27FC236}">
                <a16:creationId xmlns:a16="http://schemas.microsoft.com/office/drawing/2014/main" id="{C3B6BFDE-724B-D067-6C8D-D14B75222F64}"/>
              </a:ext>
            </a:extLst>
          </p:cNvPr>
          <p:cNvSpPr txBox="1"/>
          <p:nvPr/>
        </p:nvSpPr>
        <p:spPr>
          <a:xfrm>
            <a:off x="5102352" y="2456688"/>
            <a:ext cx="2221992" cy="411480"/>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4D3A24"/>
                </a:solidFill>
                <a:latin typeface="Calibri"/>
              </a:rPr>
              <a:t>Proactive outreach to higher-risk, higher-cost members</a:t>
            </a:r>
          </a:p>
        </p:txBody>
      </p:sp>
      <p:sp>
        <p:nvSpPr>
          <p:cNvPr id="62" name="Rounded Rectangle 26">
            <a:extLst>
              <a:ext uri="{FF2B5EF4-FFF2-40B4-BE49-F238E27FC236}">
                <a16:creationId xmlns:a16="http://schemas.microsoft.com/office/drawing/2014/main" id="{34CECF14-B42D-15BD-B250-220890451FF6}"/>
              </a:ext>
            </a:extLst>
          </p:cNvPr>
          <p:cNvSpPr/>
          <p:nvPr/>
        </p:nvSpPr>
        <p:spPr>
          <a:xfrm>
            <a:off x="7324344" y="1999488"/>
            <a:ext cx="2240280" cy="973330"/>
          </a:xfrm>
          <a:prstGeom prst="roundRect">
            <a:avLst/>
          </a:prstGeom>
          <a:solidFill>
            <a:srgbClr val="FFFDF8"/>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a:extLst>
              <a:ext uri="{FF2B5EF4-FFF2-40B4-BE49-F238E27FC236}">
                <a16:creationId xmlns:a16="http://schemas.microsoft.com/office/drawing/2014/main" id="{B0036896-0A78-211A-01B0-B552DE01C92B}"/>
              </a:ext>
            </a:extLst>
          </p:cNvPr>
          <p:cNvSpPr txBox="1"/>
          <p:nvPr/>
        </p:nvSpPr>
        <p:spPr>
          <a:xfrm>
            <a:off x="7452359" y="2090927"/>
            <a:ext cx="457200" cy="164592"/>
          </a:xfrm>
          <a:prstGeom prst="rect">
            <a:avLst/>
          </a:prstGeom>
          <a:noFill/>
        </p:spPr>
        <p:txBody>
          <a:bodyPr wrap="square" lIns="0" tIns="0" rIns="0" bIns="0" anchor="ctr">
            <a:noAutofit/>
          </a:bodyPr>
          <a:lstStyle/>
          <a:p>
            <a:pPr algn="l">
              <a:spcBef>
                <a:spcPts val="0"/>
              </a:spcBef>
              <a:spcAft>
                <a:spcPts val="0"/>
              </a:spcAft>
            </a:pPr>
            <a:r>
              <a:rPr sz="1600" b="1" i="0">
                <a:solidFill>
                  <a:srgbClr val="67411F"/>
                </a:solidFill>
                <a:latin typeface="Calibri"/>
              </a:rPr>
              <a:t>04</a:t>
            </a:r>
          </a:p>
        </p:txBody>
      </p:sp>
      <p:sp>
        <p:nvSpPr>
          <p:cNvPr id="65" name="TextBox 64">
            <a:extLst>
              <a:ext uri="{FF2B5EF4-FFF2-40B4-BE49-F238E27FC236}">
                <a16:creationId xmlns:a16="http://schemas.microsoft.com/office/drawing/2014/main" id="{FD5189AC-0808-DA38-A508-82B01EB36C35}"/>
              </a:ext>
            </a:extLst>
          </p:cNvPr>
          <p:cNvSpPr txBox="1"/>
          <p:nvPr/>
        </p:nvSpPr>
        <p:spPr>
          <a:xfrm>
            <a:off x="7452359" y="2255520"/>
            <a:ext cx="1984248" cy="201168"/>
          </a:xfrm>
          <a:prstGeom prst="rect">
            <a:avLst/>
          </a:prstGeom>
          <a:noFill/>
        </p:spPr>
        <p:txBody>
          <a:bodyPr wrap="square" lIns="0" tIns="0" rIns="0" bIns="0" anchor="ctr">
            <a:noAutofit/>
          </a:bodyPr>
          <a:lstStyle/>
          <a:p>
            <a:pPr algn="l">
              <a:spcBef>
                <a:spcPts val="0"/>
              </a:spcBef>
              <a:spcAft>
                <a:spcPts val="0"/>
              </a:spcAft>
            </a:pPr>
            <a:r>
              <a:rPr sz="1200" b="1" i="0">
                <a:solidFill>
                  <a:srgbClr val="231505"/>
                </a:solidFill>
                <a:latin typeface="Calibri"/>
              </a:rPr>
              <a:t>Self-Insured TPA</a:t>
            </a:r>
          </a:p>
        </p:txBody>
      </p:sp>
      <p:sp>
        <p:nvSpPr>
          <p:cNvPr id="66" name="TextBox 65">
            <a:extLst>
              <a:ext uri="{FF2B5EF4-FFF2-40B4-BE49-F238E27FC236}">
                <a16:creationId xmlns:a16="http://schemas.microsoft.com/office/drawing/2014/main" id="{26986F0D-974D-B749-73A1-E17F7C99D61A}"/>
              </a:ext>
            </a:extLst>
          </p:cNvPr>
          <p:cNvSpPr txBox="1"/>
          <p:nvPr/>
        </p:nvSpPr>
        <p:spPr>
          <a:xfrm>
            <a:off x="7452358" y="2456688"/>
            <a:ext cx="2219961" cy="398648"/>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4D3A24"/>
                </a:solidFill>
                <a:latin typeface="Calibri"/>
              </a:rPr>
              <a:t>Claims admin, PBM/stop-loss config, util</a:t>
            </a:r>
            <a:r>
              <a:rPr lang="en-US" sz="1200" b="0" i="0">
                <a:solidFill>
                  <a:srgbClr val="4D3A24"/>
                </a:solidFill>
                <a:latin typeface="Calibri"/>
              </a:rPr>
              <a:t>ization</a:t>
            </a:r>
            <a:r>
              <a:rPr sz="1200" b="0" i="0">
                <a:solidFill>
                  <a:srgbClr val="4D3A24"/>
                </a:solidFill>
                <a:latin typeface="Calibri"/>
              </a:rPr>
              <a:t> review</a:t>
            </a:r>
          </a:p>
        </p:txBody>
      </p:sp>
      <p:sp>
        <p:nvSpPr>
          <p:cNvPr id="67" name="Rounded Rectangle 31">
            <a:extLst>
              <a:ext uri="{FF2B5EF4-FFF2-40B4-BE49-F238E27FC236}">
                <a16:creationId xmlns:a16="http://schemas.microsoft.com/office/drawing/2014/main" id="{D215390E-2FF2-843C-E685-DAA2C90E7DB4}"/>
              </a:ext>
            </a:extLst>
          </p:cNvPr>
          <p:cNvSpPr/>
          <p:nvPr/>
        </p:nvSpPr>
        <p:spPr>
          <a:xfrm>
            <a:off x="9674352" y="1999488"/>
            <a:ext cx="2240280" cy="973330"/>
          </a:xfrm>
          <a:prstGeom prst="roundRect">
            <a:avLst/>
          </a:prstGeom>
          <a:solidFill>
            <a:srgbClr val="FFFDF8"/>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a:extLst>
              <a:ext uri="{FF2B5EF4-FFF2-40B4-BE49-F238E27FC236}">
                <a16:creationId xmlns:a16="http://schemas.microsoft.com/office/drawing/2014/main" id="{CB98997B-1577-5F0B-1B63-6533C7C5585E}"/>
              </a:ext>
            </a:extLst>
          </p:cNvPr>
          <p:cNvSpPr txBox="1"/>
          <p:nvPr/>
        </p:nvSpPr>
        <p:spPr>
          <a:xfrm>
            <a:off x="9802368" y="2090927"/>
            <a:ext cx="457200" cy="164592"/>
          </a:xfrm>
          <a:prstGeom prst="rect">
            <a:avLst/>
          </a:prstGeom>
          <a:noFill/>
        </p:spPr>
        <p:txBody>
          <a:bodyPr wrap="square" lIns="0" tIns="0" rIns="0" bIns="0" anchor="ctr">
            <a:noAutofit/>
          </a:bodyPr>
          <a:lstStyle/>
          <a:p>
            <a:pPr algn="l">
              <a:spcBef>
                <a:spcPts val="0"/>
              </a:spcBef>
              <a:spcAft>
                <a:spcPts val="0"/>
              </a:spcAft>
            </a:pPr>
            <a:r>
              <a:rPr sz="1600" b="1" i="0">
                <a:solidFill>
                  <a:srgbClr val="67411F"/>
                </a:solidFill>
                <a:latin typeface="Calibri"/>
              </a:rPr>
              <a:t>05</a:t>
            </a:r>
          </a:p>
        </p:txBody>
      </p:sp>
      <p:sp>
        <p:nvSpPr>
          <p:cNvPr id="70" name="TextBox 69">
            <a:extLst>
              <a:ext uri="{FF2B5EF4-FFF2-40B4-BE49-F238E27FC236}">
                <a16:creationId xmlns:a16="http://schemas.microsoft.com/office/drawing/2014/main" id="{32A07DFB-7F97-6274-F36B-792B11FD47B7}"/>
              </a:ext>
            </a:extLst>
          </p:cNvPr>
          <p:cNvSpPr txBox="1"/>
          <p:nvPr/>
        </p:nvSpPr>
        <p:spPr>
          <a:xfrm>
            <a:off x="9802368" y="2255520"/>
            <a:ext cx="1984248" cy="201168"/>
          </a:xfrm>
          <a:prstGeom prst="rect">
            <a:avLst/>
          </a:prstGeom>
          <a:noFill/>
        </p:spPr>
        <p:txBody>
          <a:bodyPr wrap="square" lIns="0" tIns="0" rIns="0" bIns="0" anchor="ctr">
            <a:noAutofit/>
          </a:bodyPr>
          <a:lstStyle/>
          <a:p>
            <a:pPr algn="l">
              <a:spcBef>
                <a:spcPts val="0"/>
              </a:spcBef>
              <a:spcAft>
                <a:spcPts val="0"/>
              </a:spcAft>
            </a:pPr>
            <a:r>
              <a:rPr sz="1200" b="1" i="0">
                <a:solidFill>
                  <a:srgbClr val="231505"/>
                </a:solidFill>
                <a:latin typeface="Calibri"/>
              </a:rPr>
              <a:t>Hardware &amp; Marketplace</a:t>
            </a:r>
          </a:p>
        </p:txBody>
      </p:sp>
      <p:sp>
        <p:nvSpPr>
          <p:cNvPr id="71" name="TextBox 70">
            <a:extLst>
              <a:ext uri="{FF2B5EF4-FFF2-40B4-BE49-F238E27FC236}">
                <a16:creationId xmlns:a16="http://schemas.microsoft.com/office/drawing/2014/main" id="{9665EFB1-F69F-0EE0-506E-C462EA2874E4}"/>
              </a:ext>
            </a:extLst>
          </p:cNvPr>
          <p:cNvSpPr txBox="1"/>
          <p:nvPr/>
        </p:nvSpPr>
        <p:spPr>
          <a:xfrm>
            <a:off x="9802367" y="2456688"/>
            <a:ext cx="2110233" cy="538482"/>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4D3A24"/>
                </a:solidFill>
                <a:latin typeface="Calibri"/>
              </a:rPr>
              <a:t>Max GO tracker; specialty-partner integrations,</a:t>
            </a:r>
            <a:r>
              <a:rPr lang="en-US" sz="1200" b="0" i="0">
                <a:solidFill>
                  <a:srgbClr val="4D3A24"/>
                </a:solidFill>
                <a:latin typeface="Calibri"/>
              </a:rPr>
              <a:t> </a:t>
            </a:r>
            <a:r>
              <a:rPr sz="1200" b="0" i="0">
                <a:solidFill>
                  <a:srgbClr val="4D3A24"/>
                </a:solidFill>
                <a:latin typeface="Calibri"/>
              </a:rPr>
              <a:t>funded by employer. </a:t>
            </a:r>
          </a:p>
        </p:txBody>
      </p:sp>
      <p:sp>
        <p:nvSpPr>
          <p:cNvPr id="72" name="TextBox 71">
            <a:extLst>
              <a:ext uri="{FF2B5EF4-FFF2-40B4-BE49-F238E27FC236}">
                <a16:creationId xmlns:a16="http://schemas.microsoft.com/office/drawing/2014/main" id="{305A700C-FC13-FD2C-8E30-70874956DC49}"/>
              </a:ext>
            </a:extLst>
          </p:cNvPr>
          <p:cNvSpPr txBox="1"/>
          <p:nvPr/>
        </p:nvSpPr>
        <p:spPr>
          <a:xfrm>
            <a:off x="264160" y="3143880"/>
            <a:ext cx="11640312" cy="146304"/>
          </a:xfrm>
          <a:prstGeom prst="rect">
            <a:avLst/>
          </a:prstGeom>
          <a:noFill/>
        </p:spPr>
        <p:txBody>
          <a:bodyPr wrap="square" lIns="0" tIns="0" rIns="0" bIns="0" anchor="ctr">
            <a:noAutofit/>
          </a:bodyPr>
          <a:lstStyle/>
          <a:p>
            <a:pPr algn="l">
              <a:spcBef>
                <a:spcPts val="0"/>
              </a:spcBef>
              <a:spcAft>
                <a:spcPts val="0"/>
              </a:spcAft>
            </a:pPr>
            <a:r>
              <a:rPr sz="1200" b="1" i="0" spc="40">
                <a:solidFill>
                  <a:srgbClr val="67411F"/>
                </a:solidFill>
                <a:latin typeface="Calibri"/>
              </a:rPr>
              <a:t>WHY EMPLOYERS BUY: PROOF POINTS ACROSS THE STACK</a:t>
            </a:r>
          </a:p>
        </p:txBody>
      </p:sp>
      <p:cxnSp>
        <p:nvCxnSpPr>
          <p:cNvPr id="73" name="Connector 37">
            <a:extLst>
              <a:ext uri="{FF2B5EF4-FFF2-40B4-BE49-F238E27FC236}">
                <a16:creationId xmlns:a16="http://schemas.microsoft.com/office/drawing/2014/main" id="{941EB6F1-2B4C-25DD-7CCC-8FFA08FA2F5E}"/>
              </a:ext>
            </a:extLst>
          </p:cNvPr>
          <p:cNvCxnSpPr/>
          <p:nvPr/>
        </p:nvCxnSpPr>
        <p:spPr>
          <a:xfrm>
            <a:off x="264160" y="3308472"/>
            <a:ext cx="11640312" cy="0"/>
          </a:xfrm>
          <a:prstGeom prst="line">
            <a:avLst/>
          </a:prstGeom>
          <a:ln w="9525">
            <a:solidFill>
              <a:srgbClr val="F4E9D3"/>
            </a:solidFill>
          </a:ln>
          <a:effectLst/>
        </p:spPr>
        <p:style>
          <a:lnRef idx="2">
            <a:schemeClr val="accent1"/>
          </a:lnRef>
          <a:fillRef idx="0">
            <a:schemeClr val="accent1"/>
          </a:fillRef>
          <a:effectRef idx="1">
            <a:schemeClr val="accent1"/>
          </a:effectRef>
          <a:fontRef idx="minor">
            <a:schemeClr val="tx1"/>
          </a:fontRef>
        </p:style>
      </p:cxnSp>
      <p:sp>
        <p:nvSpPr>
          <p:cNvPr id="74" name="Rounded Rectangle 38">
            <a:extLst>
              <a:ext uri="{FF2B5EF4-FFF2-40B4-BE49-F238E27FC236}">
                <a16:creationId xmlns:a16="http://schemas.microsoft.com/office/drawing/2014/main" id="{B4E4C7AC-7209-2A49-F149-7C3E1B6E2A25}"/>
              </a:ext>
            </a:extLst>
          </p:cNvPr>
          <p:cNvSpPr/>
          <p:nvPr/>
        </p:nvSpPr>
        <p:spPr>
          <a:xfrm>
            <a:off x="264160" y="3363336"/>
            <a:ext cx="2807208" cy="914400"/>
          </a:xfrm>
          <a:prstGeom prst="roundRect">
            <a:avLst/>
          </a:prstGeom>
          <a:solidFill>
            <a:srgbClr val="F2ECDF"/>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5" name="TextBox 74">
            <a:extLst>
              <a:ext uri="{FF2B5EF4-FFF2-40B4-BE49-F238E27FC236}">
                <a16:creationId xmlns:a16="http://schemas.microsoft.com/office/drawing/2014/main" id="{938E7C57-B515-2E36-99BB-B10924CA76AE}"/>
              </a:ext>
            </a:extLst>
          </p:cNvPr>
          <p:cNvSpPr txBox="1"/>
          <p:nvPr/>
        </p:nvSpPr>
        <p:spPr>
          <a:xfrm>
            <a:off x="392176" y="3436488"/>
            <a:ext cx="2441448" cy="137160"/>
          </a:xfrm>
          <a:prstGeom prst="rect">
            <a:avLst/>
          </a:prstGeom>
          <a:noFill/>
        </p:spPr>
        <p:txBody>
          <a:bodyPr wrap="square" lIns="0" tIns="0" rIns="0" bIns="0" anchor="ctr">
            <a:noAutofit/>
          </a:bodyPr>
          <a:lstStyle/>
          <a:p>
            <a:pPr algn="l">
              <a:spcBef>
                <a:spcPts val="0"/>
              </a:spcBef>
              <a:spcAft>
                <a:spcPts val="0"/>
              </a:spcAft>
            </a:pPr>
            <a:r>
              <a:rPr sz="1200" b="0" i="1">
                <a:solidFill>
                  <a:srgbClr val="4D3A24"/>
                </a:solidFill>
                <a:latin typeface="Calibri"/>
              </a:rPr>
              <a:t>Dow · 40,000+ employees, 60 countries</a:t>
            </a:r>
          </a:p>
        </p:txBody>
      </p:sp>
      <p:sp>
        <p:nvSpPr>
          <p:cNvPr id="77" name="TextBox 76">
            <a:extLst>
              <a:ext uri="{FF2B5EF4-FFF2-40B4-BE49-F238E27FC236}">
                <a16:creationId xmlns:a16="http://schemas.microsoft.com/office/drawing/2014/main" id="{CFBBBF0B-5360-191D-D90A-4353E4D7F7B0}"/>
              </a:ext>
            </a:extLst>
          </p:cNvPr>
          <p:cNvSpPr txBox="1"/>
          <p:nvPr/>
        </p:nvSpPr>
        <p:spPr>
          <a:xfrm>
            <a:off x="392176" y="3582792"/>
            <a:ext cx="2551176" cy="219456"/>
          </a:xfrm>
          <a:prstGeom prst="rect">
            <a:avLst/>
          </a:prstGeom>
          <a:noFill/>
        </p:spPr>
        <p:txBody>
          <a:bodyPr wrap="square" lIns="0" tIns="0" rIns="0" bIns="0" anchor="ctr">
            <a:noAutofit/>
          </a:bodyPr>
          <a:lstStyle/>
          <a:p>
            <a:pPr algn="l">
              <a:spcBef>
                <a:spcPts val="0"/>
              </a:spcBef>
              <a:spcAft>
                <a:spcPts val="0"/>
              </a:spcAft>
            </a:pPr>
            <a:r>
              <a:rPr sz="1200" b="1" i="0">
                <a:solidFill>
                  <a:srgbClr val="231505"/>
                </a:solidFill>
                <a:latin typeface="Calibri"/>
              </a:rPr>
              <a:t>62% / 78% </a:t>
            </a:r>
          </a:p>
        </p:txBody>
      </p:sp>
      <p:sp>
        <p:nvSpPr>
          <p:cNvPr id="78" name="TextBox 77">
            <a:extLst>
              <a:ext uri="{FF2B5EF4-FFF2-40B4-BE49-F238E27FC236}">
                <a16:creationId xmlns:a16="http://schemas.microsoft.com/office/drawing/2014/main" id="{6012D51D-6BA0-1671-6B53-8D722E672831}"/>
              </a:ext>
            </a:extLst>
          </p:cNvPr>
          <p:cNvSpPr txBox="1"/>
          <p:nvPr/>
        </p:nvSpPr>
        <p:spPr>
          <a:xfrm>
            <a:off x="392176" y="3820536"/>
            <a:ext cx="2551176" cy="384048"/>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4D3A24"/>
                </a:solidFill>
                <a:latin typeface="Calibri"/>
              </a:rPr>
              <a:t>First-year enrollment / sustained monthly engagement.</a:t>
            </a:r>
          </a:p>
        </p:txBody>
      </p:sp>
      <p:sp>
        <p:nvSpPr>
          <p:cNvPr id="79" name="Rounded Rectangle 43">
            <a:extLst>
              <a:ext uri="{FF2B5EF4-FFF2-40B4-BE49-F238E27FC236}">
                <a16:creationId xmlns:a16="http://schemas.microsoft.com/office/drawing/2014/main" id="{BF3FF650-BE42-50EE-1537-39090E8745A7}"/>
              </a:ext>
            </a:extLst>
          </p:cNvPr>
          <p:cNvSpPr/>
          <p:nvPr/>
        </p:nvSpPr>
        <p:spPr>
          <a:xfrm>
            <a:off x="3208528" y="3363336"/>
            <a:ext cx="2807208" cy="914400"/>
          </a:xfrm>
          <a:prstGeom prst="roundRect">
            <a:avLst/>
          </a:prstGeom>
          <a:solidFill>
            <a:srgbClr val="F2ECDF"/>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0" name="TextBox 79">
            <a:extLst>
              <a:ext uri="{FF2B5EF4-FFF2-40B4-BE49-F238E27FC236}">
                <a16:creationId xmlns:a16="http://schemas.microsoft.com/office/drawing/2014/main" id="{8A34A8A6-E774-B329-999B-3AA5C90A5BE0}"/>
              </a:ext>
            </a:extLst>
          </p:cNvPr>
          <p:cNvSpPr txBox="1"/>
          <p:nvPr/>
        </p:nvSpPr>
        <p:spPr>
          <a:xfrm>
            <a:off x="3336544" y="3436488"/>
            <a:ext cx="3289724" cy="137154"/>
          </a:xfrm>
          <a:prstGeom prst="rect">
            <a:avLst/>
          </a:prstGeom>
          <a:noFill/>
        </p:spPr>
        <p:txBody>
          <a:bodyPr wrap="square" lIns="0" tIns="0" rIns="0" bIns="0" anchor="ctr">
            <a:noAutofit/>
          </a:bodyPr>
          <a:lstStyle/>
          <a:p>
            <a:pPr algn="l">
              <a:spcBef>
                <a:spcPts val="0"/>
              </a:spcBef>
              <a:spcAft>
                <a:spcPts val="0"/>
              </a:spcAft>
            </a:pPr>
            <a:r>
              <a:rPr sz="1200" b="0" i="1">
                <a:solidFill>
                  <a:srgbClr val="4D3A24"/>
                </a:solidFill>
                <a:latin typeface="Calibri"/>
              </a:rPr>
              <a:t>Global firm · ~80,000 employees</a:t>
            </a:r>
          </a:p>
        </p:txBody>
      </p:sp>
      <p:sp>
        <p:nvSpPr>
          <p:cNvPr id="82" name="TextBox 81">
            <a:extLst>
              <a:ext uri="{FF2B5EF4-FFF2-40B4-BE49-F238E27FC236}">
                <a16:creationId xmlns:a16="http://schemas.microsoft.com/office/drawing/2014/main" id="{E03D0836-738B-E9D6-A045-DD8591E63A67}"/>
              </a:ext>
            </a:extLst>
          </p:cNvPr>
          <p:cNvSpPr txBox="1"/>
          <p:nvPr/>
        </p:nvSpPr>
        <p:spPr>
          <a:xfrm>
            <a:off x="3336544" y="3582792"/>
            <a:ext cx="2551176" cy="219456"/>
          </a:xfrm>
          <a:prstGeom prst="rect">
            <a:avLst/>
          </a:prstGeom>
          <a:noFill/>
        </p:spPr>
        <p:txBody>
          <a:bodyPr wrap="square" lIns="0" tIns="0" rIns="0" bIns="0" anchor="ctr">
            <a:noAutofit/>
          </a:bodyPr>
          <a:lstStyle/>
          <a:p>
            <a:pPr algn="l">
              <a:spcBef>
                <a:spcPts val="0"/>
              </a:spcBef>
              <a:spcAft>
                <a:spcPts val="0"/>
              </a:spcAft>
            </a:pPr>
            <a:r>
              <a:rPr sz="1200" b="1" i="0">
                <a:solidFill>
                  <a:srgbClr val="231505"/>
                </a:solidFill>
                <a:latin typeface="Calibri"/>
              </a:rPr>
              <a:t>83% / 90% </a:t>
            </a:r>
          </a:p>
        </p:txBody>
      </p:sp>
      <p:sp>
        <p:nvSpPr>
          <p:cNvPr id="83" name="TextBox 82">
            <a:extLst>
              <a:ext uri="{FF2B5EF4-FFF2-40B4-BE49-F238E27FC236}">
                <a16:creationId xmlns:a16="http://schemas.microsoft.com/office/drawing/2014/main" id="{A461898E-1036-3737-872C-6A4EAD1FDC61}"/>
              </a:ext>
            </a:extLst>
          </p:cNvPr>
          <p:cNvSpPr txBox="1"/>
          <p:nvPr/>
        </p:nvSpPr>
        <p:spPr>
          <a:xfrm>
            <a:off x="3336544" y="3820536"/>
            <a:ext cx="2551176" cy="384048"/>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4D3A24"/>
                </a:solidFill>
                <a:latin typeface="Calibri"/>
              </a:rPr>
              <a:t>Platform adoption / benefits-overview completion.</a:t>
            </a:r>
          </a:p>
        </p:txBody>
      </p:sp>
      <p:sp>
        <p:nvSpPr>
          <p:cNvPr id="84" name="Rounded Rectangle 48">
            <a:extLst>
              <a:ext uri="{FF2B5EF4-FFF2-40B4-BE49-F238E27FC236}">
                <a16:creationId xmlns:a16="http://schemas.microsoft.com/office/drawing/2014/main" id="{38652D19-EF18-397D-426F-90BFC844DEA4}"/>
              </a:ext>
            </a:extLst>
          </p:cNvPr>
          <p:cNvSpPr/>
          <p:nvPr/>
        </p:nvSpPr>
        <p:spPr>
          <a:xfrm>
            <a:off x="6152896" y="3363336"/>
            <a:ext cx="2807208" cy="914400"/>
          </a:xfrm>
          <a:prstGeom prst="roundRect">
            <a:avLst/>
          </a:prstGeom>
          <a:solidFill>
            <a:srgbClr val="F2ECDF"/>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5" name="TextBox 84">
            <a:extLst>
              <a:ext uri="{FF2B5EF4-FFF2-40B4-BE49-F238E27FC236}">
                <a16:creationId xmlns:a16="http://schemas.microsoft.com/office/drawing/2014/main" id="{7DFB0E4F-596B-DD15-967F-2BB362CE545A}"/>
              </a:ext>
            </a:extLst>
          </p:cNvPr>
          <p:cNvSpPr txBox="1"/>
          <p:nvPr/>
        </p:nvSpPr>
        <p:spPr>
          <a:xfrm>
            <a:off x="6280912" y="3436488"/>
            <a:ext cx="2944368" cy="111824"/>
          </a:xfrm>
          <a:prstGeom prst="rect">
            <a:avLst/>
          </a:prstGeom>
          <a:noFill/>
        </p:spPr>
        <p:txBody>
          <a:bodyPr wrap="square" lIns="0" tIns="0" rIns="0" bIns="0" anchor="ctr">
            <a:noAutofit/>
          </a:bodyPr>
          <a:lstStyle/>
          <a:p>
            <a:pPr algn="l">
              <a:spcBef>
                <a:spcPts val="0"/>
              </a:spcBef>
              <a:spcAft>
                <a:spcPts val="0"/>
              </a:spcAft>
            </a:pPr>
            <a:r>
              <a:rPr sz="1200" b="0" i="1">
                <a:solidFill>
                  <a:srgbClr val="4D3A24"/>
                </a:solidFill>
                <a:latin typeface="Calibri"/>
              </a:rPr>
              <a:t>Large U.S. health system · ~200,000 covered </a:t>
            </a:r>
          </a:p>
        </p:txBody>
      </p:sp>
      <p:sp>
        <p:nvSpPr>
          <p:cNvPr id="87" name="TextBox 86">
            <a:extLst>
              <a:ext uri="{FF2B5EF4-FFF2-40B4-BE49-F238E27FC236}">
                <a16:creationId xmlns:a16="http://schemas.microsoft.com/office/drawing/2014/main" id="{F46D04D3-29BA-9BCF-0876-CBFDF2C941B3}"/>
              </a:ext>
            </a:extLst>
          </p:cNvPr>
          <p:cNvSpPr txBox="1"/>
          <p:nvPr/>
        </p:nvSpPr>
        <p:spPr>
          <a:xfrm>
            <a:off x="6280912" y="3582792"/>
            <a:ext cx="2551176" cy="219456"/>
          </a:xfrm>
          <a:prstGeom prst="rect">
            <a:avLst/>
          </a:prstGeom>
          <a:noFill/>
        </p:spPr>
        <p:txBody>
          <a:bodyPr wrap="square" lIns="0" tIns="0" rIns="0" bIns="0" anchor="ctr">
            <a:noAutofit/>
          </a:bodyPr>
          <a:lstStyle/>
          <a:p>
            <a:pPr algn="l">
              <a:spcBef>
                <a:spcPts val="0"/>
              </a:spcBef>
              <a:spcAft>
                <a:spcPts val="0"/>
              </a:spcAft>
            </a:pPr>
            <a:r>
              <a:rPr sz="1200" b="1" i="0">
                <a:solidFill>
                  <a:srgbClr val="231505"/>
                </a:solidFill>
                <a:latin typeface="Calibri"/>
              </a:rPr>
              <a:t>-13% / -12% </a:t>
            </a:r>
          </a:p>
        </p:txBody>
      </p:sp>
      <p:sp>
        <p:nvSpPr>
          <p:cNvPr id="88" name="TextBox 87">
            <a:extLst>
              <a:ext uri="{FF2B5EF4-FFF2-40B4-BE49-F238E27FC236}">
                <a16:creationId xmlns:a16="http://schemas.microsoft.com/office/drawing/2014/main" id="{0B682941-1A1C-D8C4-CA2A-FEAC9D5CBCFF}"/>
              </a:ext>
            </a:extLst>
          </p:cNvPr>
          <p:cNvSpPr txBox="1"/>
          <p:nvPr/>
        </p:nvSpPr>
        <p:spPr>
          <a:xfrm>
            <a:off x="6280912" y="3820536"/>
            <a:ext cx="2551176" cy="384048"/>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4D3A24"/>
                </a:solidFill>
                <a:latin typeface="Calibri"/>
              </a:rPr>
              <a:t>Medical/Rx cost &amp; turnover, participants vs. non.</a:t>
            </a:r>
          </a:p>
        </p:txBody>
      </p:sp>
      <p:sp>
        <p:nvSpPr>
          <p:cNvPr id="89" name="Rounded Rectangle 53">
            <a:extLst>
              <a:ext uri="{FF2B5EF4-FFF2-40B4-BE49-F238E27FC236}">
                <a16:creationId xmlns:a16="http://schemas.microsoft.com/office/drawing/2014/main" id="{2BE9DF81-6388-B837-26F5-3B3E062DDF51}"/>
              </a:ext>
            </a:extLst>
          </p:cNvPr>
          <p:cNvSpPr/>
          <p:nvPr/>
        </p:nvSpPr>
        <p:spPr>
          <a:xfrm>
            <a:off x="9097264" y="3363336"/>
            <a:ext cx="2807208" cy="914400"/>
          </a:xfrm>
          <a:prstGeom prst="roundRect">
            <a:avLst/>
          </a:prstGeom>
          <a:solidFill>
            <a:srgbClr val="F2ECDF"/>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0" name="TextBox 89">
            <a:extLst>
              <a:ext uri="{FF2B5EF4-FFF2-40B4-BE49-F238E27FC236}">
                <a16:creationId xmlns:a16="http://schemas.microsoft.com/office/drawing/2014/main" id="{68E1B355-BDD7-6245-2EDD-938C77A53657}"/>
              </a:ext>
            </a:extLst>
          </p:cNvPr>
          <p:cNvSpPr txBox="1"/>
          <p:nvPr/>
        </p:nvSpPr>
        <p:spPr>
          <a:xfrm>
            <a:off x="9225279" y="3436487"/>
            <a:ext cx="2772089" cy="153405"/>
          </a:xfrm>
          <a:prstGeom prst="rect">
            <a:avLst/>
          </a:prstGeom>
          <a:noFill/>
        </p:spPr>
        <p:txBody>
          <a:bodyPr wrap="square" lIns="0" tIns="0" rIns="0" bIns="0" anchor="ctr">
            <a:noAutofit/>
          </a:bodyPr>
          <a:lstStyle/>
          <a:p>
            <a:pPr algn="l">
              <a:spcBef>
                <a:spcPts val="0"/>
              </a:spcBef>
              <a:spcAft>
                <a:spcPts val="0"/>
              </a:spcAft>
            </a:pPr>
            <a:r>
              <a:rPr sz="1200" b="0" i="1">
                <a:solidFill>
                  <a:srgbClr val="4D3A24"/>
                </a:solidFill>
                <a:latin typeface="Calibri"/>
              </a:rPr>
              <a:t>Self-insured employers (elected programs)</a:t>
            </a:r>
          </a:p>
        </p:txBody>
      </p:sp>
      <p:sp>
        <p:nvSpPr>
          <p:cNvPr id="93" name="TextBox 92">
            <a:extLst>
              <a:ext uri="{FF2B5EF4-FFF2-40B4-BE49-F238E27FC236}">
                <a16:creationId xmlns:a16="http://schemas.microsoft.com/office/drawing/2014/main" id="{C010AB5C-92DA-34CC-BC14-589D17C673BE}"/>
              </a:ext>
            </a:extLst>
          </p:cNvPr>
          <p:cNvSpPr txBox="1"/>
          <p:nvPr/>
        </p:nvSpPr>
        <p:spPr>
          <a:xfrm>
            <a:off x="9225280" y="3582792"/>
            <a:ext cx="2551176" cy="219456"/>
          </a:xfrm>
          <a:prstGeom prst="rect">
            <a:avLst/>
          </a:prstGeom>
          <a:noFill/>
        </p:spPr>
        <p:txBody>
          <a:bodyPr wrap="square" lIns="0" tIns="0" rIns="0" bIns="0" anchor="ctr">
            <a:noAutofit/>
          </a:bodyPr>
          <a:lstStyle/>
          <a:p>
            <a:pPr algn="l">
              <a:spcBef>
                <a:spcPts val="0"/>
              </a:spcBef>
              <a:spcAft>
                <a:spcPts val="0"/>
              </a:spcAft>
            </a:pPr>
            <a:r>
              <a:rPr sz="1200" b="1" i="0">
                <a:solidFill>
                  <a:srgbClr val="231505"/>
                </a:solidFill>
                <a:latin typeface="Calibri"/>
              </a:rPr>
              <a:t>-23% / $763 </a:t>
            </a:r>
          </a:p>
        </p:txBody>
      </p:sp>
      <p:sp>
        <p:nvSpPr>
          <p:cNvPr id="94" name="TextBox 93">
            <a:extLst>
              <a:ext uri="{FF2B5EF4-FFF2-40B4-BE49-F238E27FC236}">
                <a16:creationId xmlns:a16="http://schemas.microsoft.com/office/drawing/2014/main" id="{8EC9D273-3B30-7535-486E-861D1BD8A52F}"/>
              </a:ext>
            </a:extLst>
          </p:cNvPr>
          <p:cNvSpPr txBox="1"/>
          <p:nvPr/>
        </p:nvSpPr>
        <p:spPr>
          <a:xfrm>
            <a:off x="9225280" y="3820536"/>
            <a:ext cx="2551176" cy="384048"/>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4D3A24"/>
                </a:solidFill>
                <a:latin typeface="Calibri"/>
              </a:rPr>
              <a:t>Lower allowed costs / PEPY savings vs. benchmark.</a:t>
            </a:r>
          </a:p>
        </p:txBody>
      </p:sp>
      <p:sp>
        <p:nvSpPr>
          <p:cNvPr id="95" name="TextBox 94">
            <a:extLst>
              <a:ext uri="{FF2B5EF4-FFF2-40B4-BE49-F238E27FC236}">
                <a16:creationId xmlns:a16="http://schemas.microsoft.com/office/drawing/2014/main" id="{D034E3F1-5AE9-39ED-9887-103565FFC17B}"/>
              </a:ext>
            </a:extLst>
          </p:cNvPr>
          <p:cNvSpPr txBox="1"/>
          <p:nvPr/>
        </p:nvSpPr>
        <p:spPr>
          <a:xfrm>
            <a:off x="274320" y="4452126"/>
            <a:ext cx="11640312" cy="146304"/>
          </a:xfrm>
          <a:prstGeom prst="rect">
            <a:avLst/>
          </a:prstGeom>
          <a:noFill/>
        </p:spPr>
        <p:txBody>
          <a:bodyPr wrap="square" lIns="0" tIns="0" rIns="0" bIns="0" anchor="ctr">
            <a:noAutofit/>
          </a:bodyPr>
          <a:lstStyle/>
          <a:p>
            <a:pPr algn="l">
              <a:spcBef>
                <a:spcPts val="0"/>
              </a:spcBef>
              <a:spcAft>
                <a:spcPts val="0"/>
              </a:spcAft>
            </a:pPr>
            <a:r>
              <a:rPr sz="1200" b="1" i="0" spc="40">
                <a:solidFill>
                  <a:srgbClr val="67411F"/>
                </a:solidFill>
                <a:latin typeface="Calibri"/>
              </a:rPr>
              <a:t>GO-TO-MARKET</a:t>
            </a:r>
          </a:p>
        </p:txBody>
      </p:sp>
      <p:cxnSp>
        <p:nvCxnSpPr>
          <p:cNvPr id="96" name="Connector 59">
            <a:extLst>
              <a:ext uri="{FF2B5EF4-FFF2-40B4-BE49-F238E27FC236}">
                <a16:creationId xmlns:a16="http://schemas.microsoft.com/office/drawing/2014/main" id="{48F4D464-67F1-23DA-C5FB-7384BE8C0980}"/>
              </a:ext>
            </a:extLst>
          </p:cNvPr>
          <p:cNvCxnSpPr/>
          <p:nvPr/>
        </p:nvCxnSpPr>
        <p:spPr>
          <a:xfrm>
            <a:off x="274320" y="4616718"/>
            <a:ext cx="11640312" cy="0"/>
          </a:xfrm>
          <a:prstGeom prst="line">
            <a:avLst/>
          </a:prstGeom>
          <a:ln w="9525">
            <a:solidFill>
              <a:srgbClr val="F4E9D3"/>
            </a:solidFill>
          </a:ln>
          <a:effectLst/>
        </p:spPr>
        <p:style>
          <a:lnRef idx="2">
            <a:schemeClr val="accent1"/>
          </a:lnRef>
          <a:fillRef idx="0">
            <a:schemeClr val="accent1"/>
          </a:fillRef>
          <a:effectRef idx="1">
            <a:schemeClr val="accent1"/>
          </a:effectRef>
          <a:fontRef idx="minor">
            <a:schemeClr val="tx1"/>
          </a:fontRef>
        </p:style>
      </p:cxnSp>
      <p:sp>
        <p:nvSpPr>
          <p:cNvPr id="97" name="Rounded Rectangle 60">
            <a:extLst>
              <a:ext uri="{FF2B5EF4-FFF2-40B4-BE49-F238E27FC236}">
                <a16:creationId xmlns:a16="http://schemas.microsoft.com/office/drawing/2014/main" id="{1FB2AC70-0FC7-B0C8-3F46-978AD403F6F4}"/>
              </a:ext>
            </a:extLst>
          </p:cNvPr>
          <p:cNvSpPr/>
          <p:nvPr/>
        </p:nvSpPr>
        <p:spPr>
          <a:xfrm>
            <a:off x="274320" y="4658376"/>
            <a:ext cx="2240280" cy="387093"/>
          </a:xfrm>
          <a:prstGeom prst="roundRect">
            <a:avLst/>
          </a:prstGeom>
          <a:solidFill>
            <a:srgbClr val="F2ECDF"/>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rgbClr val="231505"/>
                </a:solidFill>
              </a:rPr>
              <a:t>Direct enterprise + RFP-led self-insured TPA sales</a:t>
            </a:r>
          </a:p>
        </p:txBody>
      </p:sp>
      <p:sp>
        <p:nvSpPr>
          <p:cNvPr id="99" name="Rounded Rectangle 62">
            <a:extLst>
              <a:ext uri="{FF2B5EF4-FFF2-40B4-BE49-F238E27FC236}">
                <a16:creationId xmlns:a16="http://schemas.microsoft.com/office/drawing/2014/main" id="{39A6B79D-DF99-5C8A-B40D-8C0632DC7EB3}"/>
              </a:ext>
            </a:extLst>
          </p:cNvPr>
          <p:cNvSpPr/>
          <p:nvPr/>
        </p:nvSpPr>
        <p:spPr>
          <a:xfrm>
            <a:off x="2624328" y="4658376"/>
            <a:ext cx="2240280" cy="387093"/>
          </a:xfrm>
          <a:prstGeom prst="roundRect">
            <a:avLst/>
          </a:prstGeom>
          <a:solidFill>
            <a:srgbClr val="F2ECDF"/>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rgbClr val="231505"/>
                </a:solidFill>
              </a:rPr>
              <a:t>Brokers &amp; benefits consultants</a:t>
            </a:r>
          </a:p>
        </p:txBody>
      </p:sp>
      <p:sp>
        <p:nvSpPr>
          <p:cNvPr id="101" name="Rounded Rectangle 64">
            <a:extLst>
              <a:ext uri="{FF2B5EF4-FFF2-40B4-BE49-F238E27FC236}">
                <a16:creationId xmlns:a16="http://schemas.microsoft.com/office/drawing/2014/main" id="{C3E78BDA-F321-2AC7-E01D-D002D0724C92}"/>
              </a:ext>
            </a:extLst>
          </p:cNvPr>
          <p:cNvSpPr/>
          <p:nvPr/>
        </p:nvSpPr>
        <p:spPr>
          <a:xfrm>
            <a:off x="4974336" y="4658376"/>
            <a:ext cx="2240280" cy="387093"/>
          </a:xfrm>
          <a:prstGeom prst="roundRect">
            <a:avLst/>
          </a:prstGeom>
          <a:solidFill>
            <a:srgbClr val="F2ECDF"/>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rgbClr val="231505"/>
                </a:solidFill>
              </a:rPr>
              <a:t>Health-plan B2B2C channel</a:t>
            </a:r>
          </a:p>
        </p:txBody>
      </p:sp>
      <p:sp>
        <p:nvSpPr>
          <p:cNvPr id="103" name="Rounded Rectangle 66">
            <a:extLst>
              <a:ext uri="{FF2B5EF4-FFF2-40B4-BE49-F238E27FC236}">
                <a16:creationId xmlns:a16="http://schemas.microsoft.com/office/drawing/2014/main" id="{C093CFB0-C1D2-FC42-AEA1-D3ECB653270A}"/>
              </a:ext>
            </a:extLst>
          </p:cNvPr>
          <p:cNvSpPr/>
          <p:nvPr/>
        </p:nvSpPr>
        <p:spPr>
          <a:xfrm>
            <a:off x="7324344" y="4658376"/>
            <a:ext cx="2240280" cy="387093"/>
          </a:xfrm>
          <a:prstGeom prst="roundRect">
            <a:avLst/>
          </a:prstGeom>
          <a:solidFill>
            <a:srgbClr val="F2ECDF"/>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rgbClr val="231505"/>
                </a:solidFill>
              </a:rPr>
              <a:t>Network / PBM / stop-loss partner flexibility</a:t>
            </a:r>
          </a:p>
        </p:txBody>
      </p:sp>
      <p:sp>
        <p:nvSpPr>
          <p:cNvPr id="105" name="Rounded Rectangle 68">
            <a:extLst>
              <a:ext uri="{FF2B5EF4-FFF2-40B4-BE49-F238E27FC236}">
                <a16:creationId xmlns:a16="http://schemas.microsoft.com/office/drawing/2014/main" id="{A7BB910C-013A-D85B-B521-A98E2B5B8409}"/>
              </a:ext>
            </a:extLst>
          </p:cNvPr>
          <p:cNvSpPr/>
          <p:nvPr/>
        </p:nvSpPr>
        <p:spPr>
          <a:xfrm>
            <a:off x="9674352" y="4658376"/>
            <a:ext cx="2240280" cy="387093"/>
          </a:xfrm>
          <a:prstGeom prst="roundRect">
            <a:avLst/>
          </a:prstGeom>
          <a:solidFill>
            <a:srgbClr val="F2ECDF"/>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rgbClr val="231505"/>
                </a:solidFill>
              </a:rPr>
              <a:t>Specialty marketplace (e.g., Solera)</a:t>
            </a:r>
          </a:p>
        </p:txBody>
      </p:sp>
      <p:sp>
        <p:nvSpPr>
          <p:cNvPr id="107" name="TextBox 106">
            <a:extLst>
              <a:ext uri="{FF2B5EF4-FFF2-40B4-BE49-F238E27FC236}">
                <a16:creationId xmlns:a16="http://schemas.microsoft.com/office/drawing/2014/main" id="{2C28933D-D478-1C66-79C6-E7A6C0B757E3}"/>
              </a:ext>
            </a:extLst>
          </p:cNvPr>
          <p:cNvSpPr txBox="1"/>
          <p:nvPr/>
        </p:nvSpPr>
        <p:spPr>
          <a:xfrm>
            <a:off x="274320" y="5197870"/>
            <a:ext cx="11640312" cy="146304"/>
          </a:xfrm>
          <a:prstGeom prst="rect">
            <a:avLst/>
          </a:prstGeom>
          <a:noFill/>
        </p:spPr>
        <p:txBody>
          <a:bodyPr wrap="square" lIns="0" tIns="0" rIns="0" bIns="0" anchor="ctr">
            <a:noAutofit/>
          </a:bodyPr>
          <a:lstStyle/>
          <a:p>
            <a:pPr algn="l">
              <a:spcBef>
                <a:spcPts val="0"/>
              </a:spcBef>
              <a:spcAft>
                <a:spcPts val="0"/>
              </a:spcAft>
            </a:pPr>
            <a:r>
              <a:rPr sz="1200" b="1" i="0" spc="40">
                <a:solidFill>
                  <a:srgbClr val="67411F"/>
                </a:solidFill>
                <a:latin typeface="Calibri"/>
              </a:rPr>
              <a:t>PROGRAM EVOLUTION</a:t>
            </a:r>
          </a:p>
        </p:txBody>
      </p:sp>
      <p:cxnSp>
        <p:nvCxnSpPr>
          <p:cNvPr id="108" name="Connector 71">
            <a:extLst>
              <a:ext uri="{FF2B5EF4-FFF2-40B4-BE49-F238E27FC236}">
                <a16:creationId xmlns:a16="http://schemas.microsoft.com/office/drawing/2014/main" id="{ED8424BA-D826-3E31-204A-2E26B578DE44}"/>
              </a:ext>
            </a:extLst>
          </p:cNvPr>
          <p:cNvCxnSpPr/>
          <p:nvPr/>
        </p:nvCxnSpPr>
        <p:spPr>
          <a:xfrm>
            <a:off x="274320" y="5464062"/>
            <a:ext cx="11640312" cy="0"/>
          </a:xfrm>
          <a:prstGeom prst="line">
            <a:avLst/>
          </a:prstGeom>
          <a:ln w="9525">
            <a:solidFill>
              <a:srgbClr val="F4E9D3"/>
            </a:solidFill>
          </a:ln>
          <a:effectLst/>
        </p:spPr>
        <p:style>
          <a:lnRef idx="2">
            <a:schemeClr val="accent1"/>
          </a:lnRef>
          <a:fillRef idx="0">
            <a:schemeClr val="accent1"/>
          </a:fillRef>
          <a:effectRef idx="1">
            <a:schemeClr val="accent1"/>
          </a:effectRef>
          <a:fontRef idx="minor">
            <a:schemeClr val="tx1"/>
          </a:fontRef>
        </p:style>
      </p:cxnSp>
      <p:sp>
        <p:nvSpPr>
          <p:cNvPr id="109" name="Rounded Rectangle 72">
            <a:extLst>
              <a:ext uri="{FF2B5EF4-FFF2-40B4-BE49-F238E27FC236}">
                <a16:creationId xmlns:a16="http://schemas.microsoft.com/office/drawing/2014/main" id="{DEF1B64C-4F27-CD8C-0AD3-51D44CD5BA46}"/>
              </a:ext>
            </a:extLst>
          </p:cNvPr>
          <p:cNvSpPr/>
          <p:nvPr/>
        </p:nvSpPr>
        <p:spPr>
          <a:xfrm>
            <a:off x="279400" y="5376684"/>
            <a:ext cx="2197100" cy="723667"/>
          </a:xfrm>
          <a:prstGeom prst="roundRect">
            <a:avLst/>
          </a:prstGeom>
          <a:solidFill>
            <a:srgbClr val="F2ECDF"/>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0" name="TextBox 109">
            <a:extLst>
              <a:ext uri="{FF2B5EF4-FFF2-40B4-BE49-F238E27FC236}">
                <a16:creationId xmlns:a16="http://schemas.microsoft.com/office/drawing/2014/main" id="{089D5B75-2ACE-251A-8144-C334C2964D94}"/>
              </a:ext>
            </a:extLst>
          </p:cNvPr>
          <p:cNvSpPr txBox="1"/>
          <p:nvPr/>
        </p:nvSpPr>
        <p:spPr>
          <a:xfrm>
            <a:off x="406400" y="5458982"/>
            <a:ext cx="2379726" cy="182880"/>
          </a:xfrm>
          <a:prstGeom prst="rect">
            <a:avLst/>
          </a:prstGeom>
          <a:noFill/>
        </p:spPr>
        <p:txBody>
          <a:bodyPr wrap="square" lIns="0" tIns="0" rIns="0" bIns="0" anchor="ctr">
            <a:noAutofit/>
          </a:bodyPr>
          <a:lstStyle/>
          <a:p>
            <a:pPr algn="l">
              <a:spcBef>
                <a:spcPts val="0"/>
              </a:spcBef>
              <a:spcAft>
                <a:spcPts val="0"/>
              </a:spcAft>
            </a:pPr>
            <a:r>
              <a:rPr sz="1400" b="1" i="0">
                <a:solidFill>
                  <a:srgbClr val="231505"/>
                </a:solidFill>
                <a:latin typeface="Calibri"/>
              </a:rPr>
              <a:t>Wellbeing-led </a:t>
            </a:r>
          </a:p>
        </p:txBody>
      </p:sp>
      <p:sp>
        <p:nvSpPr>
          <p:cNvPr id="112" name="TextBox 111">
            <a:extLst>
              <a:ext uri="{FF2B5EF4-FFF2-40B4-BE49-F238E27FC236}">
                <a16:creationId xmlns:a16="http://schemas.microsoft.com/office/drawing/2014/main" id="{53CFD36B-DABF-C974-E0F5-C1474AB42F01}"/>
              </a:ext>
            </a:extLst>
          </p:cNvPr>
          <p:cNvSpPr txBox="1"/>
          <p:nvPr/>
        </p:nvSpPr>
        <p:spPr>
          <a:xfrm>
            <a:off x="406400" y="5669294"/>
            <a:ext cx="2489454" cy="201168"/>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4D3A24"/>
                </a:solidFill>
                <a:latin typeface="Calibri"/>
              </a:rPr>
              <a:t>Virgin Pulse: engagement, </a:t>
            </a:r>
            <a:br>
              <a:rPr lang="en-US" sz="1200" b="0" i="0">
                <a:solidFill>
                  <a:srgbClr val="4D3A24"/>
                </a:solidFill>
                <a:latin typeface="Calibri"/>
              </a:rPr>
            </a:br>
            <a:r>
              <a:rPr sz="1200" b="0" i="0">
                <a:solidFill>
                  <a:srgbClr val="4D3A24"/>
                </a:solidFill>
                <a:latin typeface="Calibri"/>
              </a:rPr>
              <a:t>rewards, coaching.</a:t>
            </a:r>
          </a:p>
        </p:txBody>
      </p:sp>
      <p:sp>
        <p:nvSpPr>
          <p:cNvPr id="113" name="Rounded Rectangle 76">
            <a:extLst>
              <a:ext uri="{FF2B5EF4-FFF2-40B4-BE49-F238E27FC236}">
                <a16:creationId xmlns:a16="http://schemas.microsoft.com/office/drawing/2014/main" id="{96C04045-618D-A9BB-6DE9-AAE3AFFF00FF}"/>
              </a:ext>
            </a:extLst>
          </p:cNvPr>
          <p:cNvSpPr/>
          <p:nvPr/>
        </p:nvSpPr>
        <p:spPr>
          <a:xfrm>
            <a:off x="2641600" y="5376684"/>
            <a:ext cx="2197100" cy="723667"/>
          </a:xfrm>
          <a:prstGeom prst="roundRect">
            <a:avLst/>
          </a:prstGeom>
          <a:solidFill>
            <a:srgbClr val="F2ECDF"/>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4" name="TextBox 113">
            <a:extLst>
              <a:ext uri="{FF2B5EF4-FFF2-40B4-BE49-F238E27FC236}">
                <a16:creationId xmlns:a16="http://schemas.microsoft.com/office/drawing/2014/main" id="{EDB4DECD-E6A4-A69C-12C4-EBF6F4EBB7A8}"/>
              </a:ext>
            </a:extLst>
          </p:cNvPr>
          <p:cNvSpPr txBox="1"/>
          <p:nvPr/>
        </p:nvSpPr>
        <p:spPr>
          <a:xfrm>
            <a:off x="2768600" y="5458982"/>
            <a:ext cx="2379726" cy="182880"/>
          </a:xfrm>
          <a:prstGeom prst="rect">
            <a:avLst/>
          </a:prstGeom>
          <a:noFill/>
        </p:spPr>
        <p:txBody>
          <a:bodyPr wrap="square" lIns="0" tIns="0" rIns="0" bIns="0" anchor="ctr">
            <a:noAutofit/>
          </a:bodyPr>
          <a:lstStyle/>
          <a:p>
            <a:pPr algn="l">
              <a:spcBef>
                <a:spcPts val="0"/>
              </a:spcBef>
              <a:spcAft>
                <a:spcPts val="0"/>
              </a:spcAft>
            </a:pPr>
            <a:r>
              <a:rPr sz="1400" b="1" i="0">
                <a:solidFill>
                  <a:srgbClr val="231505"/>
                </a:solidFill>
                <a:latin typeface="Calibri"/>
              </a:rPr>
              <a:t>Nov 2023 </a:t>
            </a:r>
          </a:p>
        </p:txBody>
      </p:sp>
      <p:sp>
        <p:nvSpPr>
          <p:cNvPr id="116" name="TextBox 115">
            <a:extLst>
              <a:ext uri="{FF2B5EF4-FFF2-40B4-BE49-F238E27FC236}">
                <a16:creationId xmlns:a16="http://schemas.microsoft.com/office/drawing/2014/main" id="{DD67DE19-B9DA-E337-F844-A2A39074FD04}"/>
              </a:ext>
            </a:extLst>
          </p:cNvPr>
          <p:cNvSpPr txBox="1"/>
          <p:nvPr/>
        </p:nvSpPr>
        <p:spPr>
          <a:xfrm>
            <a:off x="2768600" y="5669294"/>
            <a:ext cx="2489454" cy="201168"/>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4D3A24"/>
                </a:solidFill>
                <a:latin typeface="Calibri"/>
              </a:rPr>
              <a:t>HealthComp merger adds TPA + </a:t>
            </a:r>
            <a:br>
              <a:rPr lang="en-US" sz="1200" b="0" i="0">
                <a:solidFill>
                  <a:srgbClr val="4D3A24"/>
                </a:solidFill>
                <a:latin typeface="Calibri"/>
              </a:rPr>
            </a:br>
            <a:r>
              <a:rPr sz="1200" b="0" i="0">
                <a:solidFill>
                  <a:srgbClr val="4D3A24"/>
                </a:solidFill>
                <a:latin typeface="Calibri"/>
              </a:rPr>
              <a:t>cost mgmt.</a:t>
            </a:r>
          </a:p>
        </p:txBody>
      </p:sp>
      <p:sp>
        <p:nvSpPr>
          <p:cNvPr id="117" name="Rounded Rectangle 80">
            <a:extLst>
              <a:ext uri="{FF2B5EF4-FFF2-40B4-BE49-F238E27FC236}">
                <a16:creationId xmlns:a16="http://schemas.microsoft.com/office/drawing/2014/main" id="{14E0F575-4CC1-67D0-48D3-337577815AD8}"/>
              </a:ext>
            </a:extLst>
          </p:cNvPr>
          <p:cNvSpPr/>
          <p:nvPr/>
        </p:nvSpPr>
        <p:spPr>
          <a:xfrm>
            <a:off x="4991100" y="5376684"/>
            <a:ext cx="2197100" cy="723667"/>
          </a:xfrm>
          <a:prstGeom prst="roundRect">
            <a:avLst/>
          </a:prstGeom>
          <a:solidFill>
            <a:srgbClr val="F2ECDF"/>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8" name="TextBox 117">
            <a:extLst>
              <a:ext uri="{FF2B5EF4-FFF2-40B4-BE49-F238E27FC236}">
                <a16:creationId xmlns:a16="http://schemas.microsoft.com/office/drawing/2014/main" id="{F14AF751-A730-12FF-9372-CB93BD2A39A7}"/>
              </a:ext>
            </a:extLst>
          </p:cNvPr>
          <p:cNvSpPr txBox="1"/>
          <p:nvPr/>
        </p:nvSpPr>
        <p:spPr>
          <a:xfrm>
            <a:off x="5118100" y="5458982"/>
            <a:ext cx="2379726" cy="182880"/>
          </a:xfrm>
          <a:prstGeom prst="rect">
            <a:avLst/>
          </a:prstGeom>
          <a:noFill/>
        </p:spPr>
        <p:txBody>
          <a:bodyPr wrap="square" lIns="0" tIns="0" rIns="0" bIns="0" anchor="ctr">
            <a:noAutofit/>
          </a:bodyPr>
          <a:lstStyle/>
          <a:p>
            <a:pPr algn="l">
              <a:spcBef>
                <a:spcPts val="0"/>
              </a:spcBef>
              <a:spcAft>
                <a:spcPts val="0"/>
              </a:spcAft>
            </a:pPr>
            <a:r>
              <a:rPr sz="1400" b="1" i="0">
                <a:solidFill>
                  <a:srgbClr val="231505"/>
                </a:solidFill>
                <a:latin typeface="Calibri"/>
              </a:rPr>
              <a:t>Feb 2024 </a:t>
            </a:r>
          </a:p>
        </p:txBody>
      </p:sp>
      <p:sp>
        <p:nvSpPr>
          <p:cNvPr id="120" name="TextBox 119">
            <a:extLst>
              <a:ext uri="{FF2B5EF4-FFF2-40B4-BE49-F238E27FC236}">
                <a16:creationId xmlns:a16="http://schemas.microsoft.com/office/drawing/2014/main" id="{5D96821E-D642-37B4-64F7-2B4F10DFB51A}"/>
              </a:ext>
            </a:extLst>
          </p:cNvPr>
          <p:cNvSpPr txBox="1"/>
          <p:nvPr/>
        </p:nvSpPr>
        <p:spPr>
          <a:xfrm>
            <a:off x="5118100" y="5669294"/>
            <a:ext cx="2489454" cy="201168"/>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4D3A24"/>
                </a:solidFill>
                <a:latin typeface="Calibri"/>
              </a:rPr>
              <a:t>“Personify Health” brand unifies </a:t>
            </a:r>
            <a:br>
              <a:rPr lang="en-US" sz="1200" b="0" i="0">
                <a:solidFill>
                  <a:srgbClr val="4D3A24"/>
                </a:solidFill>
                <a:latin typeface="Calibri"/>
              </a:rPr>
            </a:br>
            <a:r>
              <a:rPr sz="1200" b="0" i="0">
                <a:solidFill>
                  <a:srgbClr val="4D3A24"/>
                </a:solidFill>
                <a:latin typeface="Calibri"/>
              </a:rPr>
              <a:t>the stack.</a:t>
            </a:r>
          </a:p>
        </p:txBody>
      </p:sp>
      <p:sp>
        <p:nvSpPr>
          <p:cNvPr id="121" name="Rounded Rectangle 84">
            <a:extLst>
              <a:ext uri="{FF2B5EF4-FFF2-40B4-BE49-F238E27FC236}">
                <a16:creationId xmlns:a16="http://schemas.microsoft.com/office/drawing/2014/main" id="{8F836233-0B9A-0F01-85BE-C42DC5252D94}"/>
              </a:ext>
            </a:extLst>
          </p:cNvPr>
          <p:cNvSpPr/>
          <p:nvPr/>
        </p:nvSpPr>
        <p:spPr>
          <a:xfrm>
            <a:off x="7353300" y="5376684"/>
            <a:ext cx="2197100" cy="723667"/>
          </a:xfrm>
          <a:prstGeom prst="roundRect">
            <a:avLst/>
          </a:prstGeom>
          <a:solidFill>
            <a:srgbClr val="F2ECDF"/>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22" name="TextBox 121">
            <a:extLst>
              <a:ext uri="{FF2B5EF4-FFF2-40B4-BE49-F238E27FC236}">
                <a16:creationId xmlns:a16="http://schemas.microsoft.com/office/drawing/2014/main" id="{FEB82E34-CD6A-BAA8-0BC8-701F9C741429}"/>
              </a:ext>
            </a:extLst>
          </p:cNvPr>
          <p:cNvSpPr txBox="1"/>
          <p:nvPr/>
        </p:nvSpPr>
        <p:spPr>
          <a:xfrm>
            <a:off x="7480300" y="5458982"/>
            <a:ext cx="2379726" cy="182880"/>
          </a:xfrm>
          <a:prstGeom prst="rect">
            <a:avLst/>
          </a:prstGeom>
          <a:noFill/>
        </p:spPr>
        <p:txBody>
          <a:bodyPr wrap="square" lIns="0" tIns="0" rIns="0" bIns="0" anchor="ctr">
            <a:noAutofit/>
          </a:bodyPr>
          <a:lstStyle/>
          <a:p>
            <a:pPr algn="l">
              <a:spcBef>
                <a:spcPts val="0"/>
              </a:spcBef>
              <a:spcAft>
                <a:spcPts val="0"/>
              </a:spcAft>
            </a:pPr>
            <a:r>
              <a:rPr sz="1400" b="1" i="0">
                <a:solidFill>
                  <a:srgbClr val="231505"/>
                </a:solidFill>
                <a:latin typeface="Calibri"/>
              </a:rPr>
              <a:t>2024 </a:t>
            </a:r>
          </a:p>
        </p:txBody>
      </p:sp>
      <p:sp>
        <p:nvSpPr>
          <p:cNvPr id="124" name="TextBox 123">
            <a:extLst>
              <a:ext uri="{FF2B5EF4-FFF2-40B4-BE49-F238E27FC236}">
                <a16:creationId xmlns:a16="http://schemas.microsoft.com/office/drawing/2014/main" id="{545D7A9B-1DED-A7F0-0B3A-1D2881FF4129}"/>
              </a:ext>
            </a:extLst>
          </p:cNvPr>
          <p:cNvSpPr txBox="1"/>
          <p:nvPr/>
        </p:nvSpPr>
        <p:spPr>
          <a:xfrm>
            <a:off x="7480300" y="5669294"/>
            <a:ext cx="2489454" cy="201168"/>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4D3A24"/>
                </a:solidFill>
                <a:latin typeface="Calibri"/>
              </a:rPr>
              <a:t>Deeper navigation + GLP-1 </a:t>
            </a:r>
            <a:br>
              <a:rPr lang="en-US" sz="1200" b="0" i="0">
                <a:solidFill>
                  <a:srgbClr val="4D3A24"/>
                </a:solidFill>
                <a:latin typeface="Calibri"/>
              </a:rPr>
            </a:br>
            <a:r>
              <a:rPr sz="1200" b="0" i="0">
                <a:solidFill>
                  <a:srgbClr val="4D3A24"/>
                </a:solidFill>
                <a:latin typeface="Calibri"/>
              </a:rPr>
              <a:t>wraparound (Transform).</a:t>
            </a:r>
          </a:p>
        </p:txBody>
      </p:sp>
      <p:sp>
        <p:nvSpPr>
          <p:cNvPr id="128" name="Rounded Rectangle 91">
            <a:extLst>
              <a:ext uri="{FF2B5EF4-FFF2-40B4-BE49-F238E27FC236}">
                <a16:creationId xmlns:a16="http://schemas.microsoft.com/office/drawing/2014/main" id="{CFF5375B-2259-97A0-8AE6-CEEE8D78B13F}"/>
              </a:ext>
            </a:extLst>
          </p:cNvPr>
          <p:cNvSpPr/>
          <p:nvPr/>
        </p:nvSpPr>
        <p:spPr>
          <a:xfrm>
            <a:off x="274320" y="6261607"/>
            <a:ext cx="11640312" cy="343959"/>
          </a:xfrm>
          <a:prstGeom prst="roundRect">
            <a:avLst/>
          </a:prstGeom>
          <a:solidFill>
            <a:srgbClr val="ECD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1200" b="1" i="1">
                <a:solidFill>
                  <a:srgbClr val="231505"/>
                </a:solidFill>
              </a:rPr>
              <a:t>Market signal:  </a:t>
            </a:r>
            <a:r>
              <a:rPr lang="en-US" sz="1200" i="1">
                <a:solidFill>
                  <a:srgbClr val="4D3A24"/>
                </a:solidFill>
              </a:rPr>
              <a:t>Point-solution fatigue is pushing employers toward one member front door that owns engagement and orchestration, and partners out for specialty clinical care rather than building it in-house.</a:t>
            </a:r>
          </a:p>
        </p:txBody>
      </p:sp>
      <p:sp>
        <p:nvSpPr>
          <p:cNvPr id="134" name="Rounded Rectangle R4-5">
            <a:extLst>
              <a:ext uri="{FF2B5EF4-FFF2-40B4-BE49-F238E27FC236}">
                <a16:creationId xmlns:a16="http://schemas.microsoft.com/office/drawing/2014/main" id="{8F836233-0B9A-0F01-85BE-C42DC5252D94}"/>
              </a:ext>
            </a:extLst>
          </p:cNvPr>
          <p:cNvSpPr/>
          <p:nvPr/>
        </p:nvSpPr>
        <p:spPr>
          <a:xfrm>
            <a:off x="9715500" y="5377433"/>
            <a:ext cx="2197100" cy="723667"/>
          </a:xfrm>
          <a:prstGeom prst="roundRect">
            <a:avLst/>
          </a:prstGeom>
          <a:solidFill>
            <a:srgbClr val="F2ECDF"/>
          </a:solidFill>
          <a:ln w="9525">
            <a:solidFill>
              <a:srgbClr val="F4E9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35" name="TextBox R4-5-title">
            <a:extLst>
              <a:ext uri="{FF2B5EF4-FFF2-40B4-BE49-F238E27FC236}">
                <a16:creationId xmlns:a16="http://schemas.microsoft.com/office/drawing/2014/main" id="{FEB82E34-CD6A-BAA8-0BC8-701F9C741429}"/>
              </a:ext>
            </a:extLst>
          </p:cNvPr>
          <p:cNvSpPr txBox="1"/>
          <p:nvPr/>
        </p:nvSpPr>
        <p:spPr>
          <a:xfrm>
            <a:off x="9842500" y="5459730"/>
            <a:ext cx="2379726" cy="182880"/>
          </a:xfrm>
          <a:prstGeom prst="rect">
            <a:avLst/>
          </a:prstGeom>
          <a:noFill/>
        </p:spPr>
        <p:txBody>
          <a:bodyPr wrap="square" lIns="0" tIns="0" rIns="0" bIns="0" anchor="ctr">
            <a:noAutofit/>
          </a:bodyPr>
          <a:lstStyle/>
          <a:p>
            <a:pPr algn="l">
              <a:spcBef>
                <a:spcPts val="0"/>
              </a:spcBef>
              <a:spcAft>
                <a:spcPts val="0"/>
              </a:spcAft>
            </a:pPr>
            <a:r>
              <a:rPr sz="1400" b="1" i="0">
                <a:solidFill>
                  <a:srgbClr val="231505"/>
                </a:solidFill>
                <a:latin typeface="Calibri"/>
              </a:rPr>
              <a:t>2025–26 </a:t>
            </a:r>
          </a:p>
        </p:txBody>
      </p:sp>
      <p:sp>
        <p:nvSpPr>
          <p:cNvPr id="136" name="TextBox R4-5-desc">
            <a:extLst>
              <a:ext uri="{FF2B5EF4-FFF2-40B4-BE49-F238E27FC236}">
                <a16:creationId xmlns:a16="http://schemas.microsoft.com/office/drawing/2014/main" id="{545D7A9B-1DED-A7F0-0B3A-1D2881FF4129}"/>
              </a:ext>
            </a:extLst>
          </p:cNvPr>
          <p:cNvSpPr txBox="1"/>
          <p:nvPr/>
        </p:nvSpPr>
        <p:spPr>
          <a:xfrm>
            <a:off x="9842500" y="5670042"/>
            <a:ext cx="2489454" cy="201168"/>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4D3A24"/>
                </a:solidFill>
                <a:latin typeface="Calibri"/>
              </a:rPr>
              <a:t>Partner marketplace + Solera </a:t>
            </a:r>
            <a:br>
              <a:rPr lang="en-US" sz="1200" b="0" i="0">
                <a:solidFill>
                  <a:srgbClr val="4D3A24"/>
                </a:solidFill>
                <a:latin typeface="Calibri"/>
              </a:rPr>
            </a:br>
            <a:r>
              <a:rPr sz="1200" b="0" i="0">
                <a:solidFill>
                  <a:srgbClr val="4D3A24"/>
                </a:solidFill>
                <a:latin typeface="Calibri"/>
              </a:rPr>
              <a:t>specialty network.</a:t>
            </a:r>
          </a:p>
        </p:txBody>
      </p:sp>
      <p:cxnSp>
        <p:nvCxnSpPr>
          <p:cNvPr id="7" name="Connector 92">
            <a:extLst>
              <a:ext uri="{FF2B5EF4-FFF2-40B4-BE49-F238E27FC236}">
                <a16:creationId xmlns:a16="http://schemas.microsoft.com/office/drawing/2014/main" id="{1BA7E5A3-16DE-6671-5B19-F30E18FB08B2}"/>
              </a:ext>
            </a:extLst>
          </p:cNvPr>
          <p:cNvCxnSpPr/>
          <p:nvPr/>
        </p:nvCxnSpPr>
        <p:spPr>
          <a:xfrm>
            <a:off x="2488997" y="5767108"/>
            <a:ext cx="128016" cy="0"/>
          </a:xfrm>
          <a:prstGeom prst="line">
            <a:avLst/>
          </a:prstGeom>
          <a:ln w="12700">
            <a:solidFill>
              <a:srgbClr val="67411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9" name="Connector 92">
            <a:extLst>
              <a:ext uri="{FF2B5EF4-FFF2-40B4-BE49-F238E27FC236}">
                <a16:creationId xmlns:a16="http://schemas.microsoft.com/office/drawing/2014/main" id="{E5AA395E-F3AB-F561-03DB-957B6508E4FB}"/>
              </a:ext>
            </a:extLst>
          </p:cNvPr>
          <p:cNvCxnSpPr/>
          <p:nvPr/>
        </p:nvCxnSpPr>
        <p:spPr>
          <a:xfrm>
            <a:off x="4858499" y="5769196"/>
            <a:ext cx="128016" cy="0"/>
          </a:xfrm>
          <a:prstGeom prst="line">
            <a:avLst/>
          </a:prstGeom>
          <a:ln w="12700">
            <a:solidFill>
              <a:srgbClr val="67411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1" name="Connector 92">
            <a:extLst>
              <a:ext uri="{FF2B5EF4-FFF2-40B4-BE49-F238E27FC236}">
                <a16:creationId xmlns:a16="http://schemas.microsoft.com/office/drawing/2014/main" id="{20088934-A965-47D0-12DC-70F788FAE715}"/>
              </a:ext>
            </a:extLst>
          </p:cNvPr>
          <p:cNvCxnSpPr/>
          <p:nvPr/>
        </p:nvCxnSpPr>
        <p:spPr>
          <a:xfrm>
            <a:off x="7253053" y="5796336"/>
            <a:ext cx="128016" cy="0"/>
          </a:xfrm>
          <a:prstGeom prst="line">
            <a:avLst/>
          </a:prstGeom>
          <a:ln w="12700">
            <a:solidFill>
              <a:srgbClr val="67411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or 92">
            <a:extLst>
              <a:ext uri="{FF2B5EF4-FFF2-40B4-BE49-F238E27FC236}">
                <a16:creationId xmlns:a16="http://schemas.microsoft.com/office/drawing/2014/main" id="{1053547A-1641-EE15-6049-354C376B030E}"/>
              </a:ext>
            </a:extLst>
          </p:cNvPr>
          <p:cNvCxnSpPr/>
          <p:nvPr/>
        </p:nvCxnSpPr>
        <p:spPr>
          <a:xfrm>
            <a:off x="9632993" y="5796336"/>
            <a:ext cx="128016" cy="0"/>
          </a:xfrm>
          <a:prstGeom prst="line">
            <a:avLst/>
          </a:prstGeom>
          <a:ln w="12700">
            <a:solidFill>
              <a:srgbClr val="67411F"/>
            </a:solidFill>
            <a:tailEnd type="triangl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5604396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81364-1165-617D-EC37-65463364E0B7}"/>
              </a:ext>
            </a:extLst>
          </p:cNvPr>
          <p:cNvSpPr>
            <a:spLocks noGrp="1"/>
          </p:cNvSpPr>
          <p:nvPr>
            <p:ph type="title"/>
          </p:nvPr>
        </p:nvSpPr>
        <p:spPr/>
        <p:txBody>
          <a:bodyPr/>
          <a:lstStyle/>
          <a:p>
            <a:r>
              <a:rPr lang="en-US"/>
              <a:t>Archetypes and Value Mechanisms: Details</a:t>
            </a:r>
          </a:p>
        </p:txBody>
      </p:sp>
      <p:graphicFrame>
        <p:nvGraphicFramePr>
          <p:cNvPr id="7" name="Content Placeholder 6">
            <a:extLst>
              <a:ext uri="{FF2B5EF4-FFF2-40B4-BE49-F238E27FC236}">
                <a16:creationId xmlns:a16="http://schemas.microsoft.com/office/drawing/2014/main" id="{33D62981-7CBC-2450-2EA3-001DA1B50CA8}"/>
              </a:ext>
            </a:extLst>
          </p:cNvPr>
          <p:cNvGraphicFramePr>
            <a:graphicFrameLocks noGrp="1"/>
          </p:cNvGraphicFramePr>
          <p:nvPr>
            <p:ph sz="quarter" idx="16"/>
            <p:extLst>
              <p:ext uri="{D42A27DB-BD31-4B8C-83A1-F6EECF244321}">
                <p14:modId xmlns:p14="http://schemas.microsoft.com/office/powerpoint/2010/main" val="266762555"/>
              </p:ext>
            </p:extLst>
          </p:nvPr>
        </p:nvGraphicFramePr>
        <p:xfrm>
          <a:off x="374326" y="1207124"/>
          <a:ext cx="11070915" cy="5120640"/>
        </p:xfrm>
        <a:graphic>
          <a:graphicData uri="http://schemas.openxmlformats.org/drawingml/2006/table">
            <a:tbl>
              <a:tblPr>
                <a:tableStyleId>{5C22544A-7EE6-4342-B048-85BDC9FD1C3A}</a:tableStyleId>
              </a:tblPr>
              <a:tblGrid>
                <a:gridCol w="2851274">
                  <a:extLst>
                    <a:ext uri="{9D8B030D-6E8A-4147-A177-3AD203B41FA5}">
                      <a16:colId xmlns:a16="http://schemas.microsoft.com/office/drawing/2014/main" val="4120195417"/>
                    </a:ext>
                  </a:extLst>
                </a:gridCol>
                <a:gridCol w="8219641">
                  <a:extLst>
                    <a:ext uri="{9D8B030D-6E8A-4147-A177-3AD203B41FA5}">
                      <a16:colId xmlns:a16="http://schemas.microsoft.com/office/drawing/2014/main" val="2564709982"/>
                    </a:ext>
                  </a:extLst>
                </a:gridCol>
              </a:tblGrid>
              <a:tr h="347365">
                <a:tc>
                  <a:txBody>
                    <a:bodyPr/>
                    <a:lstStyle/>
                    <a:p>
                      <a:pPr>
                        <a:buNone/>
                      </a:pPr>
                      <a:r>
                        <a:rPr lang="en-US" sz="1400" b="1">
                          <a:solidFill>
                            <a:schemeClr val="bg1"/>
                          </a:solidFill>
                        </a:rPr>
                        <a:t>Archetype</a:t>
                      </a:r>
                    </a:p>
                  </a:txBody>
                  <a:tcPr marT="708" marB="708" anchor="ctr">
                    <a:lnB w="12700" cmpd="sng">
                      <a:noFill/>
                    </a:lnB>
                    <a:solidFill>
                      <a:schemeClr val="accent4">
                        <a:lumMod val="50000"/>
                      </a:schemeClr>
                    </a:solidFill>
                  </a:tcPr>
                </a:tc>
                <a:tc>
                  <a:txBody>
                    <a:bodyPr/>
                    <a:lstStyle/>
                    <a:p>
                      <a:pPr>
                        <a:buNone/>
                      </a:pPr>
                      <a:r>
                        <a:rPr lang="en-US" sz="1400" b="1">
                          <a:solidFill>
                            <a:schemeClr val="bg1"/>
                          </a:solidFill>
                        </a:rPr>
                        <a:t>Justification for Labels</a:t>
                      </a:r>
                    </a:p>
                  </a:txBody>
                  <a:tcPr marT="708" marB="708" anchor="ctr">
                    <a:lnB w="12700" cmpd="sng">
                      <a:noFill/>
                    </a:lnB>
                    <a:solidFill>
                      <a:schemeClr val="accent4">
                        <a:lumMod val="50000"/>
                      </a:schemeClr>
                    </a:solidFill>
                  </a:tcPr>
                </a:tc>
                <a:extLst>
                  <a:ext uri="{0D108BD9-81ED-4DB2-BD59-A6C34878D82A}">
                    <a16:rowId xmlns:a16="http://schemas.microsoft.com/office/drawing/2014/main" val="3922053886"/>
                  </a:ext>
                </a:extLst>
              </a:tr>
              <a:tr h="1048853">
                <a:tc>
                  <a:txBody>
                    <a:bodyPr/>
                    <a:lstStyle/>
                    <a:p>
                      <a:pPr>
                        <a:buNone/>
                      </a:pPr>
                      <a:r>
                        <a:rPr lang="en-US" sz="1400" b="1"/>
                        <a:t>Care navigation: front doors</a:t>
                      </a:r>
                    </a:p>
                  </a:txBody>
                  <a:tcPr marT="708" marB="7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buNone/>
                      </a:pPr>
                      <a:r>
                        <a:rPr lang="en-US" sz="1400"/>
                        <a:t>Site of care is primary because the member comes to them at the moment of choice and they can direct virtual, urgent, primary or ER care. Specialty, chronic and post-acute support are usually secondary because they identify, refer and coordinate, but often rely on a clinical or network partner to deliver the intervention.</a:t>
                      </a:r>
                    </a:p>
                  </a:txBody>
                  <a:tcPr marT="708" marB="7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1927293341"/>
                  </a:ext>
                </a:extLst>
              </a:tr>
              <a:tr h="1101421">
                <a:tc>
                  <a:txBody>
                    <a:bodyPr/>
                    <a:lstStyle/>
                    <a:p>
                      <a:pPr>
                        <a:buNone/>
                      </a:pPr>
                      <a:r>
                        <a:rPr lang="en-US" sz="1400" b="1"/>
                        <a:t>Specialty networks / centers of excellence</a:t>
                      </a:r>
                    </a:p>
                  </a:txBody>
                  <a:tcPr marT="708" marB="7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buNone/>
                      </a:pPr>
                      <a:r>
                        <a:rPr lang="en-US" sz="1400"/>
                        <a:t>High-performing specialty care is primary because their model is to route costly episodes to curated providers with negotiated or bundled prices. They can influence the appropriate setting for that episode and sometimes manage oncology or other complex conditions, but they generally do not manage broad chronic care or post-discharge follow-up.</a:t>
                      </a:r>
                    </a:p>
                  </a:txBody>
                  <a:tcPr marT="708" marB="7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1120772848"/>
                  </a:ext>
                </a:extLst>
              </a:tr>
              <a:tr h="1048853">
                <a:tc>
                  <a:txBody>
                    <a:bodyPr/>
                    <a:lstStyle/>
                    <a:p>
                      <a:pPr>
                        <a:buNone/>
                      </a:pPr>
                      <a:r>
                        <a:rPr lang="en-US" sz="1400" b="1"/>
                        <a:t>Steering layers</a:t>
                      </a:r>
                    </a:p>
                  </a:txBody>
                  <a:tcPr marT="708" marB="7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buNone/>
                      </a:pPr>
                      <a:r>
                        <a:rPr lang="en-US" sz="1400"/>
                        <a:t>High-performing care is primary because the product is provider-quality data and incentives that change doctor choice. Site-of-care impact is secondary because a better provider may also mean a lower-cost setting, but these companies usually do not manage the full care journey, chronic treatment or readmission prevention.</a:t>
                      </a:r>
                    </a:p>
                  </a:txBody>
                  <a:tcPr marT="708" marB="7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2826308592"/>
                  </a:ext>
                </a:extLst>
              </a:tr>
              <a:tr h="787074">
                <a:tc>
                  <a:txBody>
                    <a:bodyPr/>
                    <a:lstStyle/>
                    <a:p>
                      <a:pPr>
                        <a:buNone/>
                      </a:pPr>
                      <a:r>
                        <a:rPr lang="en-US" sz="1400" b="1"/>
                        <a:t>TPA / plan rails</a:t>
                      </a:r>
                    </a:p>
                  </a:txBody>
                  <a:tcPr marT="708" marB="7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buNone/>
                      </a:pPr>
                      <a:r>
                        <a:rPr lang="en-US" sz="1400"/>
                        <a:t>All four are secondary. TPAs control claims, benefits and vendor access, so they enable every savings lever, but generally do not deliver the specialized navigation or clinical intervention themselves.</a:t>
                      </a:r>
                    </a:p>
                  </a:txBody>
                  <a:tcPr marT="708" marB="7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578428939"/>
                  </a:ext>
                </a:extLst>
              </a:tr>
              <a:tr h="787074">
                <a:tc>
                  <a:txBody>
                    <a:bodyPr/>
                    <a:lstStyle/>
                    <a:p>
                      <a:pPr>
                        <a:buNone/>
                      </a:pPr>
                      <a:r>
                        <a:rPr lang="en-US" sz="1400" b="1"/>
                        <a:t>Plan-integrated navigation</a:t>
                      </a:r>
                    </a:p>
                  </a:txBody>
                  <a:tcPr marT="708" marB="7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buNone/>
                      </a:pPr>
                      <a:r>
                        <a:rPr lang="en-US" sz="1400"/>
                        <a:t>Site of care is primary because plans use network and benefit information to guide members to appropriate care. Specialty, chronic and post-acute support are secondary because plans may provide or coordinate them, but the depth varies by carrier and employer plan.</a:t>
                      </a:r>
                    </a:p>
                  </a:txBody>
                  <a:tcPr marT="708" marB="7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1389843117"/>
                  </a:ext>
                </a:extLst>
              </a:tr>
            </a:tbl>
          </a:graphicData>
        </a:graphic>
      </p:graphicFrame>
      <p:sp>
        <p:nvSpPr>
          <p:cNvPr id="5" name="Text Placeholder 48">
            <a:extLst>
              <a:ext uri="{FF2B5EF4-FFF2-40B4-BE49-F238E27FC236}">
                <a16:creationId xmlns:a16="http://schemas.microsoft.com/office/drawing/2014/main" id="{8802F09A-BBDB-9F01-2046-3E2D6572F468}"/>
              </a:ext>
            </a:extLst>
          </p:cNvPr>
          <p:cNvSpPr>
            <a:spLocks noGrp="1"/>
          </p:cNvSpPr>
          <p:nvPr>
            <p:ph type="body" sz="quarter" idx="15"/>
          </p:nvPr>
        </p:nvSpPr>
        <p:spPr>
          <a:xfrm>
            <a:off x="374325" y="126515"/>
            <a:ext cx="11070915" cy="224221"/>
          </a:xfrm>
        </p:spPr>
        <p:txBody>
          <a:bodyPr/>
          <a:lstStyle/>
          <a:p>
            <a:r>
              <a:rPr lang="en-US"/>
              <a:t>Appendix · CARE NAVIGATION Archetypes</a:t>
            </a:r>
          </a:p>
        </p:txBody>
      </p:sp>
    </p:spTree>
    <p:extLst>
      <p:ext uri="{BB962C8B-B14F-4D97-AF65-F5344CB8AC3E}">
        <p14:creationId xmlns:p14="http://schemas.microsoft.com/office/powerpoint/2010/main" val="1632734525"/>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 Cloud Template June 2018 [1789995756080]">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Custom 1">
      <a:majorFont>
        <a:latin typeface="Calibri"/>
        <a:ea typeface="Calibri"/>
        <a:cs typeface="Calibri"/>
      </a:majorFont>
      <a:minorFont>
        <a:latin typeface="Calibri"/>
        <a:ea typeface="Calibri"/>
        <a:cs typeface="Calibr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5"/>
        </a:solidFill>
        <a:ln w="19050" algn="ctr">
          <a:noFill/>
          <a:miter lim="800000"/>
          <a:headEnd/>
          <a:tailEnd/>
        </a:ln>
      </a:spPr>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defPPr algn="ct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CloudTemplate_v2.potx" id="{6083B17A-9FDD-41E9-911D-07C2E550BE9A}" vid="{0762FD86-167B-440B-8315-42D83EB4DC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728D095-B1D2-4619-86FB-6CC6C73A0A8A}">
  <we:reference id="f5f369e5-aa35-49d7-ad7b-638152ddb008" version="1.0.0.1" store="EXCatalog" storeType="EXCatalog"/>
  <we:alternateReferences>
    <we:reference id="WA200010001" version="1.0.0.1" store="en-US" storeType="OMEX"/>
  </we:alternateReferences>
  <we:properties>
    <we:property name="claude.fileId" value="&quot;2a94c66b-1a6b-46a3-8395-a2a8ad48cccd&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D7BCF5A8CEF8D42897FDB2D1443F212" ma:contentTypeVersion="6" ma:contentTypeDescription="Create a new document." ma:contentTypeScope="" ma:versionID="856c50023d5067740bd5148396b3e7ca">
  <xsd:schema xmlns:xsd="http://www.w3.org/2001/XMLSchema" xmlns:xs="http://www.w3.org/2001/XMLSchema" xmlns:p="http://schemas.microsoft.com/office/2006/metadata/properties" xmlns:ns2="b32e385a-73fd-496e-bd88-497e321bf331" targetNamespace="http://schemas.microsoft.com/office/2006/metadata/properties" ma:root="true" ma:fieldsID="a5f37cf1c2ae579e262b2efc6e7357fb" ns2:_="">
    <xsd:import namespace="b32e385a-73fd-496e-bd88-497e321bf33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2e385a-73fd-496e-bd88-497e321bf3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2CF8ED9-916C-41C2-BB2C-933BB60F5CBF}">
  <ds:schemaRefs>
    <ds:schemaRef ds:uri="http://schemas.microsoft.com/sharepoint/v3/contenttype/forms"/>
  </ds:schemaRefs>
</ds:datastoreItem>
</file>

<file path=customXml/itemProps2.xml><?xml version="1.0" encoding="utf-8"?>
<ds:datastoreItem xmlns:ds="http://schemas.openxmlformats.org/officeDocument/2006/customXml" ds:itemID="{A8EDF61B-D36C-48C3-A6B7-DBD50A53E064}">
  <ds:schemaRefs>
    <ds:schemaRef ds:uri="b32e385a-73fd-496e-bd88-497e321bf33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CA4AC988-C152-4521-A715-DBDF98ADC61E}">
  <ds:schemaRefs>
    <ds:schemaRef ds:uri="b32e385a-73fd-496e-bd88-497e321bf33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24</Slides>
  <Notes>0</Notes>
  <HiddenSlides>0</HiddenSlide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Deloitte Cloud Template June 2018 [1789995756080]</vt:lpstr>
      <vt:lpstr>PowerPoint Presentation</vt:lpstr>
      <vt:lpstr>Agenda</vt:lpstr>
      <vt:lpstr>What Care Navigation Is, and What It Is Not</vt:lpstr>
      <vt:lpstr>Employee and Employer Problems That Create Demand</vt:lpstr>
      <vt:lpstr>Most Navigation Is Embedded In the Health Plan with Rest Separately Purchased</vt:lpstr>
      <vt:lpstr>The U.S. Care Navigation Platform Market Is Forecast to Reach $6.21B by 2031</vt:lpstr>
      <vt:lpstr>Managing high-cost claims dominates every other employer health priority</vt:lpstr>
      <vt:lpstr>Europe Is Nearly as Large as North America Today; Asia-Pacific Is the Fastest-Growing Region</vt:lpstr>
      <vt:lpstr>How the Care Navigation Category Makes Money and Who Buys</vt:lpstr>
      <vt:lpstr>The Care Navigation Market Is Converging, as Players Battle Across Boundaries</vt:lpstr>
      <vt:lpstr>AI Can Scale the Front Door, but Care Execution Remains Partner-Dependent</vt:lpstr>
      <vt:lpstr>What Is Pulling Demand Forward, and What Is Holding It Back</vt:lpstr>
      <vt:lpstr>Care Navigator Archetypes</vt:lpstr>
      <vt:lpstr>How Care-Navigation Vendors Create Employer Savings</vt:lpstr>
      <vt:lpstr>Value Mechanisms Mapped to Care Navigation Archetypes</vt:lpstr>
      <vt:lpstr>Key Care Navigation Players</vt:lpstr>
      <vt:lpstr>Competitors Are Converging Toward a Fuller Care Experience</vt:lpstr>
      <vt:lpstr>Employer health is an ecosystem of buyers, administrators &amp; health partners</vt:lpstr>
      <vt:lpstr>Structural Barriers Stand Between New Entrants and Employer Contracts</vt:lpstr>
      <vt:lpstr>Employers Take Up to 15 Months to Move From Strategy to Launch</vt:lpstr>
      <vt:lpstr>APPENDIX</vt:lpstr>
      <vt:lpstr>Accolade built an employer navigation platform, pairing benefits advocacy with care pathways</vt:lpstr>
      <vt:lpstr>Personify Health consolidates engagement, navigation &amp; cost control into a single front door</vt:lpstr>
      <vt:lpstr>Archetypes and Value Mechanisms: Details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2026-09-21T10:15:16Z</dcterms:created>
  <dcterms:modified xsi:type="dcterms:W3CDTF">2026-09-22T06:43:47Z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0x010100ED7BCF5A8CEF8D42897FDB2D1443F212</vt:lpwstr>
  </property>
</Properties>
</file>